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7" r:id="rId4"/>
    <p:sldId id="269" r:id="rId5"/>
    <p:sldId id="258" r:id="rId6"/>
    <p:sldId id="272" r:id="rId7"/>
    <p:sldId id="262" r:id="rId8"/>
    <p:sldId id="276" r:id="rId9"/>
    <p:sldId id="264" r:id="rId10"/>
    <p:sldId id="279" r:id="rId11"/>
    <p:sldId id="259" r:id="rId12"/>
    <p:sldId id="268" r:id="rId13"/>
    <p:sldId id="274" r:id="rId14"/>
    <p:sldId id="286" r:id="rId15"/>
    <p:sldId id="265" r:id="rId16"/>
    <p:sldId id="275" r:id="rId17"/>
    <p:sldId id="261" r:id="rId18"/>
    <p:sldId id="277" r:id="rId19"/>
    <p:sldId id="273" r:id="rId20"/>
    <p:sldId id="266" r:id="rId21"/>
    <p:sldId id="283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9"/>
    <p:restoredTop sz="94674"/>
  </p:normalViewPr>
  <p:slideViewPr>
    <p:cSldViewPr snapToGrid="0" snapToObjects="1">
      <p:cViewPr varScale="1">
        <p:scale>
          <a:sx n="132" d="100"/>
          <a:sy n="132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8A779-056B-534F-86F6-48E52A781CDE}" type="datetimeFigureOut">
              <a:rPr lang="en-US" smtClean="0"/>
              <a:t>2/24/21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5C232-FE76-6943-AEC7-87453BA04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1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1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8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E308-C797-E34A-94F3-8552DD5B8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B55F4-ACDB-6443-9ADB-D1CB4688B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5B6F2-B402-BC4F-8C8A-CDA3A8C2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BD83-6AC0-5C40-A308-4C682577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C7B57-2482-DF40-ADBB-132A01FA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6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4FF7-929C-F441-84D7-E8AD38D9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DBAB-828A-054C-88AF-0CEF346CF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8BE72-4E7D-9742-8C5F-FE4749D6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CAC2-64E1-6E40-8DA1-EDA938EDB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2F0E-14D9-6F4D-B942-7E26D3DB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72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E334-3129-BF4E-9CE8-B885CF1D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EE15D-E23A-E846-A2AA-E3C85E858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93982-F232-0446-BB5C-547A8E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9CFC-6646-CD46-BD18-CD28D539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DE4E-8586-9649-94DB-0988211F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5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08B7-F88D-4548-808F-1AD697B6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42024-7267-DE40-89E0-46EA90F18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17F19-22CC-DE4A-89DF-9E9B4D15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AAE04-D24D-2A4D-BEAA-9611EC88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6ED2B-544B-5242-86A5-3992B74B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B94F8-014A-C74F-A95F-CE5701CC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094E-0AF3-E64B-9ED8-EBB93A42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372D6-7E0B-AD43-88A4-EF4FA6C69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B6F70-DB6B-A94C-97FE-EF6D6BFAC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4DEAA-9BEC-9F48-B4AD-9EDB1BA7B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EB18C-E1C3-9040-B562-52D0B6CCC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9212D-FBC8-4241-A1AC-B085CD2D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CF292-832F-5241-984B-B86F2BBC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57D53-D96C-DD45-B5B9-39D367C6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8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999C-5274-6D4B-88EE-F675EB11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26D85-78ED-BA45-9DD1-D2A66384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586FE-01B3-CF4C-9022-8D326F3C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F7E81-ADB1-D745-8F59-54F90CAA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1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8885D-2DBA-7D42-BC8E-53B25612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6C7E9-2AF6-854D-9C75-3148A3D1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A4878-9464-1C4E-A0C9-F462D5CC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1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4500-C9AE-A44A-81E1-DBC77F19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82E6-A5AF-9744-974C-378AF1670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85E8-E9AF-F943-AD99-00795C241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C3AD3-1EA0-164C-A02F-DFAB9ED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5D8C-B330-AC4A-9ACB-C088A619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24E05-756F-8543-B868-24810382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4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2955-C9D3-6D40-B691-F4EAED01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7F921-51E4-A14B-8D6A-4A5F1F32A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71E5F-3854-7647-A963-2EB518B3E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B4251-EA10-ED4C-82A5-2FC5A933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84415-2FA9-E747-B1BC-4057C302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23C7-DF5E-5C41-A6B6-03105DC1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2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12B2-F07A-9D4A-BA9B-86B93DA0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C8D3D-A59E-F845-9DA4-F224E9F2D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70CAC-D263-C646-8106-DE1B278FC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60778-6608-FD40-B4FA-68892C5B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B035-C500-0043-9683-A866202D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0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F470D-5AAF-4341-9995-1AAF010CB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13E6-B3C7-5C42-ACF2-27ADA8FF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ABCE6-B7D9-5C4B-8807-96F9BE70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9743D-E076-D547-A8E8-BC989362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211CE-4DE4-B44C-B599-BA5E4C3D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20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7560963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298014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744831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68332366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7254077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158253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2290892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6962406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5413732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4088415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E5ED3-DA2F-A54C-A988-0373E7909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994174"/>
            <a:ext cx="10728960" cy="430943"/>
          </a:xfrm>
        </p:spPr>
        <p:txBody>
          <a:bodyPr/>
          <a:lstStyle>
            <a:lvl1pPr marL="0" indent="0" algn="l">
              <a:buNone/>
              <a:defRPr sz="1867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32289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2ADD2-2581-374F-82C7-519E298E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65EEC-464D-494D-8128-5576D661C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B6B7-FDBF-404E-B5C1-0AE8F2EA9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21721-D20A-2B42-8CB5-2384BD4BDA06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94039-5EC5-1046-A75F-88287360C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EA0F-0623-4046-B274-9AE361232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90E8B-40EF-A54D-BB91-DE36B4B75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sv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4.svg"/><Relationship Id="rId21" Type="http://schemas.openxmlformats.org/officeDocument/2006/relationships/image" Target="../media/image62.sv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17" Type="http://schemas.openxmlformats.org/officeDocument/2006/relationships/image" Target="../media/image58.svg"/><Relationship Id="rId25" Type="http://schemas.openxmlformats.org/officeDocument/2006/relationships/image" Target="../media/image66.sv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24" Type="http://schemas.openxmlformats.org/officeDocument/2006/relationships/image" Target="../media/image65.png"/><Relationship Id="rId5" Type="http://schemas.openxmlformats.org/officeDocument/2006/relationships/image" Target="../media/image46.svg"/><Relationship Id="rId15" Type="http://schemas.openxmlformats.org/officeDocument/2006/relationships/image" Target="../media/image56.svg"/><Relationship Id="rId23" Type="http://schemas.openxmlformats.org/officeDocument/2006/relationships/image" Target="../media/image64.sv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svg"/><Relationship Id="rId4" Type="http://schemas.openxmlformats.org/officeDocument/2006/relationships/image" Target="../media/image45.png"/><Relationship Id="rId9" Type="http://schemas.openxmlformats.org/officeDocument/2006/relationships/image" Target="../media/image50.sv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svg"/><Relationship Id="rId3" Type="http://schemas.openxmlformats.org/officeDocument/2006/relationships/image" Target="../media/image72.svg"/><Relationship Id="rId7" Type="http://schemas.openxmlformats.org/officeDocument/2006/relationships/image" Target="../media/image76.sv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5.png"/><Relationship Id="rId11" Type="http://schemas.openxmlformats.org/officeDocument/2006/relationships/image" Target="../media/image80.svg"/><Relationship Id="rId5" Type="http://schemas.openxmlformats.org/officeDocument/2006/relationships/image" Target="../media/image74.sv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26" Type="http://schemas.openxmlformats.org/officeDocument/2006/relationships/image" Target="../media/image104.svg"/><Relationship Id="rId39" Type="http://schemas.openxmlformats.org/officeDocument/2006/relationships/image" Target="../media/image117.png"/><Relationship Id="rId21" Type="http://schemas.openxmlformats.org/officeDocument/2006/relationships/image" Target="../media/image99.png"/><Relationship Id="rId34" Type="http://schemas.openxmlformats.org/officeDocument/2006/relationships/image" Target="../media/image112.svg"/><Relationship Id="rId42" Type="http://schemas.openxmlformats.org/officeDocument/2006/relationships/image" Target="../media/image120.sv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4.sv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24" Type="http://schemas.openxmlformats.org/officeDocument/2006/relationships/image" Target="../media/image102.svg"/><Relationship Id="rId32" Type="http://schemas.openxmlformats.org/officeDocument/2006/relationships/image" Target="../media/image110.svg"/><Relationship Id="rId37" Type="http://schemas.openxmlformats.org/officeDocument/2006/relationships/image" Target="../media/image115.png"/><Relationship Id="rId40" Type="http://schemas.openxmlformats.org/officeDocument/2006/relationships/image" Target="../media/image118.svg"/><Relationship Id="rId45" Type="http://schemas.openxmlformats.org/officeDocument/2006/relationships/image" Target="../media/image123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svg"/><Relationship Id="rId36" Type="http://schemas.openxmlformats.org/officeDocument/2006/relationships/image" Target="../media/image114.svg"/><Relationship Id="rId10" Type="http://schemas.openxmlformats.org/officeDocument/2006/relationships/image" Target="../media/image88.sv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4" Type="http://schemas.openxmlformats.org/officeDocument/2006/relationships/image" Target="../media/image122.svg"/><Relationship Id="rId4" Type="http://schemas.openxmlformats.org/officeDocument/2006/relationships/image" Target="../media/image58.svg"/><Relationship Id="rId9" Type="http://schemas.openxmlformats.org/officeDocument/2006/relationships/image" Target="../media/image8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Relationship Id="rId27" Type="http://schemas.openxmlformats.org/officeDocument/2006/relationships/image" Target="../media/image105.png"/><Relationship Id="rId30" Type="http://schemas.openxmlformats.org/officeDocument/2006/relationships/image" Target="../media/image108.svg"/><Relationship Id="rId35" Type="http://schemas.openxmlformats.org/officeDocument/2006/relationships/image" Target="../media/image113.png"/><Relationship Id="rId43" Type="http://schemas.openxmlformats.org/officeDocument/2006/relationships/image" Target="../media/image121.png"/><Relationship Id="rId8" Type="http://schemas.openxmlformats.org/officeDocument/2006/relationships/image" Target="../media/image86.svg"/><Relationship Id="rId3" Type="http://schemas.openxmlformats.org/officeDocument/2006/relationships/image" Target="../media/image57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38" Type="http://schemas.openxmlformats.org/officeDocument/2006/relationships/image" Target="../media/image116.svg"/><Relationship Id="rId46" Type="http://schemas.openxmlformats.org/officeDocument/2006/relationships/image" Target="../media/image124.svg"/><Relationship Id="rId20" Type="http://schemas.openxmlformats.org/officeDocument/2006/relationships/image" Target="../media/image98.svg"/><Relationship Id="rId41" Type="http://schemas.openxmlformats.org/officeDocument/2006/relationships/image" Target="../media/image11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image" Target="../media/image140.svg"/><Relationship Id="rId26" Type="http://schemas.openxmlformats.org/officeDocument/2006/relationships/image" Target="../media/image148.svg"/><Relationship Id="rId3" Type="http://schemas.openxmlformats.org/officeDocument/2006/relationships/image" Target="../media/image125.png"/><Relationship Id="rId21" Type="http://schemas.openxmlformats.org/officeDocument/2006/relationships/image" Target="../media/image143.png"/><Relationship Id="rId34" Type="http://schemas.openxmlformats.org/officeDocument/2006/relationships/image" Target="../media/image156.svg"/><Relationship Id="rId7" Type="http://schemas.openxmlformats.org/officeDocument/2006/relationships/image" Target="../media/image129.png"/><Relationship Id="rId12" Type="http://schemas.openxmlformats.org/officeDocument/2006/relationships/image" Target="../media/image134.sv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33" Type="http://schemas.openxmlformats.org/officeDocument/2006/relationships/image" Target="../media/image15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8.svg"/><Relationship Id="rId20" Type="http://schemas.openxmlformats.org/officeDocument/2006/relationships/image" Target="../media/image142.svg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8.svg"/><Relationship Id="rId11" Type="http://schemas.openxmlformats.org/officeDocument/2006/relationships/image" Target="../media/image133.png"/><Relationship Id="rId24" Type="http://schemas.openxmlformats.org/officeDocument/2006/relationships/image" Target="../media/image146.svg"/><Relationship Id="rId32" Type="http://schemas.openxmlformats.org/officeDocument/2006/relationships/image" Target="../media/image154.sv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28" Type="http://schemas.openxmlformats.org/officeDocument/2006/relationships/image" Target="../media/image150.svg"/><Relationship Id="rId36" Type="http://schemas.openxmlformats.org/officeDocument/2006/relationships/image" Target="../media/image158.svg"/><Relationship Id="rId10" Type="http://schemas.openxmlformats.org/officeDocument/2006/relationships/image" Target="../media/image132.svg"/><Relationship Id="rId19" Type="http://schemas.openxmlformats.org/officeDocument/2006/relationships/image" Target="../media/image141.png"/><Relationship Id="rId31" Type="http://schemas.openxmlformats.org/officeDocument/2006/relationships/image" Target="../media/image153.png"/><Relationship Id="rId4" Type="http://schemas.openxmlformats.org/officeDocument/2006/relationships/image" Target="../media/image126.svg"/><Relationship Id="rId9" Type="http://schemas.openxmlformats.org/officeDocument/2006/relationships/image" Target="../media/image131.png"/><Relationship Id="rId14" Type="http://schemas.openxmlformats.org/officeDocument/2006/relationships/image" Target="../media/image136.svg"/><Relationship Id="rId22" Type="http://schemas.openxmlformats.org/officeDocument/2006/relationships/image" Target="../media/image144.svg"/><Relationship Id="rId27" Type="http://schemas.openxmlformats.org/officeDocument/2006/relationships/image" Target="../media/image149.png"/><Relationship Id="rId30" Type="http://schemas.openxmlformats.org/officeDocument/2006/relationships/image" Target="../media/image152.svg"/><Relationship Id="rId35" Type="http://schemas.openxmlformats.org/officeDocument/2006/relationships/image" Target="../media/image157.png"/><Relationship Id="rId8" Type="http://schemas.openxmlformats.org/officeDocument/2006/relationships/image" Target="../media/image130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sv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9" Type="http://schemas.openxmlformats.org/officeDocument/2006/relationships/image" Target="../media/image196.svg"/><Relationship Id="rId21" Type="http://schemas.openxmlformats.org/officeDocument/2006/relationships/image" Target="../media/image178.svg"/><Relationship Id="rId34" Type="http://schemas.openxmlformats.org/officeDocument/2006/relationships/image" Target="../media/image191.png"/><Relationship Id="rId42" Type="http://schemas.openxmlformats.org/officeDocument/2006/relationships/image" Target="../media/image199.png"/><Relationship Id="rId7" Type="http://schemas.openxmlformats.org/officeDocument/2006/relationships/image" Target="../media/image164.svg"/><Relationship Id="rId2" Type="http://schemas.openxmlformats.org/officeDocument/2006/relationships/image" Target="../media/image159.png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svg"/><Relationship Id="rId41" Type="http://schemas.openxmlformats.org/officeDocument/2006/relationships/image" Target="../media/image198.sv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3.png"/><Relationship Id="rId11" Type="http://schemas.openxmlformats.org/officeDocument/2006/relationships/image" Target="../media/image168.svg"/><Relationship Id="rId24" Type="http://schemas.openxmlformats.org/officeDocument/2006/relationships/image" Target="../media/image181.png"/><Relationship Id="rId32" Type="http://schemas.openxmlformats.org/officeDocument/2006/relationships/image" Target="../media/image189.png"/><Relationship Id="rId37" Type="http://schemas.openxmlformats.org/officeDocument/2006/relationships/image" Target="../media/image194.svg"/><Relationship Id="rId40" Type="http://schemas.openxmlformats.org/officeDocument/2006/relationships/image" Target="../media/image197.png"/><Relationship Id="rId5" Type="http://schemas.openxmlformats.org/officeDocument/2006/relationships/image" Target="../media/image162.svg"/><Relationship Id="rId15" Type="http://schemas.openxmlformats.org/officeDocument/2006/relationships/image" Target="../media/image172.svg"/><Relationship Id="rId23" Type="http://schemas.openxmlformats.org/officeDocument/2006/relationships/image" Target="../media/image180.svg"/><Relationship Id="rId28" Type="http://schemas.openxmlformats.org/officeDocument/2006/relationships/image" Target="../media/image185.png"/><Relationship Id="rId36" Type="http://schemas.openxmlformats.org/officeDocument/2006/relationships/image" Target="../media/image193.png"/><Relationship Id="rId10" Type="http://schemas.openxmlformats.org/officeDocument/2006/relationships/image" Target="../media/image167.png"/><Relationship Id="rId19" Type="http://schemas.openxmlformats.org/officeDocument/2006/relationships/image" Target="../media/image176.svg"/><Relationship Id="rId31" Type="http://schemas.openxmlformats.org/officeDocument/2006/relationships/image" Target="../media/image188.svg"/><Relationship Id="rId4" Type="http://schemas.openxmlformats.org/officeDocument/2006/relationships/image" Target="../media/image161.png"/><Relationship Id="rId9" Type="http://schemas.openxmlformats.org/officeDocument/2006/relationships/image" Target="../media/image166.sv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svg"/><Relationship Id="rId30" Type="http://schemas.openxmlformats.org/officeDocument/2006/relationships/image" Target="../media/image187.png"/><Relationship Id="rId35" Type="http://schemas.openxmlformats.org/officeDocument/2006/relationships/image" Target="../media/image192.svg"/><Relationship Id="rId43" Type="http://schemas.openxmlformats.org/officeDocument/2006/relationships/image" Target="../media/image200.svg"/><Relationship Id="rId8" Type="http://schemas.openxmlformats.org/officeDocument/2006/relationships/image" Target="../media/image165.png"/><Relationship Id="rId3" Type="http://schemas.openxmlformats.org/officeDocument/2006/relationships/image" Target="../media/image160.svg"/><Relationship Id="rId12" Type="http://schemas.openxmlformats.org/officeDocument/2006/relationships/image" Target="../media/image169.png"/><Relationship Id="rId17" Type="http://schemas.openxmlformats.org/officeDocument/2006/relationships/image" Target="../media/image174.svg"/><Relationship Id="rId25" Type="http://schemas.openxmlformats.org/officeDocument/2006/relationships/image" Target="../media/image182.svg"/><Relationship Id="rId33" Type="http://schemas.openxmlformats.org/officeDocument/2006/relationships/image" Target="../media/image190.svg"/><Relationship Id="rId38" Type="http://schemas.openxmlformats.org/officeDocument/2006/relationships/image" Target="../media/image19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svg"/><Relationship Id="rId18" Type="http://schemas.openxmlformats.org/officeDocument/2006/relationships/image" Target="../media/image217.png"/><Relationship Id="rId3" Type="http://schemas.openxmlformats.org/officeDocument/2006/relationships/image" Target="../media/image202.svg"/><Relationship Id="rId7" Type="http://schemas.openxmlformats.org/officeDocument/2006/relationships/image" Target="../media/image206.svg"/><Relationship Id="rId12" Type="http://schemas.openxmlformats.org/officeDocument/2006/relationships/image" Target="../media/image211.png"/><Relationship Id="rId17" Type="http://schemas.openxmlformats.org/officeDocument/2006/relationships/image" Target="../media/image216.svg"/><Relationship Id="rId2" Type="http://schemas.openxmlformats.org/officeDocument/2006/relationships/image" Target="../media/image201.png"/><Relationship Id="rId16" Type="http://schemas.openxmlformats.org/officeDocument/2006/relationships/image" Target="../media/image2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5.png"/><Relationship Id="rId11" Type="http://schemas.openxmlformats.org/officeDocument/2006/relationships/image" Target="../media/image210.svg"/><Relationship Id="rId5" Type="http://schemas.openxmlformats.org/officeDocument/2006/relationships/image" Target="../media/image204.svg"/><Relationship Id="rId15" Type="http://schemas.openxmlformats.org/officeDocument/2006/relationships/image" Target="../media/image214.svg"/><Relationship Id="rId10" Type="http://schemas.openxmlformats.org/officeDocument/2006/relationships/image" Target="../media/image209.png"/><Relationship Id="rId19" Type="http://schemas.openxmlformats.org/officeDocument/2006/relationships/image" Target="../media/image218.svg"/><Relationship Id="rId4" Type="http://schemas.openxmlformats.org/officeDocument/2006/relationships/image" Target="../media/image203.png"/><Relationship Id="rId9" Type="http://schemas.openxmlformats.org/officeDocument/2006/relationships/image" Target="../media/image208.svg"/><Relationship Id="rId14" Type="http://schemas.openxmlformats.org/officeDocument/2006/relationships/image" Target="../media/image21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0.svg"/><Relationship Id="rId18" Type="http://schemas.openxmlformats.org/officeDocument/2006/relationships/image" Target="../media/image235.png"/><Relationship Id="rId26" Type="http://schemas.openxmlformats.org/officeDocument/2006/relationships/image" Target="../media/image243.png"/><Relationship Id="rId21" Type="http://schemas.openxmlformats.org/officeDocument/2006/relationships/image" Target="../media/image238.svg"/><Relationship Id="rId34" Type="http://schemas.openxmlformats.org/officeDocument/2006/relationships/image" Target="../media/image251.png"/><Relationship Id="rId7" Type="http://schemas.openxmlformats.org/officeDocument/2006/relationships/image" Target="../media/image224.svg"/><Relationship Id="rId12" Type="http://schemas.openxmlformats.org/officeDocument/2006/relationships/image" Target="../media/image229.png"/><Relationship Id="rId17" Type="http://schemas.openxmlformats.org/officeDocument/2006/relationships/image" Target="../media/image234.svg"/><Relationship Id="rId25" Type="http://schemas.openxmlformats.org/officeDocument/2006/relationships/image" Target="../media/image242.svg"/><Relationship Id="rId33" Type="http://schemas.openxmlformats.org/officeDocument/2006/relationships/image" Target="../media/image250.svg"/><Relationship Id="rId2" Type="http://schemas.openxmlformats.org/officeDocument/2006/relationships/image" Target="../media/image219.png"/><Relationship Id="rId16" Type="http://schemas.openxmlformats.org/officeDocument/2006/relationships/image" Target="../media/image233.png"/><Relationship Id="rId20" Type="http://schemas.openxmlformats.org/officeDocument/2006/relationships/image" Target="../media/image237.png"/><Relationship Id="rId29" Type="http://schemas.openxmlformats.org/officeDocument/2006/relationships/image" Target="../media/image246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3.png"/><Relationship Id="rId11" Type="http://schemas.openxmlformats.org/officeDocument/2006/relationships/image" Target="../media/image228.svg"/><Relationship Id="rId24" Type="http://schemas.openxmlformats.org/officeDocument/2006/relationships/image" Target="../media/image241.png"/><Relationship Id="rId32" Type="http://schemas.openxmlformats.org/officeDocument/2006/relationships/image" Target="../media/image249.png"/><Relationship Id="rId37" Type="http://schemas.openxmlformats.org/officeDocument/2006/relationships/image" Target="../media/image254.svg"/><Relationship Id="rId5" Type="http://schemas.openxmlformats.org/officeDocument/2006/relationships/image" Target="../media/image222.svg"/><Relationship Id="rId15" Type="http://schemas.openxmlformats.org/officeDocument/2006/relationships/image" Target="../media/image232.svg"/><Relationship Id="rId23" Type="http://schemas.openxmlformats.org/officeDocument/2006/relationships/image" Target="../media/image240.svg"/><Relationship Id="rId28" Type="http://schemas.openxmlformats.org/officeDocument/2006/relationships/image" Target="../media/image245.png"/><Relationship Id="rId36" Type="http://schemas.openxmlformats.org/officeDocument/2006/relationships/image" Target="../media/image253.png"/><Relationship Id="rId10" Type="http://schemas.openxmlformats.org/officeDocument/2006/relationships/image" Target="../media/image227.png"/><Relationship Id="rId19" Type="http://schemas.openxmlformats.org/officeDocument/2006/relationships/image" Target="../media/image236.svg"/><Relationship Id="rId31" Type="http://schemas.openxmlformats.org/officeDocument/2006/relationships/image" Target="../media/image248.svg"/><Relationship Id="rId4" Type="http://schemas.openxmlformats.org/officeDocument/2006/relationships/image" Target="../media/image221.png"/><Relationship Id="rId9" Type="http://schemas.openxmlformats.org/officeDocument/2006/relationships/image" Target="../media/image226.svg"/><Relationship Id="rId14" Type="http://schemas.openxmlformats.org/officeDocument/2006/relationships/image" Target="../media/image231.png"/><Relationship Id="rId22" Type="http://schemas.openxmlformats.org/officeDocument/2006/relationships/image" Target="../media/image239.png"/><Relationship Id="rId27" Type="http://schemas.openxmlformats.org/officeDocument/2006/relationships/image" Target="../media/image244.svg"/><Relationship Id="rId30" Type="http://schemas.openxmlformats.org/officeDocument/2006/relationships/image" Target="../media/image247.png"/><Relationship Id="rId35" Type="http://schemas.openxmlformats.org/officeDocument/2006/relationships/image" Target="../media/image252.svg"/><Relationship Id="rId8" Type="http://schemas.openxmlformats.org/officeDocument/2006/relationships/image" Target="../media/image225.png"/><Relationship Id="rId3" Type="http://schemas.openxmlformats.org/officeDocument/2006/relationships/image" Target="../media/image2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56.svg"/><Relationship Id="rId7" Type="http://schemas.openxmlformats.org/officeDocument/2006/relationships/image" Target="../media/image260.sv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9.png"/><Relationship Id="rId5" Type="http://schemas.openxmlformats.org/officeDocument/2006/relationships/image" Target="../media/image258.svg"/><Relationship Id="rId4" Type="http://schemas.openxmlformats.org/officeDocument/2006/relationships/image" Target="../media/image257.png"/><Relationship Id="rId9" Type="http://schemas.openxmlformats.org/officeDocument/2006/relationships/image" Target="../media/image262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svg"/><Relationship Id="rId18" Type="http://schemas.openxmlformats.org/officeDocument/2006/relationships/image" Target="../media/image279.png"/><Relationship Id="rId26" Type="http://schemas.openxmlformats.org/officeDocument/2006/relationships/image" Target="../media/image287.png"/><Relationship Id="rId3" Type="http://schemas.openxmlformats.org/officeDocument/2006/relationships/image" Target="../media/image264.svg"/><Relationship Id="rId21" Type="http://schemas.openxmlformats.org/officeDocument/2006/relationships/image" Target="../media/image282.svg"/><Relationship Id="rId7" Type="http://schemas.openxmlformats.org/officeDocument/2006/relationships/image" Target="../media/image268.svg"/><Relationship Id="rId12" Type="http://schemas.openxmlformats.org/officeDocument/2006/relationships/image" Target="../media/image273.png"/><Relationship Id="rId17" Type="http://schemas.openxmlformats.org/officeDocument/2006/relationships/image" Target="../media/image278.svg"/><Relationship Id="rId25" Type="http://schemas.openxmlformats.org/officeDocument/2006/relationships/image" Target="../media/image286.svg"/><Relationship Id="rId33" Type="http://schemas.openxmlformats.org/officeDocument/2006/relationships/image" Target="../media/image294.svg"/><Relationship Id="rId2" Type="http://schemas.openxmlformats.org/officeDocument/2006/relationships/image" Target="../media/image263.png"/><Relationship Id="rId16" Type="http://schemas.openxmlformats.org/officeDocument/2006/relationships/image" Target="../media/image277.png"/><Relationship Id="rId20" Type="http://schemas.openxmlformats.org/officeDocument/2006/relationships/image" Target="../media/image281.png"/><Relationship Id="rId29" Type="http://schemas.openxmlformats.org/officeDocument/2006/relationships/image" Target="../media/image29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7.png"/><Relationship Id="rId11" Type="http://schemas.openxmlformats.org/officeDocument/2006/relationships/image" Target="../media/image272.svg"/><Relationship Id="rId24" Type="http://schemas.openxmlformats.org/officeDocument/2006/relationships/image" Target="../media/image285.png"/><Relationship Id="rId32" Type="http://schemas.openxmlformats.org/officeDocument/2006/relationships/image" Target="../media/image293.png"/><Relationship Id="rId5" Type="http://schemas.openxmlformats.org/officeDocument/2006/relationships/image" Target="../media/image266.svg"/><Relationship Id="rId15" Type="http://schemas.openxmlformats.org/officeDocument/2006/relationships/image" Target="../media/image276.svg"/><Relationship Id="rId23" Type="http://schemas.openxmlformats.org/officeDocument/2006/relationships/image" Target="../media/image284.svg"/><Relationship Id="rId28" Type="http://schemas.openxmlformats.org/officeDocument/2006/relationships/image" Target="../media/image289.png"/><Relationship Id="rId10" Type="http://schemas.openxmlformats.org/officeDocument/2006/relationships/image" Target="../media/image271.png"/><Relationship Id="rId19" Type="http://schemas.openxmlformats.org/officeDocument/2006/relationships/image" Target="../media/image280.svg"/><Relationship Id="rId31" Type="http://schemas.openxmlformats.org/officeDocument/2006/relationships/image" Target="../media/image292.svg"/><Relationship Id="rId4" Type="http://schemas.openxmlformats.org/officeDocument/2006/relationships/image" Target="../media/image265.png"/><Relationship Id="rId9" Type="http://schemas.openxmlformats.org/officeDocument/2006/relationships/image" Target="../media/image270.svg"/><Relationship Id="rId14" Type="http://schemas.openxmlformats.org/officeDocument/2006/relationships/image" Target="../media/image275.png"/><Relationship Id="rId22" Type="http://schemas.openxmlformats.org/officeDocument/2006/relationships/image" Target="../media/image283.png"/><Relationship Id="rId27" Type="http://schemas.openxmlformats.org/officeDocument/2006/relationships/image" Target="../media/image288.svg"/><Relationship Id="rId30" Type="http://schemas.openxmlformats.org/officeDocument/2006/relationships/image" Target="../media/image291.png"/><Relationship Id="rId8" Type="http://schemas.openxmlformats.org/officeDocument/2006/relationships/image" Target="../media/image2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13" Type="http://schemas.openxmlformats.org/officeDocument/2006/relationships/image" Target="../media/image306.svg"/><Relationship Id="rId3" Type="http://schemas.openxmlformats.org/officeDocument/2006/relationships/image" Target="../media/image296.svg"/><Relationship Id="rId7" Type="http://schemas.openxmlformats.org/officeDocument/2006/relationships/image" Target="../media/image300.svg"/><Relationship Id="rId12" Type="http://schemas.openxmlformats.org/officeDocument/2006/relationships/image" Target="../media/image305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9.png"/><Relationship Id="rId11" Type="http://schemas.openxmlformats.org/officeDocument/2006/relationships/image" Target="../media/image304.svg"/><Relationship Id="rId5" Type="http://schemas.openxmlformats.org/officeDocument/2006/relationships/image" Target="../media/image298.svg"/><Relationship Id="rId10" Type="http://schemas.openxmlformats.org/officeDocument/2006/relationships/image" Target="../media/image303.png"/><Relationship Id="rId4" Type="http://schemas.openxmlformats.org/officeDocument/2006/relationships/image" Target="../media/image297.png"/><Relationship Id="rId9" Type="http://schemas.openxmlformats.org/officeDocument/2006/relationships/image" Target="../media/image302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8.svg"/><Relationship Id="rId18" Type="http://schemas.openxmlformats.org/officeDocument/2006/relationships/image" Target="../media/image323.png"/><Relationship Id="rId26" Type="http://schemas.openxmlformats.org/officeDocument/2006/relationships/image" Target="../media/image331.png"/><Relationship Id="rId3" Type="http://schemas.openxmlformats.org/officeDocument/2006/relationships/image" Target="../media/image308.svg"/><Relationship Id="rId21" Type="http://schemas.openxmlformats.org/officeDocument/2006/relationships/image" Target="../media/image326.svg"/><Relationship Id="rId34" Type="http://schemas.openxmlformats.org/officeDocument/2006/relationships/image" Target="../media/image339.png"/><Relationship Id="rId7" Type="http://schemas.openxmlformats.org/officeDocument/2006/relationships/image" Target="../media/image312.svg"/><Relationship Id="rId12" Type="http://schemas.openxmlformats.org/officeDocument/2006/relationships/image" Target="../media/image317.png"/><Relationship Id="rId17" Type="http://schemas.openxmlformats.org/officeDocument/2006/relationships/image" Target="../media/image322.svg"/><Relationship Id="rId25" Type="http://schemas.openxmlformats.org/officeDocument/2006/relationships/image" Target="../media/image330.svg"/><Relationship Id="rId33" Type="http://schemas.openxmlformats.org/officeDocument/2006/relationships/image" Target="../media/image338.svg"/><Relationship Id="rId2" Type="http://schemas.openxmlformats.org/officeDocument/2006/relationships/image" Target="../media/image307.png"/><Relationship Id="rId16" Type="http://schemas.openxmlformats.org/officeDocument/2006/relationships/image" Target="../media/image321.png"/><Relationship Id="rId20" Type="http://schemas.openxmlformats.org/officeDocument/2006/relationships/image" Target="../media/image325.png"/><Relationship Id="rId29" Type="http://schemas.openxmlformats.org/officeDocument/2006/relationships/image" Target="../media/image33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1.png"/><Relationship Id="rId11" Type="http://schemas.openxmlformats.org/officeDocument/2006/relationships/image" Target="../media/image316.svg"/><Relationship Id="rId24" Type="http://schemas.openxmlformats.org/officeDocument/2006/relationships/image" Target="../media/image329.png"/><Relationship Id="rId32" Type="http://schemas.openxmlformats.org/officeDocument/2006/relationships/image" Target="../media/image337.png"/><Relationship Id="rId5" Type="http://schemas.openxmlformats.org/officeDocument/2006/relationships/image" Target="../media/image310.svg"/><Relationship Id="rId15" Type="http://schemas.openxmlformats.org/officeDocument/2006/relationships/image" Target="../media/image320.svg"/><Relationship Id="rId23" Type="http://schemas.openxmlformats.org/officeDocument/2006/relationships/image" Target="../media/image328.svg"/><Relationship Id="rId28" Type="http://schemas.openxmlformats.org/officeDocument/2006/relationships/image" Target="../media/image333.png"/><Relationship Id="rId10" Type="http://schemas.openxmlformats.org/officeDocument/2006/relationships/image" Target="../media/image315.png"/><Relationship Id="rId19" Type="http://schemas.openxmlformats.org/officeDocument/2006/relationships/image" Target="../media/image324.svg"/><Relationship Id="rId31" Type="http://schemas.openxmlformats.org/officeDocument/2006/relationships/image" Target="../media/image336.svg"/><Relationship Id="rId4" Type="http://schemas.openxmlformats.org/officeDocument/2006/relationships/image" Target="../media/image309.png"/><Relationship Id="rId9" Type="http://schemas.openxmlformats.org/officeDocument/2006/relationships/image" Target="../media/image314.svg"/><Relationship Id="rId14" Type="http://schemas.openxmlformats.org/officeDocument/2006/relationships/image" Target="../media/image319.png"/><Relationship Id="rId22" Type="http://schemas.openxmlformats.org/officeDocument/2006/relationships/image" Target="../media/image327.png"/><Relationship Id="rId27" Type="http://schemas.openxmlformats.org/officeDocument/2006/relationships/image" Target="../media/image332.svg"/><Relationship Id="rId30" Type="http://schemas.openxmlformats.org/officeDocument/2006/relationships/image" Target="../media/image335.png"/><Relationship Id="rId35" Type="http://schemas.openxmlformats.org/officeDocument/2006/relationships/image" Target="../media/image340.svg"/><Relationship Id="rId8" Type="http://schemas.openxmlformats.org/officeDocument/2006/relationships/image" Target="../media/image31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2.svg"/><Relationship Id="rId18" Type="http://schemas.openxmlformats.org/officeDocument/2006/relationships/image" Target="../media/image357.png"/><Relationship Id="rId26" Type="http://schemas.openxmlformats.org/officeDocument/2006/relationships/image" Target="../media/image365.png"/><Relationship Id="rId21" Type="http://schemas.openxmlformats.org/officeDocument/2006/relationships/image" Target="../media/image360.svg"/><Relationship Id="rId34" Type="http://schemas.openxmlformats.org/officeDocument/2006/relationships/image" Target="../media/image373.png"/><Relationship Id="rId7" Type="http://schemas.openxmlformats.org/officeDocument/2006/relationships/image" Target="../media/image346.svg"/><Relationship Id="rId12" Type="http://schemas.openxmlformats.org/officeDocument/2006/relationships/image" Target="../media/image351.png"/><Relationship Id="rId17" Type="http://schemas.openxmlformats.org/officeDocument/2006/relationships/image" Target="../media/image356.svg"/><Relationship Id="rId25" Type="http://schemas.openxmlformats.org/officeDocument/2006/relationships/image" Target="../media/image364.svg"/><Relationship Id="rId33" Type="http://schemas.openxmlformats.org/officeDocument/2006/relationships/image" Target="../media/image372.svg"/><Relationship Id="rId2" Type="http://schemas.openxmlformats.org/officeDocument/2006/relationships/image" Target="../media/image341.png"/><Relationship Id="rId16" Type="http://schemas.openxmlformats.org/officeDocument/2006/relationships/image" Target="../media/image355.png"/><Relationship Id="rId20" Type="http://schemas.openxmlformats.org/officeDocument/2006/relationships/image" Target="../media/image359.png"/><Relationship Id="rId29" Type="http://schemas.openxmlformats.org/officeDocument/2006/relationships/image" Target="../media/image36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5.png"/><Relationship Id="rId11" Type="http://schemas.openxmlformats.org/officeDocument/2006/relationships/image" Target="../media/image350.svg"/><Relationship Id="rId24" Type="http://schemas.openxmlformats.org/officeDocument/2006/relationships/image" Target="../media/image363.png"/><Relationship Id="rId32" Type="http://schemas.openxmlformats.org/officeDocument/2006/relationships/image" Target="../media/image371.png"/><Relationship Id="rId37" Type="http://schemas.openxmlformats.org/officeDocument/2006/relationships/image" Target="../media/image376.svg"/><Relationship Id="rId5" Type="http://schemas.openxmlformats.org/officeDocument/2006/relationships/image" Target="../media/image344.svg"/><Relationship Id="rId15" Type="http://schemas.openxmlformats.org/officeDocument/2006/relationships/image" Target="../media/image354.svg"/><Relationship Id="rId23" Type="http://schemas.openxmlformats.org/officeDocument/2006/relationships/image" Target="../media/image362.svg"/><Relationship Id="rId28" Type="http://schemas.openxmlformats.org/officeDocument/2006/relationships/image" Target="../media/image367.png"/><Relationship Id="rId36" Type="http://schemas.openxmlformats.org/officeDocument/2006/relationships/image" Target="../media/image375.png"/><Relationship Id="rId10" Type="http://schemas.openxmlformats.org/officeDocument/2006/relationships/image" Target="../media/image349.png"/><Relationship Id="rId19" Type="http://schemas.openxmlformats.org/officeDocument/2006/relationships/image" Target="../media/image358.svg"/><Relationship Id="rId31" Type="http://schemas.openxmlformats.org/officeDocument/2006/relationships/image" Target="../media/image370.svg"/><Relationship Id="rId4" Type="http://schemas.openxmlformats.org/officeDocument/2006/relationships/image" Target="../media/image343.png"/><Relationship Id="rId9" Type="http://schemas.openxmlformats.org/officeDocument/2006/relationships/image" Target="../media/image348.svg"/><Relationship Id="rId14" Type="http://schemas.openxmlformats.org/officeDocument/2006/relationships/image" Target="../media/image353.png"/><Relationship Id="rId22" Type="http://schemas.openxmlformats.org/officeDocument/2006/relationships/image" Target="../media/image361.png"/><Relationship Id="rId27" Type="http://schemas.openxmlformats.org/officeDocument/2006/relationships/image" Target="../media/image366.svg"/><Relationship Id="rId30" Type="http://schemas.openxmlformats.org/officeDocument/2006/relationships/image" Target="../media/image369.png"/><Relationship Id="rId35" Type="http://schemas.openxmlformats.org/officeDocument/2006/relationships/image" Target="../media/image374.svg"/><Relationship Id="rId8" Type="http://schemas.openxmlformats.org/officeDocument/2006/relationships/image" Target="../media/image347.png"/><Relationship Id="rId3" Type="http://schemas.openxmlformats.org/officeDocument/2006/relationships/image" Target="../media/image342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8.svg"/><Relationship Id="rId18" Type="http://schemas.openxmlformats.org/officeDocument/2006/relationships/image" Target="../media/image393.png"/><Relationship Id="rId26" Type="http://schemas.openxmlformats.org/officeDocument/2006/relationships/image" Target="../media/image401.png"/><Relationship Id="rId39" Type="http://schemas.openxmlformats.org/officeDocument/2006/relationships/image" Target="../media/image414.svg"/><Relationship Id="rId21" Type="http://schemas.openxmlformats.org/officeDocument/2006/relationships/image" Target="../media/image396.svg"/><Relationship Id="rId34" Type="http://schemas.openxmlformats.org/officeDocument/2006/relationships/image" Target="../media/image409.png"/><Relationship Id="rId7" Type="http://schemas.openxmlformats.org/officeDocument/2006/relationships/image" Target="../media/image382.svg"/><Relationship Id="rId2" Type="http://schemas.openxmlformats.org/officeDocument/2006/relationships/image" Target="../media/image377.png"/><Relationship Id="rId16" Type="http://schemas.openxmlformats.org/officeDocument/2006/relationships/image" Target="../media/image391.png"/><Relationship Id="rId20" Type="http://schemas.openxmlformats.org/officeDocument/2006/relationships/image" Target="../media/image395.png"/><Relationship Id="rId29" Type="http://schemas.openxmlformats.org/officeDocument/2006/relationships/image" Target="../media/image404.svg"/><Relationship Id="rId41" Type="http://schemas.openxmlformats.org/officeDocument/2006/relationships/image" Target="../media/image416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81.png"/><Relationship Id="rId11" Type="http://schemas.openxmlformats.org/officeDocument/2006/relationships/image" Target="../media/image386.svg"/><Relationship Id="rId24" Type="http://schemas.openxmlformats.org/officeDocument/2006/relationships/image" Target="../media/image399.png"/><Relationship Id="rId32" Type="http://schemas.openxmlformats.org/officeDocument/2006/relationships/image" Target="../media/image407.png"/><Relationship Id="rId37" Type="http://schemas.openxmlformats.org/officeDocument/2006/relationships/image" Target="../media/image412.svg"/><Relationship Id="rId40" Type="http://schemas.openxmlformats.org/officeDocument/2006/relationships/image" Target="../media/image415.png"/><Relationship Id="rId5" Type="http://schemas.openxmlformats.org/officeDocument/2006/relationships/image" Target="../media/image380.svg"/><Relationship Id="rId15" Type="http://schemas.openxmlformats.org/officeDocument/2006/relationships/image" Target="../media/image390.svg"/><Relationship Id="rId23" Type="http://schemas.openxmlformats.org/officeDocument/2006/relationships/image" Target="../media/image398.svg"/><Relationship Id="rId28" Type="http://schemas.openxmlformats.org/officeDocument/2006/relationships/image" Target="../media/image403.png"/><Relationship Id="rId36" Type="http://schemas.openxmlformats.org/officeDocument/2006/relationships/image" Target="../media/image411.png"/><Relationship Id="rId10" Type="http://schemas.openxmlformats.org/officeDocument/2006/relationships/image" Target="../media/image385.png"/><Relationship Id="rId19" Type="http://schemas.openxmlformats.org/officeDocument/2006/relationships/image" Target="../media/image394.svg"/><Relationship Id="rId31" Type="http://schemas.openxmlformats.org/officeDocument/2006/relationships/image" Target="../media/image406.svg"/><Relationship Id="rId4" Type="http://schemas.openxmlformats.org/officeDocument/2006/relationships/image" Target="../media/image379.png"/><Relationship Id="rId9" Type="http://schemas.openxmlformats.org/officeDocument/2006/relationships/image" Target="../media/image384.svg"/><Relationship Id="rId14" Type="http://schemas.openxmlformats.org/officeDocument/2006/relationships/image" Target="../media/image389.png"/><Relationship Id="rId22" Type="http://schemas.openxmlformats.org/officeDocument/2006/relationships/image" Target="../media/image397.png"/><Relationship Id="rId27" Type="http://schemas.openxmlformats.org/officeDocument/2006/relationships/image" Target="../media/image402.svg"/><Relationship Id="rId30" Type="http://schemas.openxmlformats.org/officeDocument/2006/relationships/image" Target="../media/image405.png"/><Relationship Id="rId35" Type="http://schemas.openxmlformats.org/officeDocument/2006/relationships/image" Target="../media/image410.svg"/><Relationship Id="rId8" Type="http://schemas.openxmlformats.org/officeDocument/2006/relationships/image" Target="../media/image383.png"/><Relationship Id="rId3" Type="http://schemas.openxmlformats.org/officeDocument/2006/relationships/image" Target="../media/image378.svg"/><Relationship Id="rId12" Type="http://schemas.openxmlformats.org/officeDocument/2006/relationships/image" Target="../media/image387.png"/><Relationship Id="rId17" Type="http://schemas.openxmlformats.org/officeDocument/2006/relationships/image" Target="../media/image392.svg"/><Relationship Id="rId25" Type="http://schemas.openxmlformats.org/officeDocument/2006/relationships/image" Target="../media/image400.svg"/><Relationship Id="rId33" Type="http://schemas.openxmlformats.org/officeDocument/2006/relationships/image" Target="../media/image408.svg"/><Relationship Id="rId38" Type="http://schemas.openxmlformats.org/officeDocument/2006/relationships/image" Target="../media/image4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png"/><Relationship Id="rId13" Type="http://schemas.openxmlformats.org/officeDocument/2006/relationships/image" Target="../media/image428.svg"/><Relationship Id="rId18" Type="http://schemas.openxmlformats.org/officeDocument/2006/relationships/image" Target="../media/image433.png"/><Relationship Id="rId26" Type="http://schemas.openxmlformats.org/officeDocument/2006/relationships/image" Target="../media/image441.png"/><Relationship Id="rId3" Type="http://schemas.openxmlformats.org/officeDocument/2006/relationships/image" Target="../media/image418.svg"/><Relationship Id="rId21" Type="http://schemas.openxmlformats.org/officeDocument/2006/relationships/image" Target="../media/image436.svg"/><Relationship Id="rId7" Type="http://schemas.openxmlformats.org/officeDocument/2006/relationships/image" Target="../media/image422.svg"/><Relationship Id="rId12" Type="http://schemas.openxmlformats.org/officeDocument/2006/relationships/image" Target="../media/image427.png"/><Relationship Id="rId17" Type="http://schemas.openxmlformats.org/officeDocument/2006/relationships/image" Target="../media/image432.svg"/><Relationship Id="rId25" Type="http://schemas.openxmlformats.org/officeDocument/2006/relationships/image" Target="../media/image440.svg"/><Relationship Id="rId2" Type="http://schemas.openxmlformats.org/officeDocument/2006/relationships/image" Target="../media/image417.png"/><Relationship Id="rId16" Type="http://schemas.openxmlformats.org/officeDocument/2006/relationships/image" Target="../media/image431.png"/><Relationship Id="rId20" Type="http://schemas.openxmlformats.org/officeDocument/2006/relationships/image" Target="../media/image435.png"/><Relationship Id="rId29" Type="http://schemas.openxmlformats.org/officeDocument/2006/relationships/image" Target="../media/image44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1.png"/><Relationship Id="rId11" Type="http://schemas.openxmlformats.org/officeDocument/2006/relationships/image" Target="../media/image426.svg"/><Relationship Id="rId24" Type="http://schemas.openxmlformats.org/officeDocument/2006/relationships/image" Target="../media/image439.png"/><Relationship Id="rId5" Type="http://schemas.openxmlformats.org/officeDocument/2006/relationships/image" Target="../media/image420.svg"/><Relationship Id="rId15" Type="http://schemas.openxmlformats.org/officeDocument/2006/relationships/image" Target="../media/image430.svg"/><Relationship Id="rId23" Type="http://schemas.openxmlformats.org/officeDocument/2006/relationships/image" Target="../media/image438.svg"/><Relationship Id="rId28" Type="http://schemas.openxmlformats.org/officeDocument/2006/relationships/image" Target="../media/image443.png"/><Relationship Id="rId10" Type="http://schemas.openxmlformats.org/officeDocument/2006/relationships/image" Target="../media/image425.png"/><Relationship Id="rId19" Type="http://schemas.openxmlformats.org/officeDocument/2006/relationships/image" Target="../media/image434.svg"/><Relationship Id="rId31" Type="http://schemas.openxmlformats.org/officeDocument/2006/relationships/image" Target="../media/image446.svg"/><Relationship Id="rId4" Type="http://schemas.openxmlformats.org/officeDocument/2006/relationships/image" Target="../media/image419.png"/><Relationship Id="rId9" Type="http://schemas.openxmlformats.org/officeDocument/2006/relationships/image" Target="../media/image424.svg"/><Relationship Id="rId14" Type="http://schemas.openxmlformats.org/officeDocument/2006/relationships/image" Target="../media/image429.png"/><Relationship Id="rId22" Type="http://schemas.openxmlformats.org/officeDocument/2006/relationships/image" Target="../media/image437.png"/><Relationship Id="rId27" Type="http://schemas.openxmlformats.org/officeDocument/2006/relationships/image" Target="../media/image442.svg"/><Relationship Id="rId30" Type="http://schemas.openxmlformats.org/officeDocument/2006/relationships/image" Target="../media/image445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8.svg"/><Relationship Id="rId18" Type="http://schemas.openxmlformats.org/officeDocument/2006/relationships/image" Target="../media/image463.png"/><Relationship Id="rId26" Type="http://schemas.openxmlformats.org/officeDocument/2006/relationships/image" Target="../media/image471.png"/><Relationship Id="rId39" Type="http://schemas.openxmlformats.org/officeDocument/2006/relationships/image" Target="../media/image484.png"/><Relationship Id="rId21" Type="http://schemas.openxmlformats.org/officeDocument/2006/relationships/image" Target="../media/image466.svg"/><Relationship Id="rId34" Type="http://schemas.openxmlformats.org/officeDocument/2006/relationships/image" Target="../media/image479.png"/><Relationship Id="rId42" Type="http://schemas.openxmlformats.org/officeDocument/2006/relationships/image" Target="../media/image487.svg"/><Relationship Id="rId7" Type="http://schemas.openxmlformats.org/officeDocument/2006/relationships/image" Target="../media/image452.svg"/><Relationship Id="rId2" Type="http://schemas.openxmlformats.org/officeDocument/2006/relationships/image" Target="../media/image447.png"/><Relationship Id="rId16" Type="http://schemas.openxmlformats.org/officeDocument/2006/relationships/image" Target="../media/image461.png"/><Relationship Id="rId20" Type="http://schemas.openxmlformats.org/officeDocument/2006/relationships/image" Target="../media/image465.png"/><Relationship Id="rId29" Type="http://schemas.openxmlformats.org/officeDocument/2006/relationships/image" Target="../media/image474.svg"/><Relationship Id="rId41" Type="http://schemas.openxmlformats.org/officeDocument/2006/relationships/image" Target="../media/image4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1.png"/><Relationship Id="rId11" Type="http://schemas.openxmlformats.org/officeDocument/2006/relationships/image" Target="../media/image456.svg"/><Relationship Id="rId24" Type="http://schemas.openxmlformats.org/officeDocument/2006/relationships/image" Target="../media/image469.png"/><Relationship Id="rId32" Type="http://schemas.openxmlformats.org/officeDocument/2006/relationships/image" Target="../media/image477.png"/><Relationship Id="rId37" Type="http://schemas.openxmlformats.org/officeDocument/2006/relationships/image" Target="../media/image482.png"/><Relationship Id="rId40" Type="http://schemas.openxmlformats.org/officeDocument/2006/relationships/image" Target="../media/image485.svg"/><Relationship Id="rId5" Type="http://schemas.openxmlformats.org/officeDocument/2006/relationships/image" Target="../media/image450.svg"/><Relationship Id="rId15" Type="http://schemas.openxmlformats.org/officeDocument/2006/relationships/image" Target="../media/image460.svg"/><Relationship Id="rId23" Type="http://schemas.openxmlformats.org/officeDocument/2006/relationships/image" Target="../media/image468.svg"/><Relationship Id="rId28" Type="http://schemas.openxmlformats.org/officeDocument/2006/relationships/image" Target="../media/image473.png"/><Relationship Id="rId36" Type="http://schemas.openxmlformats.org/officeDocument/2006/relationships/image" Target="../media/image481.emf"/><Relationship Id="rId10" Type="http://schemas.openxmlformats.org/officeDocument/2006/relationships/image" Target="../media/image455.png"/><Relationship Id="rId19" Type="http://schemas.openxmlformats.org/officeDocument/2006/relationships/image" Target="../media/image464.svg"/><Relationship Id="rId31" Type="http://schemas.openxmlformats.org/officeDocument/2006/relationships/image" Target="../media/image476.svg"/><Relationship Id="rId4" Type="http://schemas.openxmlformats.org/officeDocument/2006/relationships/image" Target="../media/image449.png"/><Relationship Id="rId9" Type="http://schemas.openxmlformats.org/officeDocument/2006/relationships/image" Target="../media/image454.svg"/><Relationship Id="rId14" Type="http://schemas.openxmlformats.org/officeDocument/2006/relationships/image" Target="../media/image459.png"/><Relationship Id="rId22" Type="http://schemas.openxmlformats.org/officeDocument/2006/relationships/image" Target="../media/image467.png"/><Relationship Id="rId27" Type="http://schemas.openxmlformats.org/officeDocument/2006/relationships/image" Target="../media/image472.svg"/><Relationship Id="rId30" Type="http://schemas.openxmlformats.org/officeDocument/2006/relationships/image" Target="../media/image475.png"/><Relationship Id="rId35" Type="http://schemas.openxmlformats.org/officeDocument/2006/relationships/image" Target="../media/image480.svg"/><Relationship Id="rId8" Type="http://schemas.openxmlformats.org/officeDocument/2006/relationships/image" Target="../media/image453.png"/><Relationship Id="rId3" Type="http://schemas.openxmlformats.org/officeDocument/2006/relationships/image" Target="../media/image448.svg"/><Relationship Id="rId12" Type="http://schemas.openxmlformats.org/officeDocument/2006/relationships/image" Target="../media/image457.png"/><Relationship Id="rId17" Type="http://schemas.openxmlformats.org/officeDocument/2006/relationships/image" Target="../media/image462.svg"/><Relationship Id="rId25" Type="http://schemas.openxmlformats.org/officeDocument/2006/relationships/image" Target="../media/image470.svg"/><Relationship Id="rId33" Type="http://schemas.openxmlformats.org/officeDocument/2006/relationships/image" Target="../media/image478.svg"/><Relationship Id="rId38" Type="http://schemas.openxmlformats.org/officeDocument/2006/relationships/image" Target="../media/image483.sv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9.svg"/><Relationship Id="rId18" Type="http://schemas.openxmlformats.org/officeDocument/2006/relationships/image" Target="../media/image504.png"/><Relationship Id="rId26" Type="http://schemas.openxmlformats.org/officeDocument/2006/relationships/image" Target="../media/image512.png"/><Relationship Id="rId39" Type="http://schemas.openxmlformats.org/officeDocument/2006/relationships/image" Target="../media/image525.svg"/><Relationship Id="rId21" Type="http://schemas.openxmlformats.org/officeDocument/2006/relationships/image" Target="../media/image507.svg"/><Relationship Id="rId34" Type="http://schemas.openxmlformats.org/officeDocument/2006/relationships/image" Target="../media/image520.png"/><Relationship Id="rId42" Type="http://schemas.openxmlformats.org/officeDocument/2006/relationships/image" Target="../media/image528.png"/><Relationship Id="rId7" Type="http://schemas.openxmlformats.org/officeDocument/2006/relationships/image" Target="../media/image493.svg"/><Relationship Id="rId2" Type="http://schemas.openxmlformats.org/officeDocument/2006/relationships/image" Target="../media/image488.png"/><Relationship Id="rId16" Type="http://schemas.openxmlformats.org/officeDocument/2006/relationships/image" Target="../media/image502.png"/><Relationship Id="rId20" Type="http://schemas.openxmlformats.org/officeDocument/2006/relationships/image" Target="../media/image506.png"/><Relationship Id="rId29" Type="http://schemas.openxmlformats.org/officeDocument/2006/relationships/image" Target="../media/image515.svg"/><Relationship Id="rId41" Type="http://schemas.openxmlformats.org/officeDocument/2006/relationships/image" Target="../media/image527.sv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92.png"/><Relationship Id="rId11" Type="http://schemas.openxmlformats.org/officeDocument/2006/relationships/image" Target="../media/image497.svg"/><Relationship Id="rId24" Type="http://schemas.openxmlformats.org/officeDocument/2006/relationships/image" Target="../media/image510.png"/><Relationship Id="rId32" Type="http://schemas.openxmlformats.org/officeDocument/2006/relationships/image" Target="../media/image518.png"/><Relationship Id="rId37" Type="http://schemas.openxmlformats.org/officeDocument/2006/relationships/image" Target="../media/image523.svg"/><Relationship Id="rId40" Type="http://schemas.openxmlformats.org/officeDocument/2006/relationships/image" Target="../media/image526.png"/><Relationship Id="rId5" Type="http://schemas.openxmlformats.org/officeDocument/2006/relationships/image" Target="../media/image491.svg"/><Relationship Id="rId15" Type="http://schemas.openxmlformats.org/officeDocument/2006/relationships/image" Target="../media/image501.svg"/><Relationship Id="rId23" Type="http://schemas.openxmlformats.org/officeDocument/2006/relationships/image" Target="../media/image509.svg"/><Relationship Id="rId28" Type="http://schemas.openxmlformats.org/officeDocument/2006/relationships/image" Target="../media/image514.png"/><Relationship Id="rId36" Type="http://schemas.openxmlformats.org/officeDocument/2006/relationships/image" Target="../media/image522.png"/><Relationship Id="rId10" Type="http://schemas.openxmlformats.org/officeDocument/2006/relationships/image" Target="../media/image496.png"/><Relationship Id="rId19" Type="http://schemas.openxmlformats.org/officeDocument/2006/relationships/image" Target="../media/image505.svg"/><Relationship Id="rId31" Type="http://schemas.openxmlformats.org/officeDocument/2006/relationships/image" Target="../media/image517.svg"/><Relationship Id="rId4" Type="http://schemas.openxmlformats.org/officeDocument/2006/relationships/image" Target="../media/image490.png"/><Relationship Id="rId9" Type="http://schemas.openxmlformats.org/officeDocument/2006/relationships/image" Target="../media/image495.svg"/><Relationship Id="rId14" Type="http://schemas.openxmlformats.org/officeDocument/2006/relationships/image" Target="../media/image500.png"/><Relationship Id="rId22" Type="http://schemas.openxmlformats.org/officeDocument/2006/relationships/image" Target="../media/image508.png"/><Relationship Id="rId27" Type="http://schemas.openxmlformats.org/officeDocument/2006/relationships/image" Target="../media/image513.svg"/><Relationship Id="rId30" Type="http://schemas.openxmlformats.org/officeDocument/2006/relationships/image" Target="../media/image516.png"/><Relationship Id="rId35" Type="http://schemas.openxmlformats.org/officeDocument/2006/relationships/image" Target="../media/image521.svg"/><Relationship Id="rId43" Type="http://schemas.openxmlformats.org/officeDocument/2006/relationships/image" Target="../media/image529.svg"/><Relationship Id="rId8" Type="http://schemas.openxmlformats.org/officeDocument/2006/relationships/image" Target="../media/image494.png"/><Relationship Id="rId3" Type="http://schemas.openxmlformats.org/officeDocument/2006/relationships/image" Target="../media/image489.svg"/><Relationship Id="rId12" Type="http://schemas.openxmlformats.org/officeDocument/2006/relationships/image" Target="../media/image498.png"/><Relationship Id="rId17" Type="http://schemas.openxmlformats.org/officeDocument/2006/relationships/image" Target="../media/image503.svg"/><Relationship Id="rId25" Type="http://schemas.openxmlformats.org/officeDocument/2006/relationships/image" Target="../media/image511.svg"/><Relationship Id="rId33" Type="http://schemas.openxmlformats.org/officeDocument/2006/relationships/image" Target="../media/image519.svg"/><Relationship Id="rId38" Type="http://schemas.openxmlformats.org/officeDocument/2006/relationships/image" Target="../media/image524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1.svg"/><Relationship Id="rId18" Type="http://schemas.openxmlformats.org/officeDocument/2006/relationships/image" Target="../media/image546.png"/><Relationship Id="rId26" Type="http://schemas.openxmlformats.org/officeDocument/2006/relationships/image" Target="../media/image554.png"/><Relationship Id="rId3" Type="http://schemas.openxmlformats.org/officeDocument/2006/relationships/image" Target="../media/image531.svg"/><Relationship Id="rId21" Type="http://schemas.openxmlformats.org/officeDocument/2006/relationships/image" Target="../media/image549.svg"/><Relationship Id="rId34" Type="http://schemas.openxmlformats.org/officeDocument/2006/relationships/image" Target="../media/image562.png"/><Relationship Id="rId7" Type="http://schemas.openxmlformats.org/officeDocument/2006/relationships/image" Target="../media/image535.svg"/><Relationship Id="rId12" Type="http://schemas.openxmlformats.org/officeDocument/2006/relationships/image" Target="../media/image540.png"/><Relationship Id="rId17" Type="http://schemas.openxmlformats.org/officeDocument/2006/relationships/image" Target="../media/image545.svg"/><Relationship Id="rId25" Type="http://schemas.openxmlformats.org/officeDocument/2006/relationships/image" Target="../media/image553.svg"/><Relationship Id="rId33" Type="http://schemas.openxmlformats.org/officeDocument/2006/relationships/image" Target="../media/image561.svg"/><Relationship Id="rId2" Type="http://schemas.openxmlformats.org/officeDocument/2006/relationships/image" Target="../media/image530.png"/><Relationship Id="rId16" Type="http://schemas.openxmlformats.org/officeDocument/2006/relationships/image" Target="../media/image544.png"/><Relationship Id="rId20" Type="http://schemas.openxmlformats.org/officeDocument/2006/relationships/image" Target="../media/image548.png"/><Relationship Id="rId29" Type="http://schemas.openxmlformats.org/officeDocument/2006/relationships/image" Target="../media/image55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4.png"/><Relationship Id="rId11" Type="http://schemas.openxmlformats.org/officeDocument/2006/relationships/image" Target="../media/image539.svg"/><Relationship Id="rId24" Type="http://schemas.openxmlformats.org/officeDocument/2006/relationships/image" Target="../media/image552.png"/><Relationship Id="rId32" Type="http://schemas.openxmlformats.org/officeDocument/2006/relationships/image" Target="../media/image560.png"/><Relationship Id="rId5" Type="http://schemas.openxmlformats.org/officeDocument/2006/relationships/image" Target="../media/image533.svg"/><Relationship Id="rId15" Type="http://schemas.openxmlformats.org/officeDocument/2006/relationships/image" Target="../media/image543.svg"/><Relationship Id="rId23" Type="http://schemas.openxmlformats.org/officeDocument/2006/relationships/image" Target="../media/image551.svg"/><Relationship Id="rId28" Type="http://schemas.openxmlformats.org/officeDocument/2006/relationships/image" Target="../media/image556.png"/><Relationship Id="rId10" Type="http://schemas.openxmlformats.org/officeDocument/2006/relationships/image" Target="../media/image538.png"/><Relationship Id="rId19" Type="http://schemas.openxmlformats.org/officeDocument/2006/relationships/image" Target="../media/image547.svg"/><Relationship Id="rId31" Type="http://schemas.openxmlformats.org/officeDocument/2006/relationships/image" Target="../media/image559.svg"/><Relationship Id="rId4" Type="http://schemas.openxmlformats.org/officeDocument/2006/relationships/image" Target="../media/image532.png"/><Relationship Id="rId9" Type="http://schemas.openxmlformats.org/officeDocument/2006/relationships/image" Target="../media/image537.svg"/><Relationship Id="rId14" Type="http://schemas.openxmlformats.org/officeDocument/2006/relationships/image" Target="../media/image542.png"/><Relationship Id="rId22" Type="http://schemas.openxmlformats.org/officeDocument/2006/relationships/image" Target="../media/image550.png"/><Relationship Id="rId27" Type="http://schemas.openxmlformats.org/officeDocument/2006/relationships/image" Target="../media/image555.svg"/><Relationship Id="rId30" Type="http://schemas.openxmlformats.org/officeDocument/2006/relationships/image" Target="../media/image558.png"/><Relationship Id="rId35" Type="http://schemas.openxmlformats.org/officeDocument/2006/relationships/image" Target="../media/image563.svg"/><Relationship Id="rId8" Type="http://schemas.openxmlformats.org/officeDocument/2006/relationships/image" Target="../media/image5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575.svg"/><Relationship Id="rId3" Type="http://schemas.openxmlformats.org/officeDocument/2006/relationships/image" Target="../media/image565.svg"/><Relationship Id="rId7" Type="http://schemas.openxmlformats.org/officeDocument/2006/relationships/image" Target="../media/image569.svg"/><Relationship Id="rId12" Type="http://schemas.openxmlformats.org/officeDocument/2006/relationships/image" Target="../media/image574.png"/><Relationship Id="rId2" Type="http://schemas.openxmlformats.org/officeDocument/2006/relationships/image" Target="../media/image5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8.png"/><Relationship Id="rId11" Type="http://schemas.openxmlformats.org/officeDocument/2006/relationships/image" Target="../media/image573.svg"/><Relationship Id="rId5" Type="http://schemas.openxmlformats.org/officeDocument/2006/relationships/image" Target="../media/image567.svg"/><Relationship Id="rId15" Type="http://schemas.openxmlformats.org/officeDocument/2006/relationships/image" Target="../media/image577.svg"/><Relationship Id="rId10" Type="http://schemas.openxmlformats.org/officeDocument/2006/relationships/image" Target="../media/image572.png"/><Relationship Id="rId4" Type="http://schemas.openxmlformats.org/officeDocument/2006/relationships/image" Target="../media/image566.png"/><Relationship Id="rId9" Type="http://schemas.openxmlformats.org/officeDocument/2006/relationships/image" Target="../media/image571.svg"/><Relationship Id="rId14" Type="http://schemas.openxmlformats.org/officeDocument/2006/relationships/image" Target="../media/image57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19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2EDD43C-C991-DD45-8651-88D1870A3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1364" y="1193800"/>
            <a:ext cx="1219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85B92FC-4303-8843-9540-3F22828AC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079" y="1193800"/>
            <a:ext cx="1219200" cy="121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A3F8373-E121-A940-AA7A-73CE23B563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3496" y="1193800"/>
            <a:ext cx="1219200" cy="1219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FEF3EE0-CBD1-FB4A-BBAA-84568EE4D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529" y="4392803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56A337-D501-2444-9F40-8D859E3348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94520" y="2812212"/>
            <a:ext cx="1219200" cy="1219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9825407-A5D4-664F-B2F4-BE35D64EC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8419" y="2812212"/>
            <a:ext cx="1219200" cy="1219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A5CED25-72BB-014A-855F-B7C9917BA9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12103" y="2813869"/>
            <a:ext cx="1219200" cy="12192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F20A3D9-0F00-DC40-A84A-FA640BC1C6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99487" y="1193800"/>
            <a:ext cx="1219200" cy="12192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D170F62-3682-BE4B-BDF4-289C040533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92232" y="2819400"/>
            <a:ext cx="1219200" cy="12192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C4E41DE8-9992-9B46-BA6E-2F37735085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71899" y="1193800"/>
            <a:ext cx="1219200" cy="1219200"/>
          </a:xfrm>
          <a:prstGeom prst="rect">
            <a:avLst/>
          </a:prstGeom>
        </p:spPr>
      </p:pic>
      <p:pic>
        <p:nvPicPr>
          <p:cNvPr id="218" name="Graphic 217">
            <a:extLst>
              <a:ext uri="{FF2B5EF4-FFF2-40B4-BE49-F238E27FC236}">
                <a16:creationId xmlns:a16="http://schemas.microsoft.com/office/drawing/2014/main" id="{0A930CC3-6A1A-E145-8857-1D8992A9398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54120" y="4459368"/>
            <a:ext cx="1219200" cy="1219200"/>
          </a:xfrm>
          <a:prstGeom prst="rect">
            <a:avLst/>
          </a:prstGeom>
        </p:spPr>
      </p:pic>
      <p:pic>
        <p:nvPicPr>
          <p:cNvPr id="224" name="Graphic 223" descr="Building, Company; Two buildings">
            <a:extLst>
              <a:ext uri="{FF2B5EF4-FFF2-40B4-BE49-F238E27FC236}">
                <a16:creationId xmlns:a16="http://schemas.microsoft.com/office/drawing/2014/main" id="{6EA3DC01-CBF4-A342-BDBD-4E592333CDD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7820" y="1193800"/>
            <a:ext cx="1219200" cy="1219200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97807C14-8903-9344-BFF0-0448BB7B74A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95913" y="1193800"/>
            <a:ext cx="1219200" cy="1219200"/>
          </a:xfrm>
          <a:prstGeom prst="rect">
            <a:avLst/>
          </a:prstGeom>
        </p:spPr>
      </p:pic>
      <p:pic>
        <p:nvPicPr>
          <p:cNvPr id="260" name="Graphic 259">
            <a:extLst>
              <a:ext uri="{FF2B5EF4-FFF2-40B4-BE49-F238E27FC236}">
                <a16:creationId xmlns:a16="http://schemas.microsoft.com/office/drawing/2014/main" id="{EC80AFE4-B483-C540-9AEB-903ECE34253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7820" y="2808816"/>
            <a:ext cx="1219200" cy="1219200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9E3B69FB-9C42-F349-95CF-BDD27A70ACB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54731" y="4539516"/>
            <a:ext cx="1219200" cy="1219200"/>
          </a:xfrm>
          <a:prstGeom prst="rect">
            <a:avLst/>
          </a:prstGeom>
        </p:spPr>
      </p:pic>
      <p:pic>
        <p:nvPicPr>
          <p:cNvPr id="262" name="Graphic 261">
            <a:extLst>
              <a:ext uri="{FF2B5EF4-FFF2-40B4-BE49-F238E27FC236}">
                <a16:creationId xmlns:a16="http://schemas.microsoft.com/office/drawing/2014/main" id="{D63E41BC-069E-4348-BF06-187F3C523FC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350548" y="4539487"/>
            <a:ext cx="1219200" cy="12192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2E0913B-D073-6E4C-ADB6-B6DD33A0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Buildings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E60B91-F5D4-AD48-8A3C-A46231D6BD38}"/>
              </a:ext>
            </a:extLst>
          </p:cNvPr>
          <p:cNvSpPr txBox="1"/>
          <p:nvPr/>
        </p:nvSpPr>
        <p:spPr>
          <a:xfrm>
            <a:off x="713493" y="2427162"/>
            <a:ext cx="13184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Building / Company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F16F3E-A602-8C45-AE42-F2FF9E745AE0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Financial building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FAA2A9-E9A2-F342-8A83-DD42E2565EEF}"/>
              </a:ext>
            </a:extLst>
          </p:cNvPr>
          <p:cNvSpPr txBox="1"/>
          <p:nvPr/>
        </p:nvSpPr>
        <p:spPr>
          <a:xfrm>
            <a:off x="768936" y="4098076"/>
            <a:ext cx="1207547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Company intruder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94D36A-01B1-CE4D-B479-97B0F01D1EF8}"/>
              </a:ext>
            </a:extLst>
          </p:cNvPr>
          <p:cNvSpPr txBox="1"/>
          <p:nvPr/>
        </p:nvSpPr>
        <p:spPr>
          <a:xfrm>
            <a:off x="3849322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32E659-53F6-0543-89C4-D7CE9846D6EF}"/>
              </a:ext>
            </a:extLst>
          </p:cNvPr>
          <p:cNvSpPr txBox="1"/>
          <p:nvPr/>
        </p:nvSpPr>
        <p:spPr>
          <a:xfrm>
            <a:off x="2317037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B1AB22-6EE7-6347-9C1B-2F1FA2104B42}"/>
              </a:ext>
            </a:extLst>
          </p:cNvPr>
          <p:cNvSpPr txBox="1"/>
          <p:nvPr/>
        </p:nvSpPr>
        <p:spPr>
          <a:xfrm>
            <a:off x="5258643" y="5724331"/>
            <a:ext cx="141137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 security check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66211D-4D54-0847-9EBE-A8A8ED57F7DB}"/>
              </a:ext>
            </a:extLst>
          </p:cNvPr>
          <p:cNvSpPr txBox="1"/>
          <p:nvPr/>
        </p:nvSpPr>
        <p:spPr>
          <a:xfrm>
            <a:off x="8435093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 alert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3851C6-9A8D-F742-BB1D-40F6F63E1CE6}"/>
              </a:ext>
            </a:extLst>
          </p:cNvPr>
          <p:cNvSpPr txBox="1"/>
          <p:nvPr/>
        </p:nvSpPr>
        <p:spPr>
          <a:xfrm>
            <a:off x="5180741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 security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02F1AF-8D17-1043-8164-6FEBA2F8EEBA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Building security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586759-5E32-E145-A85B-077872AAAEFB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Company attack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2A7884-3894-6345-90BE-703CE97A927C}"/>
              </a:ext>
            </a:extLst>
          </p:cNvPr>
          <p:cNvSpPr txBox="1"/>
          <p:nvPr/>
        </p:nvSpPr>
        <p:spPr>
          <a:xfrm>
            <a:off x="6787251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 security check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6BB70E-6687-5849-B735-AA5336EFA7C6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Company visibility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936A70-0586-624E-A969-2D65B380298C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Energy company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76E6FB-56BC-174D-A228-399D23D3084E}"/>
              </a:ext>
            </a:extLst>
          </p:cNvPr>
          <p:cNvSpPr txBox="1"/>
          <p:nvPr/>
        </p:nvSpPr>
        <p:spPr>
          <a:xfrm>
            <a:off x="8339806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 system config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6C65C26-26DD-1E4D-92CB-BDC296B0FFA0}"/>
              </a:ext>
            </a:extLst>
          </p:cNvPr>
          <p:cNvSpPr txBox="1"/>
          <p:nvPr/>
        </p:nvSpPr>
        <p:spPr>
          <a:xfrm>
            <a:off x="751496" y="568305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 attack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ED3D5E-C342-4241-9776-C724308D0A69}"/>
              </a:ext>
            </a:extLst>
          </p:cNvPr>
          <p:cNvSpPr txBox="1"/>
          <p:nvPr/>
        </p:nvSpPr>
        <p:spPr>
          <a:xfrm>
            <a:off x="992839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Canadian company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77EB342-0A12-7443-86E4-BEE6D4D998A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803236" y="4459368"/>
            <a:ext cx="1219200" cy="12192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291D7E3-BA75-D744-823C-52E093EE38BF}"/>
              </a:ext>
            </a:extLst>
          </p:cNvPr>
          <p:cNvSpPr txBox="1"/>
          <p:nvPr/>
        </p:nvSpPr>
        <p:spPr>
          <a:xfrm>
            <a:off x="3866153" y="5724331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 security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982304FF-AF09-B64C-A562-07C536499B3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6890699" y="4459368"/>
            <a:ext cx="1219200" cy="1219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6074503-2DBE-5D41-AB16-2F55D07921FD}"/>
              </a:ext>
            </a:extLst>
          </p:cNvPr>
          <p:cNvSpPr txBox="1"/>
          <p:nvPr/>
        </p:nvSpPr>
        <p:spPr>
          <a:xfrm>
            <a:off x="6827121" y="5724331"/>
            <a:ext cx="1358011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 system config</a:t>
            </a: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1005902D-3371-2748-B228-0C52FE9E4AC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9928739" y="4459368"/>
            <a:ext cx="1219200" cy="12192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258C1C8-4BBA-8547-90C1-3A56A7AE9ECA}"/>
              </a:ext>
            </a:extLst>
          </p:cNvPr>
          <p:cNvSpPr txBox="1"/>
          <p:nvPr/>
        </p:nvSpPr>
        <p:spPr>
          <a:xfrm>
            <a:off x="9865161" y="5724332"/>
            <a:ext cx="1358011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Hospital attack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2380000E-E822-5D4B-8FBC-C1F2B31D938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9921677" y="2808593"/>
            <a:ext cx="1219200" cy="1219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02F08A1-AE66-704A-8C0D-BA581F30B32C}"/>
              </a:ext>
            </a:extLst>
          </p:cNvPr>
          <p:cNvSpPr txBox="1"/>
          <p:nvPr/>
        </p:nvSpPr>
        <p:spPr>
          <a:xfrm>
            <a:off x="9885644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Factory alert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CE513A26-D394-5042-B68B-351712746FF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64004" y="2808593"/>
            <a:ext cx="1219200" cy="12192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68CE25D-B6F2-8D45-A19B-DBAD59BA2215}"/>
              </a:ext>
            </a:extLst>
          </p:cNvPr>
          <p:cNvSpPr txBox="1"/>
          <p:nvPr/>
        </p:nvSpPr>
        <p:spPr>
          <a:xfrm>
            <a:off x="2357670" y="4098812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 building</a:t>
            </a:r>
          </a:p>
        </p:txBody>
      </p:sp>
    </p:spTree>
    <p:extLst>
      <p:ext uri="{BB962C8B-B14F-4D97-AF65-F5344CB8AC3E}">
        <p14:creationId xmlns:p14="http://schemas.microsoft.com/office/powerpoint/2010/main" val="366040540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Business &amp; Management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86FF2B6-B12A-394A-A136-E09FE46F0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9597" y="2795320"/>
            <a:ext cx="1219200" cy="12192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5295620-7D50-4043-B14E-AAD69DDE1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2780" y="1204323"/>
            <a:ext cx="1219200" cy="121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FD29ED0-6285-C141-AECD-CD843CD20E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25072" y="7074916"/>
            <a:ext cx="609600" cy="609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AD3AF86-B319-3940-AFB0-55559AD337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841" y="1204323"/>
            <a:ext cx="1219200" cy="1219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7BF55-B7E7-B548-B6B1-66C356F080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3508" y="1204323"/>
            <a:ext cx="1219200" cy="1219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DB85DA8-6624-304B-967A-50EFE71F93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30047" y="2795320"/>
            <a:ext cx="1219200" cy="12192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C4517B7-5B98-2147-B1AC-CD4B0D2328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83325" y="1204323"/>
            <a:ext cx="1219200" cy="1219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A18BCCD-F0EA-0D41-B6C5-4E521DC744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53181" y="2796363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8673498-9866-D940-B0C4-6065324552C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33523" y="4548816"/>
            <a:ext cx="1219200" cy="12192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2CB743E-B58C-734F-857A-F2186EE04FF6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Briefcase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17CA68-EF38-ED40-A12B-BE6500C41186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Toolbox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1BA3F1-0BCE-234D-8F88-B865E09BE231}"/>
              </a:ext>
            </a:extLst>
          </p:cNvPr>
          <p:cNvSpPr txBox="1"/>
          <p:nvPr/>
        </p:nvSpPr>
        <p:spPr>
          <a:xfrm>
            <a:off x="2368298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Justice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D54E94-471E-1A42-A7ED-10A63368EB7B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Education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32B2F6-2063-D348-B64A-DA218D1A58FC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Interactive tools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88ED4E-A88E-1E40-AF96-2C07195E7384}"/>
              </a:ext>
            </a:extLst>
          </p:cNvPr>
          <p:cNvSpPr txBox="1"/>
          <p:nvPr/>
        </p:nvSpPr>
        <p:spPr>
          <a:xfrm>
            <a:off x="5321246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Flag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99DDAD-6348-FA42-A0A0-40AB8648A9B3}"/>
              </a:ext>
            </a:extLst>
          </p:cNvPr>
          <p:cNvSpPr txBox="1"/>
          <p:nvPr/>
        </p:nvSpPr>
        <p:spPr>
          <a:xfrm>
            <a:off x="2283504" y="585234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Consumer goods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79A466-AB5C-0346-807B-B3F101E2B8E1}"/>
              </a:ext>
            </a:extLst>
          </p:cNvPr>
          <p:cNvSpPr txBox="1"/>
          <p:nvPr/>
        </p:nvSpPr>
        <p:spPr>
          <a:xfrm>
            <a:off x="533374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Handshake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903A82D9-D402-4943-8532-B7ADBBEA296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58983" y="1204323"/>
            <a:ext cx="1219200" cy="1219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263BF4A-9D16-CD4F-A637-E329191B83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58983" y="2792521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771075E-9E26-8C45-91C7-C78013797A3E}"/>
              </a:ext>
            </a:extLst>
          </p:cNvPr>
          <p:cNvSpPr txBox="1"/>
          <p:nvPr/>
        </p:nvSpPr>
        <p:spPr>
          <a:xfrm>
            <a:off x="6897305" y="4065479"/>
            <a:ext cx="1342555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Personal Network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4B584F64-1B8A-C841-8DA7-41A8CFB05D7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0841" y="4549479"/>
            <a:ext cx="1219200" cy="1219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6275E56-93E0-A048-B70E-125C23AC7F47}"/>
              </a:ext>
            </a:extLst>
          </p:cNvPr>
          <p:cNvSpPr txBox="1"/>
          <p:nvPr/>
        </p:nvSpPr>
        <p:spPr>
          <a:xfrm>
            <a:off x="676804" y="5774821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Shopping cart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5327BF-8EED-9644-8422-3E18EDE3DB41}"/>
              </a:ext>
            </a:extLst>
          </p:cNvPr>
          <p:cNvSpPr txBox="1"/>
          <p:nvPr/>
        </p:nvSpPr>
        <p:spPr>
          <a:xfrm>
            <a:off x="6911231" y="242352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Non-profit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B0D34813-E81E-5040-8EBA-D0B83CDADD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93595" y="1204323"/>
            <a:ext cx="1219200" cy="1219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553E8CA-2EBC-D84E-8A9E-ED690649727F}"/>
              </a:ext>
            </a:extLst>
          </p:cNvPr>
          <p:cNvSpPr txBox="1"/>
          <p:nvPr/>
        </p:nvSpPr>
        <p:spPr>
          <a:xfrm>
            <a:off x="8448703" y="243968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Healthcare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C30272-A52F-B543-BA20-48EC5969CC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2237" y="2801551"/>
            <a:ext cx="1219200" cy="1219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DB993C-CB3B-C642-88E3-C36140932CD6}"/>
              </a:ext>
            </a:extLst>
          </p:cNvPr>
          <p:cNvSpPr txBox="1"/>
          <p:nvPr/>
        </p:nvSpPr>
        <p:spPr>
          <a:xfrm>
            <a:off x="676590" y="408993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News media</a:t>
            </a:r>
          </a:p>
        </p:txBody>
      </p:sp>
    </p:spTree>
    <p:extLst>
      <p:ext uri="{BB962C8B-B14F-4D97-AF65-F5344CB8AC3E}">
        <p14:creationId xmlns:p14="http://schemas.microsoft.com/office/powerpoint/2010/main" val="32648665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Date &amp; Time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E6CE51C5-E675-624C-A3EB-844105240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4935" y="1207961"/>
            <a:ext cx="1219200" cy="1219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1410D60-4590-7E41-804A-67E6F4985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9181" y="1207961"/>
            <a:ext cx="1219200" cy="12192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5FF418A-CB97-8941-BDEA-85909A9AC2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8472" y="1166461"/>
            <a:ext cx="1219200" cy="12192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E42266D-A13D-164C-BC7C-EB80613BA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78676" y="1207961"/>
            <a:ext cx="1219200" cy="12192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0D49045-A663-6941-8CD9-2DA6231CA5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2835" y="1207961"/>
            <a:ext cx="1219200" cy="1219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548E0E6-CA06-B04F-8F0F-3383A8A500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7967" y="1207961"/>
            <a:ext cx="1219200" cy="1219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B5F674-5346-0340-9C8B-4CA243376897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Empty calendar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640028-35A5-C142-8311-FE657B707B2A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Calendar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13DC69-57B7-854F-9647-E786E53FFB54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Zero Day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66A0F7-956A-A34C-BFC6-CF034829FEF2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7036E6-D05B-B64B-BBFA-55548E76BEBC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Time cycle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319E4C-A9A6-CB43-A02C-9A30753E04CE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Personal time</a:t>
            </a:r>
          </a:p>
        </p:txBody>
      </p:sp>
    </p:spTree>
    <p:extLst>
      <p:ext uri="{BB962C8B-B14F-4D97-AF65-F5344CB8AC3E}">
        <p14:creationId xmlns:p14="http://schemas.microsoft.com/office/powerpoint/2010/main" val="2290834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F095BDAE-0891-CE4B-A241-C796C9BAA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35883" y="11867016"/>
            <a:ext cx="609600" cy="6096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C67A5773-5708-8F47-9194-E4B3B6C928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1616" y="4463475"/>
            <a:ext cx="1219200" cy="12192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8A91167A-D02D-4342-9856-A841D4E1BC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9235" y="2942011"/>
            <a:ext cx="1219200" cy="12192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EE9F1673-E88D-1E42-A233-D075E72262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77893" y="2942011"/>
            <a:ext cx="1219200" cy="121920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CFEDD043-EF4E-B54F-8795-8DF8EAA8F8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2852" y="2942011"/>
            <a:ext cx="1219200" cy="12192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7A06767F-7518-1B40-9CA9-ED5D7DB7E0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48615" y="2950075"/>
            <a:ext cx="1219200" cy="121920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9C60C6BD-0910-8D40-A1B6-D49754BD68E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7281" y="2942011"/>
            <a:ext cx="1219200" cy="12192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62288359-669A-8D48-B807-A8DB443F7D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00576" y="2942011"/>
            <a:ext cx="1219200" cy="1219200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FF778DC2-02FB-DA4F-8885-B5B6531BAD1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48615" y="4460273"/>
            <a:ext cx="1219200" cy="1219200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EEFEE018-E192-0841-96D6-284F4E29DA8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35221" y="4459368"/>
            <a:ext cx="1219200" cy="1219200"/>
          </a:xfrm>
          <a:prstGeom prst="rect">
            <a:avLst/>
          </a:prstGeom>
        </p:spPr>
      </p:pic>
      <p:pic>
        <p:nvPicPr>
          <p:cNvPr id="182" name="Graphic 181">
            <a:extLst>
              <a:ext uri="{FF2B5EF4-FFF2-40B4-BE49-F238E27FC236}">
                <a16:creationId xmlns:a16="http://schemas.microsoft.com/office/drawing/2014/main" id="{F135B9DB-B9B0-3C48-B46E-AAAB98F5E9D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23848" y="4459368"/>
            <a:ext cx="1219200" cy="1219200"/>
          </a:xfrm>
          <a:prstGeom prst="rect">
            <a:avLst/>
          </a:prstGeom>
        </p:spPr>
      </p:pic>
      <p:pic>
        <p:nvPicPr>
          <p:cNvPr id="183" name="Graphic 182">
            <a:extLst>
              <a:ext uri="{FF2B5EF4-FFF2-40B4-BE49-F238E27FC236}">
                <a16:creationId xmlns:a16="http://schemas.microsoft.com/office/drawing/2014/main" id="{A661E80F-1172-C945-B842-45E97AC0716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385009" y="4459368"/>
            <a:ext cx="1219200" cy="1219200"/>
          </a:xfrm>
          <a:prstGeom prst="rect">
            <a:avLst/>
          </a:prstGeom>
        </p:spPr>
      </p:pic>
      <p:pic>
        <p:nvPicPr>
          <p:cNvPr id="184" name="Graphic 183">
            <a:extLst>
              <a:ext uri="{FF2B5EF4-FFF2-40B4-BE49-F238E27FC236}">
                <a16:creationId xmlns:a16="http://schemas.microsoft.com/office/drawing/2014/main" id="{80EF6060-D04C-254B-BF11-F5F01BD7079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300576" y="4459368"/>
            <a:ext cx="1219200" cy="1219200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3A04DE4A-C6F1-074E-8669-08ADFCF88F8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916551" y="1209285"/>
            <a:ext cx="1219200" cy="1219200"/>
          </a:xfrm>
          <a:prstGeom prst="rect">
            <a:avLst/>
          </a:prstGeom>
        </p:spPr>
      </p:pic>
      <p:pic>
        <p:nvPicPr>
          <p:cNvPr id="210" name="Graphic 209">
            <a:extLst>
              <a:ext uri="{FF2B5EF4-FFF2-40B4-BE49-F238E27FC236}">
                <a16:creationId xmlns:a16="http://schemas.microsoft.com/office/drawing/2014/main" id="{2FF753D4-3713-5E49-88B2-C908A93C009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77893" y="1207961"/>
            <a:ext cx="1219200" cy="1219200"/>
          </a:xfrm>
          <a:prstGeom prst="rect">
            <a:avLst/>
          </a:prstGeom>
        </p:spPr>
      </p:pic>
      <p:pic>
        <p:nvPicPr>
          <p:cNvPr id="211" name="Graphic 210">
            <a:extLst>
              <a:ext uri="{FF2B5EF4-FFF2-40B4-BE49-F238E27FC236}">
                <a16:creationId xmlns:a16="http://schemas.microsoft.com/office/drawing/2014/main" id="{90E3CFB6-9507-514C-A5D1-83C68A3C7D9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300576" y="1207505"/>
            <a:ext cx="1219200" cy="1219200"/>
          </a:xfrm>
          <a:prstGeom prst="rect">
            <a:avLst/>
          </a:prstGeom>
        </p:spPr>
      </p:pic>
      <p:pic>
        <p:nvPicPr>
          <p:cNvPr id="212" name="Graphic 211">
            <a:extLst>
              <a:ext uri="{FF2B5EF4-FFF2-40B4-BE49-F238E27FC236}">
                <a16:creationId xmlns:a16="http://schemas.microsoft.com/office/drawing/2014/main" id="{6F9E9850-49C6-2D46-B09E-E76B45C5D51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9235" y="1207961"/>
            <a:ext cx="1219200" cy="1219200"/>
          </a:xfrm>
          <a:prstGeom prst="rect">
            <a:avLst/>
          </a:prstGeom>
        </p:spPr>
      </p:pic>
      <p:pic>
        <p:nvPicPr>
          <p:cNvPr id="215" name="Graphic 214">
            <a:extLst>
              <a:ext uri="{FF2B5EF4-FFF2-40B4-BE49-F238E27FC236}">
                <a16:creationId xmlns:a16="http://schemas.microsoft.com/office/drawing/2014/main" id="{CDEC5855-2F08-B14D-8B30-C3D46FCBD20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61917" y="1140869"/>
            <a:ext cx="1219200" cy="1219200"/>
          </a:xfrm>
          <a:prstGeom prst="rect">
            <a:avLst/>
          </a:prstGeom>
        </p:spPr>
      </p:pic>
      <p:sp>
        <p:nvSpPr>
          <p:cNvPr id="50" name="Title 6">
            <a:extLst>
              <a:ext uri="{FF2B5EF4-FFF2-40B4-BE49-F238E27FC236}">
                <a16:creationId xmlns:a16="http://schemas.microsoft.com/office/drawing/2014/main" id="{ED925AC4-F04B-FB45-8C46-4FBF10AE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6EB27C-F8FB-E343-9754-53A7155BE253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2F5482-35F9-CE42-9E37-CD79A84A42C6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cancel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8559FF-2B5C-3645-9785-F15BBD4BB0AB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busy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9DD53E-AAB1-0A4D-AEDA-A875C0159D04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block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A7CB90-531E-1D49-98CB-B0B42A76B76C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alert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FEB506-F850-5342-B335-240997DC25BF}"/>
              </a:ext>
            </a:extLst>
          </p:cNvPr>
          <p:cNvSpPr txBox="1"/>
          <p:nvPr/>
        </p:nvSpPr>
        <p:spPr>
          <a:xfrm>
            <a:off x="820198" y="4226790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18C2FA-EAEE-8B4A-A9D4-F833EADA6FA3}"/>
              </a:ext>
            </a:extLst>
          </p:cNvPr>
          <p:cNvSpPr txBox="1"/>
          <p:nvPr/>
        </p:nvSpPr>
        <p:spPr>
          <a:xfrm>
            <a:off x="2357670" y="4226790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bug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37B61-71EF-BC4B-91CA-2D74EBE3922E}"/>
              </a:ext>
            </a:extLst>
          </p:cNvPr>
          <p:cNvSpPr txBox="1"/>
          <p:nvPr/>
        </p:nvSpPr>
        <p:spPr>
          <a:xfrm>
            <a:off x="3895142" y="4226790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1914F8-6D4B-1B4F-B05A-7F49A57645F2}"/>
              </a:ext>
            </a:extLst>
          </p:cNvPr>
          <p:cNvSpPr txBox="1"/>
          <p:nvPr/>
        </p:nvSpPr>
        <p:spPr>
          <a:xfrm>
            <a:off x="5322466" y="42267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intruder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82667D-A795-C94F-9987-BA26C97480D1}"/>
              </a:ext>
            </a:extLst>
          </p:cNvPr>
          <p:cNvSpPr txBox="1"/>
          <p:nvPr/>
        </p:nvSpPr>
        <p:spPr>
          <a:xfrm>
            <a:off x="6859407" y="42267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lock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49F129-01E1-F342-8DC5-DB749BEA9D52}"/>
              </a:ext>
            </a:extLst>
          </p:cNvPr>
          <p:cNvSpPr txBox="1"/>
          <p:nvPr/>
        </p:nvSpPr>
        <p:spPr>
          <a:xfrm>
            <a:off x="8393900" y="42267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attack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B85B42-ACA3-F14E-B9D0-E50EEB3E31FC}"/>
              </a:ext>
            </a:extLst>
          </p:cNvPr>
          <p:cNvSpPr txBox="1"/>
          <p:nvPr/>
        </p:nvSpPr>
        <p:spPr>
          <a:xfrm>
            <a:off x="9928394" y="42267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visibility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FAF234-B5CF-804D-AE43-A5FA0D985DA0}"/>
              </a:ext>
            </a:extLst>
          </p:cNvPr>
          <p:cNvSpPr txBox="1"/>
          <p:nvPr/>
        </p:nvSpPr>
        <p:spPr>
          <a:xfrm>
            <a:off x="820198" y="5739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config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F816F5-9438-2547-BBD2-0335F82F8E5F}"/>
              </a:ext>
            </a:extLst>
          </p:cNvPr>
          <p:cNvSpPr txBox="1"/>
          <p:nvPr/>
        </p:nvSpPr>
        <p:spPr>
          <a:xfrm>
            <a:off x="2357670" y="5739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rise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6C9D38-3094-1146-9069-79890EBEAB39}"/>
              </a:ext>
            </a:extLst>
          </p:cNvPr>
          <p:cNvSpPr txBox="1"/>
          <p:nvPr/>
        </p:nvSpPr>
        <p:spPr>
          <a:xfrm>
            <a:off x="3895142" y="5739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Bug Rise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0D9BB5-71F6-F548-9DA6-58ED980E2275}"/>
              </a:ext>
            </a:extLst>
          </p:cNvPr>
          <p:cNvSpPr txBox="1"/>
          <p:nvPr/>
        </p:nvSpPr>
        <p:spPr>
          <a:xfrm>
            <a:off x="5322466" y="5739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at random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5E95EF-9A22-794A-896D-2A17246E2B1C}"/>
              </a:ext>
            </a:extLst>
          </p:cNvPr>
          <p:cNvSpPr txBox="1"/>
          <p:nvPr/>
        </p:nvSpPr>
        <p:spPr>
          <a:xfrm>
            <a:off x="6859407" y="5739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Laptop security job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BA097A-B128-7146-A21E-091D3F4C02CE}"/>
              </a:ext>
            </a:extLst>
          </p:cNvPr>
          <p:cNvSpPr txBox="1"/>
          <p:nvPr/>
        </p:nvSpPr>
        <p:spPr>
          <a:xfrm>
            <a:off x="8393900" y="5739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Intruder rise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1B2554-D0FA-7145-B59E-A0A87B0503E8}"/>
              </a:ext>
            </a:extLst>
          </p:cNvPr>
          <p:cNvSpPr txBox="1"/>
          <p:nvPr/>
        </p:nvSpPr>
        <p:spPr>
          <a:xfrm>
            <a:off x="9928394" y="5739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cost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CD20DC8-07A3-A84A-B278-D723DBA6C17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61203" y="4519961"/>
            <a:ext cx="1219200" cy="1219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78B1499-A6B4-604B-953D-54212771CD2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998001" y="2942011"/>
            <a:ext cx="1219200" cy="12192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43B6DF6A-6863-1F4E-B899-9181AB52E0F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448615" y="1207505"/>
            <a:ext cx="1219200" cy="12192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3AC8737D-59FC-8447-A61B-A9D91E06D1E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990011" y="1207505"/>
            <a:ext cx="1219200" cy="12192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EB4E67F-EE1F-D94F-B029-B2DF32A8B89B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cost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0C6164-1259-EE49-9040-C0B2764A99EE}"/>
              </a:ext>
            </a:extLst>
          </p:cNvPr>
          <p:cNvSpPr txBox="1"/>
          <p:nvPr/>
        </p:nvSpPr>
        <p:spPr>
          <a:xfrm>
            <a:off x="994328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Hardware attack</a:t>
            </a:r>
          </a:p>
        </p:txBody>
      </p:sp>
    </p:spTree>
    <p:extLst>
      <p:ext uri="{BB962C8B-B14F-4D97-AF65-F5344CB8AC3E}">
        <p14:creationId xmlns:p14="http://schemas.microsoft.com/office/powerpoint/2010/main" val="89940146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3DE2B2DB-2F38-1D4E-9F58-4EFECA38F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90405" y="1207848"/>
            <a:ext cx="1219200" cy="12192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CE5FC0F2-C761-1F41-9690-467E7A203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8119" y="1207848"/>
            <a:ext cx="1219200" cy="12192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2AD4AE1-FF85-C14B-A0C7-B75F3C8690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973" y="1207848"/>
            <a:ext cx="1219200" cy="121920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EE05ED41-DA88-2E49-8C95-647AC84E43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61904" y="1207848"/>
            <a:ext cx="1219200" cy="12192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FEA638AE-212E-5E46-AC74-EA7B65B212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6685" y="1207848"/>
            <a:ext cx="1219200" cy="12192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088A00B7-BDAC-294A-852A-787D1B23CD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88013" y="1207848"/>
            <a:ext cx="1219200" cy="121920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42E4BD36-8702-5F43-84A8-075E641563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4463" y="2944336"/>
            <a:ext cx="1219200" cy="121920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961535ED-06B8-EB4D-9BFC-0C1D936BCF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4463" y="1207848"/>
            <a:ext cx="1219200" cy="1219200"/>
          </a:xfrm>
          <a:prstGeom prst="rect">
            <a:avLst/>
          </a:prstGeom>
        </p:spPr>
      </p:pic>
      <p:sp>
        <p:nvSpPr>
          <p:cNvPr id="50" name="Title 6">
            <a:extLst>
              <a:ext uri="{FF2B5EF4-FFF2-40B4-BE49-F238E27FC236}">
                <a16:creationId xmlns:a16="http://schemas.microsoft.com/office/drawing/2014/main" id="{ED925AC4-F04B-FB45-8C46-4FBF10AE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Devices cont.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6EB27C-F8FB-E343-9754-53A7155BE253}"/>
              </a:ext>
            </a:extLst>
          </p:cNvPr>
          <p:cNvSpPr txBox="1"/>
          <p:nvPr/>
        </p:nvSpPr>
        <p:spPr>
          <a:xfrm>
            <a:off x="881553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Block attack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2F5482-35F9-CE42-9E37-CD79A84A42C6}"/>
              </a:ext>
            </a:extLst>
          </p:cNvPr>
          <p:cNvSpPr txBox="1"/>
          <p:nvPr/>
        </p:nvSpPr>
        <p:spPr>
          <a:xfrm>
            <a:off x="2447495" y="2427162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Download malware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2B88DB-A82C-4B4D-AA06-6BFF81472AB2}"/>
              </a:ext>
            </a:extLst>
          </p:cNvPr>
          <p:cNvSpPr txBox="1"/>
          <p:nvPr/>
        </p:nvSpPr>
        <p:spPr>
          <a:xfrm>
            <a:off x="881553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Telephone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8559FF-2B5C-3645-9785-F15BBD4BB0AB}"/>
              </a:ext>
            </a:extLst>
          </p:cNvPr>
          <p:cNvSpPr txBox="1"/>
          <p:nvPr/>
        </p:nvSpPr>
        <p:spPr>
          <a:xfrm>
            <a:off x="3995063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Executive media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9DD53E-AAB1-0A4D-AEDA-A875C0159D04}"/>
              </a:ext>
            </a:extLst>
          </p:cNvPr>
          <p:cNvSpPr txBox="1"/>
          <p:nvPr/>
        </p:nvSpPr>
        <p:spPr>
          <a:xfrm>
            <a:off x="5433299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Device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A7CB90-531E-1D49-98CB-B0B42A76B76C}"/>
              </a:ext>
            </a:extLst>
          </p:cNvPr>
          <p:cNvSpPr txBox="1"/>
          <p:nvPr/>
        </p:nvSpPr>
        <p:spPr>
          <a:xfrm>
            <a:off x="700719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Device alert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798237-252D-A545-91F0-D43E52F68627}"/>
              </a:ext>
            </a:extLst>
          </p:cNvPr>
          <p:cNvSpPr txBox="1"/>
          <p:nvPr/>
        </p:nvSpPr>
        <p:spPr>
          <a:xfrm>
            <a:off x="8551971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Device location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DFF69B-6CBE-404A-8D77-55CBCF5CA89A}"/>
              </a:ext>
            </a:extLst>
          </p:cNvPr>
          <p:cNvSpPr txBox="1"/>
          <p:nvPr/>
        </p:nvSpPr>
        <p:spPr>
          <a:xfrm>
            <a:off x="1012340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Device connectivity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8CE29D8-82E5-0F4B-9A84-9F02306FAD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390405" y="2944336"/>
            <a:ext cx="1219200" cy="1219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AAA4301-02DB-EF47-91A0-8655C65150E2}"/>
              </a:ext>
            </a:extLst>
          </p:cNvPr>
          <p:cNvSpPr txBox="1"/>
          <p:nvPr/>
        </p:nvSpPr>
        <p:spPr>
          <a:xfrm>
            <a:off x="2398409" y="4098076"/>
            <a:ext cx="120319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Email compromise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D0B7008-930A-5643-8BD8-0BD668A67D8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37973" y="2944336"/>
            <a:ext cx="1219200" cy="1219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54DB9BB-B9A0-7E46-A264-0E5F7C04A9A1}"/>
              </a:ext>
            </a:extLst>
          </p:cNvPr>
          <p:cNvSpPr txBox="1"/>
          <p:nvPr/>
        </p:nvSpPr>
        <p:spPr>
          <a:xfrm>
            <a:off x="3945977" y="4098076"/>
            <a:ext cx="120319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Email in computer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08DB19C-3AA5-2248-9222-606EAE7D54E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488013" y="2944336"/>
            <a:ext cx="1219200" cy="1219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376567-CE54-464E-BDB3-54FA27D9401B}"/>
              </a:ext>
            </a:extLst>
          </p:cNvPr>
          <p:cNvSpPr txBox="1"/>
          <p:nvPr/>
        </p:nvSpPr>
        <p:spPr>
          <a:xfrm>
            <a:off x="5496017" y="4098076"/>
            <a:ext cx="120319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data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8BE3500-FA69-7F4A-8156-E88CB4987DB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178119" y="2944336"/>
            <a:ext cx="1219200" cy="12192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4CC2055-D1A9-FB49-8A08-AF2D9CBF358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606685" y="2944336"/>
            <a:ext cx="1219200" cy="1219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95EA8E-FB54-E54D-977E-2F7DE8171392}"/>
              </a:ext>
            </a:extLst>
          </p:cNvPr>
          <p:cNvSpPr txBox="1"/>
          <p:nvPr/>
        </p:nvSpPr>
        <p:spPr>
          <a:xfrm>
            <a:off x="8551971" y="4098077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Screen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6465C2-AA18-524C-AC76-4295BEF388B9}"/>
              </a:ext>
            </a:extLst>
          </p:cNvPr>
          <p:cNvSpPr txBox="1"/>
          <p:nvPr/>
        </p:nvSpPr>
        <p:spPr>
          <a:xfrm>
            <a:off x="10123404" y="4098077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Media screen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A63CD1A-AAC7-F24B-9145-049343668B6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061904" y="2944336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2EF0803-D136-D44C-BED2-476167635F77}"/>
              </a:ext>
            </a:extLst>
          </p:cNvPr>
          <p:cNvSpPr txBox="1"/>
          <p:nvPr/>
        </p:nvSpPr>
        <p:spPr>
          <a:xfrm>
            <a:off x="7069908" y="4098076"/>
            <a:ext cx="1203192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Computer password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129269FB-8C7E-0646-AD70-CB912F1612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24463" y="4552217"/>
            <a:ext cx="1219200" cy="1219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93B95CC-9ECE-9A49-A830-B53CFD3368EC}"/>
              </a:ext>
            </a:extLst>
          </p:cNvPr>
          <p:cNvSpPr txBox="1"/>
          <p:nvPr/>
        </p:nvSpPr>
        <p:spPr>
          <a:xfrm>
            <a:off x="881553" y="5771417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check computer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4DD8F0-1308-9D4B-B4A1-044753835F3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390405" y="4552217"/>
            <a:ext cx="1219200" cy="1219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605F72-5129-DB49-9613-E563AF67663C}"/>
              </a:ext>
            </a:extLst>
          </p:cNvPr>
          <p:cNvSpPr txBox="1"/>
          <p:nvPr/>
        </p:nvSpPr>
        <p:spPr>
          <a:xfrm>
            <a:off x="2447495" y="5771417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Desktop Computer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8C28D4F-1518-8F46-A5AC-2964D25EF2A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937973" y="4549479"/>
            <a:ext cx="1219200" cy="1219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18A1E5D-7AF6-F845-8399-44EDF74A8FA8}"/>
              </a:ext>
            </a:extLst>
          </p:cNvPr>
          <p:cNvSpPr txBox="1"/>
          <p:nvPr/>
        </p:nvSpPr>
        <p:spPr>
          <a:xfrm>
            <a:off x="3942533" y="5771418"/>
            <a:ext cx="1210080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Desktop Computer Security</a:t>
            </a:r>
          </a:p>
        </p:txBody>
      </p:sp>
    </p:spTree>
    <p:extLst>
      <p:ext uri="{BB962C8B-B14F-4D97-AF65-F5344CB8AC3E}">
        <p14:creationId xmlns:p14="http://schemas.microsoft.com/office/powerpoint/2010/main" val="8984385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8C74379-744D-154A-9171-B8A98DA79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00" y="4482933"/>
            <a:ext cx="1219200" cy="1219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CFACF8F-EAAC-7E4F-ACEF-C5281E823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8615" y="1201588"/>
            <a:ext cx="1219200" cy="1219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E60BFDF-CBC4-B54E-B9D5-A0D4A8B74A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1000" y="4482933"/>
            <a:ext cx="1219200" cy="1219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39B131-A607-9748-BF7F-A45D8C8F74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8800" y="1206037"/>
            <a:ext cx="1219200" cy="1219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2BE2D9E-9FC8-3D43-AA94-AB3993CB12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53181" y="4483087"/>
            <a:ext cx="1219200" cy="1219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4542AA3-E7FC-A345-8697-1C6E06FFF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71611" y="2807417"/>
            <a:ext cx="1219200" cy="1219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A67E060-D112-9349-BA4E-D590221387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19311" y="2803304"/>
            <a:ext cx="1219200" cy="1219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C1A6A88-FC1D-6B42-8024-AC361E14D4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8328" y="2803304"/>
            <a:ext cx="1219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584BF2B-9FE6-714B-B94E-BD8F82EEA1A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38773" y="2806616"/>
            <a:ext cx="1219200" cy="1219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C416772-773B-F74E-BF74-3ABA036AE03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27329" y="2803304"/>
            <a:ext cx="1219200" cy="121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5EB3728-A908-E245-999F-CD00AAD07DC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55041" y="1208628"/>
            <a:ext cx="1219200" cy="12192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81FD4D1-64D8-784A-AE60-7373C8F6C9F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448615" y="4482933"/>
            <a:ext cx="1219200" cy="1219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9257154-5009-6A45-B314-570325AA342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84092" y="1204323"/>
            <a:ext cx="1219200" cy="12192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8F72659-CCDF-0846-9810-FA0989B6077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833508" y="1206037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7579C4-34C6-6740-9245-7B3C1B70D5D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79827" y="1207961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128AE99-9221-FF40-BD24-C990CE7B617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66925" y="2806616"/>
            <a:ext cx="1219200" cy="12192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F1510AF-99AD-D249-A36F-ED659D2D4A9A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EC7FF7-4CA6-FF45-826B-0ADC8DF65BE7}"/>
              </a:ext>
            </a:extLst>
          </p:cNvPr>
          <p:cNvSpPr txBox="1"/>
          <p:nvPr/>
        </p:nvSpPr>
        <p:spPr>
          <a:xfrm>
            <a:off x="2259779" y="2427162"/>
            <a:ext cx="1300805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 settings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19F54F-D15B-A74E-81C5-74447B56F186}"/>
              </a:ext>
            </a:extLst>
          </p:cNvPr>
          <p:cNvSpPr txBox="1"/>
          <p:nvPr/>
        </p:nvSpPr>
        <p:spPr>
          <a:xfrm>
            <a:off x="788609" y="4098076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 information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5B4723-C5C0-E44A-93C8-DD082560A92F}"/>
              </a:ext>
            </a:extLst>
          </p:cNvPr>
          <p:cNvSpPr txBox="1"/>
          <p:nvPr/>
        </p:nvSpPr>
        <p:spPr>
          <a:xfrm>
            <a:off x="2368298" y="409807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Edit document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6B5419-30CB-6043-8676-CEE17EA2A4DE}"/>
              </a:ext>
            </a:extLst>
          </p:cNvPr>
          <p:cNvSpPr txBox="1"/>
          <p:nvPr/>
        </p:nvSpPr>
        <p:spPr>
          <a:xfrm>
            <a:off x="10051859" y="404454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B52683-ED10-604E-A509-2704F71929AA}"/>
              </a:ext>
            </a:extLst>
          </p:cNvPr>
          <p:cNvSpPr txBox="1"/>
          <p:nvPr/>
        </p:nvSpPr>
        <p:spPr>
          <a:xfrm>
            <a:off x="2248240" y="5724331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increase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9F8A2B-1818-8248-8D4A-A689FF675819}"/>
              </a:ext>
            </a:extLst>
          </p:cNvPr>
          <p:cNvSpPr txBox="1"/>
          <p:nvPr/>
        </p:nvSpPr>
        <p:spPr>
          <a:xfrm>
            <a:off x="3802284" y="5724331"/>
            <a:ext cx="1310056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Credit card checklist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5AC9CB-1254-F14D-ACC9-B41277D20E73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 service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6BDAFB-A0EE-7D4D-9E6B-53A1A0FF57C2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 alert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F21546-2C39-1440-A7DE-8A09E4A8E65D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A8B2E9-27B7-314A-82EB-DDD8CBB543DE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Documents search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4F88C6-08CA-CC4F-B2F9-889896C58C75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Encrypted documents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8B1D5B-96C5-1D43-82A7-4153B586944B}"/>
              </a:ext>
            </a:extLst>
          </p:cNvPr>
          <p:cNvSpPr txBox="1"/>
          <p:nvPr/>
        </p:nvSpPr>
        <p:spPr>
          <a:xfrm>
            <a:off x="5277092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Clipboard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90073D-661D-B14D-981B-714BE835834B}"/>
              </a:ext>
            </a:extLst>
          </p:cNvPr>
          <p:cNvSpPr txBox="1"/>
          <p:nvPr/>
        </p:nvSpPr>
        <p:spPr>
          <a:xfrm>
            <a:off x="6803642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28A475-0A41-E24D-A749-6234FE29BA0C}"/>
              </a:ext>
            </a:extLst>
          </p:cNvPr>
          <p:cNvSpPr txBox="1"/>
          <p:nvPr/>
        </p:nvSpPr>
        <p:spPr>
          <a:xfrm>
            <a:off x="8354522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checklist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1CFADE-2560-004C-B073-0C2B7CAB9DE5}"/>
              </a:ext>
            </a:extLst>
          </p:cNvPr>
          <p:cNvSpPr txBox="1"/>
          <p:nvPr/>
        </p:nvSpPr>
        <p:spPr>
          <a:xfrm>
            <a:off x="5321246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Folders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5CB56C-1BE7-2A4F-941C-5C1B8EDD4C98}"/>
              </a:ext>
            </a:extLst>
          </p:cNvPr>
          <p:cNvSpPr txBox="1"/>
          <p:nvPr/>
        </p:nvSpPr>
        <p:spPr>
          <a:xfrm>
            <a:off x="6858782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Folder expansion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8B39FC-CFCB-7E41-900C-96747D9396A3}"/>
              </a:ext>
            </a:extLst>
          </p:cNvPr>
          <p:cNvSpPr txBox="1"/>
          <p:nvPr/>
        </p:nvSpPr>
        <p:spPr>
          <a:xfrm>
            <a:off x="838533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Folder search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31A7F5-6BCA-8643-9436-2E958DBDC5F9}"/>
              </a:ext>
            </a:extLst>
          </p:cNvPr>
          <p:cNvSpPr txBox="1"/>
          <p:nvPr/>
        </p:nvSpPr>
        <p:spPr>
          <a:xfrm>
            <a:off x="993621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User folders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B952EC-D91C-094E-9DDB-8853F429E36F}"/>
              </a:ext>
            </a:extLst>
          </p:cNvPr>
          <p:cNvSpPr txBox="1"/>
          <p:nvPr/>
        </p:nvSpPr>
        <p:spPr>
          <a:xfrm>
            <a:off x="992839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Document check</a:t>
            </a: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360D3D19-31BC-1541-B86E-17D71FBA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Documents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569A3AB-AF37-284A-9CA4-25AEFEFD407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984092" y="2803304"/>
            <a:ext cx="1219200" cy="121920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D96CCE6A-74A2-B949-A3E4-5EACD2D798F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279827" y="4483087"/>
            <a:ext cx="1219200" cy="121920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DA15163D-59E5-284A-AC2C-3FC6401A3F7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3508" y="4483087"/>
            <a:ext cx="1219200" cy="1219200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0E0FD4C-13C3-F04E-A480-4A778A1B336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31352" y="1207961"/>
            <a:ext cx="1219200" cy="1219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0E429D9-0C7C-BE40-9160-693AD6C583DD}"/>
              </a:ext>
            </a:extLst>
          </p:cNvPr>
          <p:cNvSpPr txBox="1"/>
          <p:nvPr/>
        </p:nvSpPr>
        <p:spPr>
          <a:xfrm>
            <a:off x="694559" y="5724178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decrease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5E15FB43-3560-AA47-95E9-0BFBAA5F33C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726145" y="4482933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963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>
            <a:extLst>
              <a:ext uri="{FF2B5EF4-FFF2-40B4-BE49-F238E27FC236}">
                <a16:creationId xmlns:a16="http://schemas.microsoft.com/office/drawing/2014/main" id="{4CDF80C1-90B6-3246-8A01-A0018CEC1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9665" y="1191872"/>
            <a:ext cx="1219200" cy="1219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3888ADC-565D-FD48-B19C-38C7FCE15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0884" y="1191872"/>
            <a:ext cx="1219200" cy="1219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96B47E9-F12A-384B-9FB2-8ACB230E4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4383" y="1191872"/>
            <a:ext cx="1219200" cy="1219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829F899-1F8A-9144-A195-6BE3D2F5F0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8985" y="1191872"/>
            <a:ext cx="1219200" cy="1219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F525C291-33BA-6348-BE95-EDC9670D41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76105" y="1191872"/>
            <a:ext cx="1219200" cy="12192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F1510AF-99AD-D249-A36F-ED659D2D4A9A}"/>
              </a:ext>
            </a:extLst>
          </p:cNvPr>
          <p:cNvSpPr txBox="1"/>
          <p:nvPr/>
        </p:nvSpPr>
        <p:spPr>
          <a:xfrm>
            <a:off x="769391" y="2427162"/>
            <a:ext cx="1325320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increase 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EC7FF7-4CA6-FF45-826B-0ADC8DF65BE7}"/>
              </a:ext>
            </a:extLst>
          </p:cNvPr>
          <p:cNvSpPr txBox="1"/>
          <p:nvPr/>
        </p:nvSpPr>
        <p:spPr>
          <a:xfrm>
            <a:off x="2433195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Mail envelope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6BDAFB-A0EE-7D4D-9E6B-53A1A0FF57C2}"/>
              </a:ext>
            </a:extLst>
          </p:cNvPr>
          <p:cNvSpPr txBox="1"/>
          <p:nvPr/>
        </p:nvSpPr>
        <p:spPr>
          <a:xfrm>
            <a:off x="3996075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Open mail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F21546-2C39-1440-A7DE-8A09E4A8E65D}"/>
              </a:ext>
            </a:extLst>
          </p:cNvPr>
          <p:cNvSpPr txBox="1"/>
          <p:nvPr/>
        </p:nvSpPr>
        <p:spPr>
          <a:xfrm>
            <a:off x="543617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Mail increase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A8B2E9-27B7-314A-82EB-DDD8CBB543DE}"/>
              </a:ext>
            </a:extLst>
          </p:cNvPr>
          <p:cNvSpPr txBox="1"/>
          <p:nvPr/>
        </p:nvSpPr>
        <p:spPr>
          <a:xfrm>
            <a:off x="6999668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Phishing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4F88C6-08CA-CC4F-B2F9-889896C58C75}"/>
              </a:ext>
            </a:extLst>
          </p:cNvPr>
          <p:cNvSpPr txBox="1"/>
          <p:nvPr/>
        </p:nvSpPr>
        <p:spPr>
          <a:xfrm>
            <a:off x="8544951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Infected email</a:t>
            </a: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360D3D19-31BC-1541-B86E-17D71FBA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Documents cont.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F374F190-7C2F-AC46-A9AF-718853EDDD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2451" y="1191872"/>
            <a:ext cx="1219200" cy="1219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5948DAA-7E74-C246-B631-5610F79FD1A2}"/>
              </a:ext>
            </a:extLst>
          </p:cNvPr>
          <p:cNvSpPr txBox="1"/>
          <p:nvPr/>
        </p:nvSpPr>
        <p:spPr>
          <a:xfrm>
            <a:off x="10108051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Checklist search</a:t>
            </a:r>
          </a:p>
        </p:txBody>
      </p:sp>
      <p:grpSp>
        <p:nvGrpSpPr>
          <p:cNvPr id="30" name="Graphic 43">
            <a:extLst>
              <a:ext uri="{FF2B5EF4-FFF2-40B4-BE49-F238E27FC236}">
                <a16:creationId xmlns:a16="http://schemas.microsoft.com/office/drawing/2014/main" id="{F37AEDF2-639F-5B41-AA62-972A39D1ED15}"/>
              </a:ext>
            </a:extLst>
          </p:cNvPr>
          <p:cNvGrpSpPr/>
          <p:nvPr/>
        </p:nvGrpSpPr>
        <p:grpSpPr>
          <a:xfrm>
            <a:off x="10340113" y="1293399"/>
            <a:ext cx="864508" cy="1016147"/>
            <a:chOff x="7772114" y="966303"/>
            <a:chExt cx="648381" cy="762110"/>
          </a:xfrm>
          <a:solidFill>
            <a:schemeClr val="accent1"/>
          </a:solidFill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6A17E0-A62E-3749-912D-E02863EFEF6E}"/>
                </a:ext>
              </a:extLst>
            </p:cNvPr>
            <p:cNvSpPr/>
            <p:nvPr/>
          </p:nvSpPr>
          <p:spPr>
            <a:xfrm>
              <a:off x="7905464" y="966303"/>
              <a:ext cx="266700" cy="114300"/>
            </a:xfrm>
            <a:custGeom>
              <a:avLst/>
              <a:gdLst>
                <a:gd name="connsiteX0" fmla="*/ 247650 w 266700"/>
                <a:gd name="connsiteY0" fmla="*/ 76200 h 114300"/>
                <a:gd name="connsiteX1" fmla="*/ 247650 w 266700"/>
                <a:gd name="connsiteY1" fmla="*/ 38100 h 114300"/>
                <a:gd name="connsiteX2" fmla="*/ 209550 w 266700"/>
                <a:gd name="connsiteY2" fmla="*/ 0 h 114300"/>
                <a:gd name="connsiteX3" fmla="*/ 57150 w 266700"/>
                <a:gd name="connsiteY3" fmla="*/ 0 h 114300"/>
                <a:gd name="connsiteX4" fmla="*/ 19050 w 266700"/>
                <a:gd name="connsiteY4" fmla="*/ 38100 h 114300"/>
                <a:gd name="connsiteX5" fmla="*/ 19050 w 266700"/>
                <a:gd name="connsiteY5" fmla="*/ 76200 h 114300"/>
                <a:gd name="connsiteX6" fmla="*/ 0 w 266700"/>
                <a:gd name="connsiteY6" fmla="*/ 76200 h 114300"/>
                <a:gd name="connsiteX7" fmla="*/ 0 w 266700"/>
                <a:gd name="connsiteY7" fmla="*/ 114300 h 114300"/>
                <a:gd name="connsiteX8" fmla="*/ 266700 w 266700"/>
                <a:gd name="connsiteY8" fmla="*/ 114300 h 114300"/>
                <a:gd name="connsiteX9" fmla="*/ 266700 w 266700"/>
                <a:gd name="connsiteY9" fmla="*/ 76200 h 114300"/>
                <a:gd name="connsiteX10" fmla="*/ 133350 w 266700"/>
                <a:gd name="connsiteY10" fmla="*/ 57150 h 114300"/>
                <a:gd name="connsiteX11" fmla="*/ 114300 w 266700"/>
                <a:gd name="connsiteY11" fmla="*/ 38100 h 114300"/>
                <a:gd name="connsiteX12" fmla="*/ 133350 w 266700"/>
                <a:gd name="connsiteY12" fmla="*/ 19050 h 114300"/>
                <a:gd name="connsiteX13" fmla="*/ 152400 w 266700"/>
                <a:gd name="connsiteY13" fmla="*/ 38100 h 114300"/>
                <a:gd name="connsiteX14" fmla="*/ 133350 w 266700"/>
                <a:gd name="connsiteY14" fmla="*/ 5715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6700" h="114300">
                  <a:moveTo>
                    <a:pt x="247650" y="76200"/>
                  </a:moveTo>
                  <a:lnTo>
                    <a:pt x="247650" y="38100"/>
                  </a:lnTo>
                  <a:cubicBezTo>
                    <a:pt x="247650" y="17058"/>
                    <a:pt x="230593" y="0"/>
                    <a:pt x="209550" y="0"/>
                  </a:cubicBezTo>
                  <a:lnTo>
                    <a:pt x="57150" y="0"/>
                  </a:lnTo>
                  <a:cubicBezTo>
                    <a:pt x="36107" y="0"/>
                    <a:pt x="19050" y="17058"/>
                    <a:pt x="19050" y="38100"/>
                  </a:cubicBezTo>
                  <a:lnTo>
                    <a:pt x="19050" y="76200"/>
                  </a:lnTo>
                  <a:lnTo>
                    <a:pt x="0" y="76200"/>
                  </a:lnTo>
                  <a:lnTo>
                    <a:pt x="0" y="114300"/>
                  </a:lnTo>
                  <a:lnTo>
                    <a:pt x="266700" y="114300"/>
                  </a:lnTo>
                  <a:lnTo>
                    <a:pt x="266700" y="76200"/>
                  </a:lnTo>
                  <a:close/>
                  <a:moveTo>
                    <a:pt x="133350" y="57150"/>
                  </a:moveTo>
                  <a:cubicBezTo>
                    <a:pt x="122829" y="57150"/>
                    <a:pt x="114300" y="48621"/>
                    <a:pt x="114300" y="38100"/>
                  </a:cubicBezTo>
                  <a:cubicBezTo>
                    <a:pt x="114300" y="27579"/>
                    <a:pt x="122829" y="19050"/>
                    <a:pt x="133350" y="19050"/>
                  </a:cubicBezTo>
                  <a:cubicBezTo>
                    <a:pt x="143871" y="19050"/>
                    <a:pt x="152400" y="27579"/>
                    <a:pt x="152400" y="38100"/>
                  </a:cubicBezTo>
                  <a:cubicBezTo>
                    <a:pt x="152400" y="48621"/>
                    <a:pt x="143871" y="57150"/>
                    <a:pt x="133350" y="5715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2257E44-3DEF-1042-BF4C-F0D63D534E50}"/>
                </a:ext>
              </a:extLst>
            </p:cNvPr>
            <p:cNvSpPr/>
            <p:nvPr/>
          </p:nvSpPr>
          <p:spPr>
            <a:xfrm>
              <a:off x="8076698" y="1385402"/>
              <a:ext cx="343797" cy="343010"/>
            </a:xfrm>
            <a:custGeom>
              <a:avLst/>
              <a:gdLst>
                <a:gd name="connsiteX0" fmla="*/ 114515 w 343797"/>
                <a:gd name="connsiteY0" fmla="*/ 0 h 343010"/>
                <a:gd name="connsiteX1" fmla="*/ 228718 w 343797"/>
                <a:gd name="connsiteY1" fmla="*/ 114397 h 343010"/>
                <a:gd name="connsiteX2" fmla="*/ 201764 w 343797"/>
                <a:gd name="connsiteY2" fmla="*/ 188024 h 343010"/>
                <a:gd name="connsiteX3" fmla="*/ 214337 w 343797"/>
                <a:gd name="connsiteY3" fmla="*/ 200787 h 343010"/>
                <a:gd name="connsiteX4" fmla="*/ 233387 w 343797"/>
                <a:gd name="connsiteY4" fmla="*/ 205550 h 343010"/>
                <a:gd name="connsiteX5" fmla="*/ 338162 w 343797"/>
                <a:gd name="connsiteY5" fmla="*/ 310325 h 343010"/>
                <a:gd name="connsiteX6" fmla="*/ 338273 w 343797"/>
                <a:gd name="connsiteY6" fmla="*/ 337265 h 343010"/>
                <a:gd name="connsiteX7" fmla="*/ 338162 w 343797"/>
                <a:gd name="connsiteY7" fmla="*/ 337376 h 343010"/>
                <a:gd name="connsiteX8" fmla="*/ 311222 w 343797"/>
                <a:gd name="connsiteY8" fmla="*/ 337486 h 343010"/>
                <a:gd name="connsiteX9" fmla="*/ 311111 w 343797"/>
                <a:gd name="connsiteY9" fmla="*/ 337376 h 343010"/>
                <a:gd name="connsiteX10" fmla="*/ 206336 w 343797"/>
                <a:gd name="connsiteY10" fmla="*/ 232601 h 343010"/>
                <a:gd name="connsiteX11" fmla="*/ 201574 w 343797"/>
                <a:gd name="connsiteY11" fmla="*/ 213551 h 343010"/>
                <a:gd name="connsiteX12" fmla="*/ 188810 w 343797"/>
                <a:gd name="connsiteY12" fmla="*/ 200978 h 343010"/>
                <a:gd name="connsiteX13" fmla="*/ 27625 w 343797"/>
                <a:gd name="connsiteY13" fmla="*/ 188809 h 343010"/>
                <a:gd name="connsiteX14" fmla="*/ 39794 w 343797"/>
                <a:gd name="connsiteY14" fmla="*/ 27623 h 343010"/>
                <a:gd name="connsiteX15" fmla="*/ 114515 w 343797"/>
                <a:gd name="connsiteY15" fmla="*/ 0 h 343010"/>
                <a:gd name="connsiteX16" fmla="*/ 114515 w 343797"/>
                <a:gd name="connsiteY16" fmla="*/ 190500 h 343010"/>
                <a:gd name="connsiteX17" fmla="*/ 190715 w 343797"/>
                <a:gd name="connsiteY17" fmla="*/ 114300 h 343010"/>
                <a:gd name="connsiteX18" fmla="*/ 114515 w 343797"/>
                <a:gd name="connsiteY18" fmla="*/ 38100 h 343010"/>
                <a:gd name="connsiteX19" fmla="*/ 38315 w 343797"/>
                <a:gd name="connsiteY19" fmla="*/ 114300 h 343010"/>
                <a:gd name="connsiteX20" fmla="*/ 114515 w 343797"/>
                <a:gd name="connsiteY20" fmla="*/ 190500 h 34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3797" h="343010">
                  <a:moveTo>
                    <a:pt x="114515" y="0"/>
                  </a:moveTo>
                  <a:cubicBezTo>
                    <a:pt x="177641" y="54"/>
                    <a:pt x="228772" y="51271"/>
                    <a:pt x="228718" y="114397"/>
                  </a:cubicBezTo>
                  <a:cubicBezTo>
                    <a:pt x="228695" y="141349"/>
                    <a:pt x="219149" y="167427"/>
                    <a:pt x="201764" y="188024"/>
                  </a:cubicBezTo>
                  <a:lnTo>
                    <a:pt x="214337" y="200787"/>
                  </a:lnTo>
                  <a:cubicBezTo>
                    <a:pt x="221079" y="198728"/>
                    <a:pt x="228408" y="200560"/>
                    <a:pt x="233387" y="205550"/>
                  </a:cubicBezTo>
                  <a:lnTo>
                    <a:pt x="338162" y="310325"/>
                  </a:lnTo>
                  <a:cubicBezTo>
                    <a:pt x="345632" y="317733"/>
                    <a:pt x="345681" y="329796"/>
                    <a:pt x="338273" y="337265"/>
                  </a:cubicBezTo>
                  <a:cubicBezTo>
                    <a:pt x="338237" y="337301"/>
                    <a:pt x="338199" y="337340"/>
                    <a:pt x="338162" y="337376"/>
                  </a:cubicBezTo>
                  <a:cubicBezTo>
                    <a:pt x="330754" y="344845"/>
                    <a:pt x="318691" y="344895"/>
                    <a:pt x="311222" y="337486"/>
                  </a:cubicBezTo>
                  <a:cubicBezTo>
                    <a:pt x="311186" y="337450"/>
                    <a:pt x="311148" y="337412"/>
                    <a:pt x="311111" y="337376"/>
                  </a:cubicBezTo>
                  <a:lnTo>
                    <a:pt x="206336" y="232601"/>
                  </a:lnTo>
                  <a:cubicBezTo>
                    <a:pt x="201347" y="227621"/>
                    <a:pt x="199515" y="220293"/>
                    <a:pt x="201574" y="213551"/>
                  </a:cubicBezTo>
                  <a:lnTo>
                    <a:pt x="188810" y="200978"/>
                  </a:lnTo>
                  <a:cubicBezTo>
                    <a:pt x="140940" y="242128"/>
                    <a:pt x="68774" y="236679"/>
                    <a:pt x="27625" y="188809"/>
                  </a:cubicBezTo>
                  <a:cubicBezTo>
                    <a:pt x="-13525" y="140938"/>
                    <a:pt x="-8077" y="68773"/>
                    <a:pt x="39794" y="27623"/>
                  </a:cubicBezTo>
                  <a:cubicBezTo>
                    <a:pt x="60583" y="9752"/>
                    <a:pt x="87102" y="-51"/>
                    <a:pt x="114515" y="0"/>
                  </a:cubicBezTo>
                  <a:close/>
                  <a:moveTo>
                    <a:pt x="114515" y="190500"/>
                  </a:moveTo>
                  <a:cubicBezTo>
                    <a:pt x="156599" y="190500"/>
                    <a:pt x="190715" y="156384"/>
                    <a:pt x="190715" y="114300"/>
                  </a:cubicBezTo>
                  <a:cubicBezTo>
                    <a:pt x="190715" y="72217"/>
                    <a:pt x="156599" y="38100"/>
                    <a:pt x="114515" y="38100"/>
                  </a:cubicBezTo>
                  <a:cubicBezTo>
                    <a:pt x="72432" y="38100"/>
                    <a:pt x="38315" y="72217"/>
                    <a:pt x="38315" y="114300"/>
                  </a:cubicBezTo>
                  <a:cubicBezTo>
                    <a:pt x="38315" y="156384"/>
                    <a:pt x="72432" y="190500"/>
                    <a:pt x="114515" y="190500"/>
                  </a:cubicBezTo>
                  <a:close/>
                </a:path>
              </a:pathLst>
            </a:custGeom>
            <a:solidFill>
              <a:srgbClr val="034673"/>
            </a:solidFill>
            <a:ln w="190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FE39B9B-74C3-8746-B006-FD147B994A76}"/>
                </a:ext>
              </a:extLst>
            </p:cNvPr>
            <p:cNvSpPr/>
            <p:nvPr/>
          </p:nvSpPr>
          <p:spPr>
            <a:xfrm>
              <a:off x="7772114" y="1004403"/>
              <a:ext cx="533400" cy="685800"/>
            </a:xfrm>
            <a:custGeom>
              <a:avLst/>
              <a:gdLst>
                <a:gd name="connsiteX0" fmla="*/ 478917 w 533400"/>
                <a:gd name="connsiteY0" fmla="*/ 635318 h 685800"/>
                <a:gd name="connsiteX1" fmla="*/ 419100 w 533400"/>
                <a:gd name="connsiteY1" fmla="*/ 647700 h 685800"/>
                <a:gd name="connsiteX2" fmla="*/ 300228 w 533400"/>
                <a:gd name="connsiteY2" fmla="*/ 590550 h 685800"/>
                <a:gd name="connsiteX3" fmla="*/ 152400 w 533400"/>
                <a:gd name="connsiteY3" fmla="*/ 590550 h 685800"/>
                <a:gd name="connsiteX4" fmla="*/ 152400 w 533400"/>
                <a:gd name="connsiteY4" fmla="*/ 552450 h 685800"/>
                <a:gd name="connsiteX5" fmla="*/ 277940 w 533400"/>
                <a:gd name="connsiteY5" fmla="*/ 552450 h 685800"/>
                <a:gd name="connsiteX6" fmla="*/ 268034 w 533400"/>
                <a:gd name="connsiteY6" fmla="*/ 514350 h 685800"/>
                <a:gd name="connsiteX7" fmla="*/ 152400 w 533400"/>
                <a:gd name="connsiteY7" fmla="*/ 514350 h 685800"/>
                <a:gd name="connsiteX8" fmla="*/ 152400 w 533400"/>
                <a:gd name="connsiteY8" fmla="*/ 476250 h 685800"/>
                <a:gd name="connsiteX9" fmla="*/ 268034 w 533400"/>
                <a:gd name="connsiteY9" fmla="*/ 476250 h 685800"/>
                <a:gd name="connsiteX10" fmla="*/ 277940 w 533400"/>
                <a:gd name="connsiteY10" fmla="*/ 438150 h 685800"/>
                <a:gd name="connsiteX11" fmla="*/ 152400 w 533400"/>
                <a:gd name="connsiteY11" fmla="*/ 438150 h 685800"/>
                <a:gd name="connsiteX12" fmla="*/ 152400 w 533400"/>
                <a:gd name="connsiteY12" fmla="*/ 400050 h 685800"/>
                <a:gd name="connsiteX13" fmla="*/ 300228 w 533400"/>
                <a:gd name="connsiteY13" fmla="*/ 400050 h 685800"/>
                <a:gd name="connsiteX14" fmla="*/ 345567 w 533400"/>
                <a:gd name="connsiteY14" fmla="*/ 361950 h 685800"/>
                <a:gd name="connsiteX15" fmla="*/ 152400 w 533400"/>
                <a:gd name="connsiteY15" fmla="*/ 361950 h 685800"/>
                <a:gd name="connsiteX16" fmla="*/ 152400 w 533400"/>
                <a:gd name="connsiteY16" fmla="*/ 323850 h 685800"/>
                <a:gd name="connsiteX17" fmla="*/ 457200 w 533400"/>
                <a:gd name="connsiteY17" fmla="*/ 323850 h 685800"/>
                <a:gd name="connsiteX18" fmla="*/ 457200 w 533400"/>
                <a:gd name="connsiteY18" fmla="*/ 347853 h 685800"/>
                <a:gd name="connsiteX19" fmla="*/ 533400 w 533400"/>
                <a:gd name="connsiteY19" fmla="*/ 394907 h 685800"/>
                <a:gd name="connsiteX20" fmla="*/ 533400 w 533400"/>
                <a:gd name="connsiteY20" fmla="*/ 38100 h 685800"/>
                <a:gd name="connsiteX21" fmla="*/ 495300 w 533400"/>
                <a:gd name="connsiteY21" fmla="*/ 0 h 685800"/>
                <a:gd name="connsiteX22" fmla="*/ 400050 w 533400"/>
                <a:gd name="connsiteY22" fmla="*/ 0 h 685800"/>
                <a:gd name="connsiteX23" fmla="*/ 400050 w 533400"/>
                <a:gd name="connsiteY23" fmla="*/ 19050 h 685800"/>
                <a:gd name="connsiteX24" fmla="*/ 419100 w 533400"/>
                <a:gd name="connsiteY24" fmla="*/ 19050 h 685800"/>
                <a:gd name="connsiteX25" fmla="*/ 419100 w 533400"/>
                <a:gd name="connsiteY25" fmla="*/ 95250 h 685800"/>
                <a:gd name="connsiteX26" fmla="*/ 114300 w 533400"/>
                <a:gd name="connsiteY26" fmla="*/ 95250 h 685800"/>
                <a:gd name="connsiteX27" fmla="*/ 114300 w 533400"/>
                <a:gd name="connsiteY27" fmla="*/ 19050 h 685800"/>
                <a:gd name="connsiteX28" fmla="*/ 133350 w 533400"/>
                <a:gd name="connsiteY28" fmla="*/ 19050 h 685800"/>
                <a:gd name="connsiteX29" fmla="*/ 133350 w 533400"/>
                <a:gd name="connsiteY29" fmla="*/ 0 h 685800"/>
                <a:gd name="connsiteX30" fmla="*/ 38100 w 533400"/>
                <a:gd name="connsiteY30" fmla="*/ 0 h 685800"/>
                <a:gd name="connsiteX31" fmla="*/ 0 w 533400"/>
                <a:gd name="connsiteY31" fmla="*/ 38100 h 685800"/>
                <a:gd name="connsiteX32" fmla="*/ 0 w 533400"/>
                <a:gd name="connsiteY32" fmla="*/ 647700 h 685800"/>
                <a:gd name="connsiteX33" fmla="*/ 38100 w 533400"/>
                <a:gd name="connsiteY33" fmla="*/ 685800 h 685800"/>
                <a:gd name="connsiteX34" fmla="*/ 495300 w 533400"/>
                <a:gd name="connsiteY34" fmla="*/ 685800 h 685800"/>
                <a:gd name="connsiteX35" fmla="*/ 519684 w 533400"/>
                <a:gd name="connsiteY35" fmla="*/ 676656 h 685800"/>
                <a:gd name="connsiteX36" fmla="*/ 483489 w 533400"/>
                <a:gd name="connsiteY36" fmla="*/ 640271 h 685800"/>
                <a:gd name="connsiteX37" fmla="*/ 478917 w 533400"/>
                <a:gd name="connsiteY37" fmla="*/ 635318 h 685800"/>
                <a:gd name="connsiteX38" fmla="*/ 152400 w 533400"/>
                <a:gd name="connsiteY38" fmla="*/ 171450 h 685800"/>
                <a:gd name="connsiteX39" fmla="*/ 457200 w 533400"/>
                <a:gd name="connsiteY39" fmla="*/ 171450 h 685800"/>
                <a:gd name="connsiteX40" fmla="*/ 457200 w 533400"/>
                <a:gd name="connsiteY40" fmla="*/ 209550 h 685800"/>
                <a:gd name="connsiteX41" fmla="*/ 152400 w 533400"/>
                <a:gd name="connsiteY41" fmla="*/ 209550 h 685800"/>
                <a:gd name="connsiteX42" fmla="*/ 152400 w 533400"/>
                <a:gd name="connsiteY42" fmla="*/ 247650 h 685800"/>
                <a:gd name="connsiteX43" fmla="*/ 457200 w 533400"/>
                <a:gd name="connsiteY43" fmla="*/ 247650 h 685800"/>
                <a:gd name="connsiteX44" fmla="*/ 457200 w 533400"/>
                <a:gd name="connsiteY44" fmla="*/ 285750 h 685800"/>
                <a:gd name="connsiteX45" fmla="*/ 152400 w 533400"/>
                <a:gd name="connsiteY45" fmla="*/ 285750 h 685800"/>
                <a:gd name="connsiteX46" fmla="*/ 114300 w 533400"/>
                <a:gd name="connsiteY46" fmla="*/ 590550 h 685800"/>
                <a:gd name="connsiteX47" fmla="*/ 76200 w 533400"/>
                <a:gd name="connsiteY47" fmla="*/ 590550 h 685800"/>
                <a:gd name="connsiteX48" fmla="*/ 76200 w 533400"/>
                <a:gd name="connsiteY48" fmla="*/ 552450 h 685800"/>
                <a:gd name="connsiteX49" fmla="*/ 114300 w 533400"/>
                <a:gd name="connsiteY49" fmla="*/ 552450 h 685800"/>
                <a:gd name="connsiteX50" fmla="*/ 114300 w 533400"/>
                <a:gd name="connsiteY50" fmla="*/ 514350 h 685800"/>
                <a:gd name="connsiteX51" fmla="*/ 76200 w 533400"/>
                <a:gd name="connsiteY51" fmla="*/ 514350 h 685800"/>
                <a:gd name="connsiteX52" fmla="*/ 76200 w 533400"/>
                <a:gd name="connsiteY52" fmla="*/ 476250 h 685800"/>
                <a:gd name="connsiteX53" fmla="*/ 114300 w 533400"/>
                <a:gd name="connsiteY53" fmla="*/ 476250 h 685800"/>
                <a:gd name="connsiteX54" fmla="*/ 114300 w 533400"/>
                <a:gd name="connsiteY54" fmla="*/ 438150 h 685800"/>
                <a:gd name="connsiteX55" fmla="*/ 76200 w 533400"/>
                <a:gd name="connsiteY55" fmla="*/ 438150 h 685800"/>
                <a:gd name="connsiteX56" fmla="*/ 76200 w 533400"/>
                <a:gd name="connsiteY56" fmla="*/ 400050 h 685800"/>
                <a:gd name="connsiteX57" fmla="*/ 114300 w 533400"/>
                <a:gd name="connsiteY57" fmla="*/ 400050 h 685800"/>
                <a:gd name="connsiteX58" fmla="*/ 114300 w 533400"/>
                <a:gd name="connsiteY58" fmla="*/ 361950 h 685800"/>
                <a:gd name="connsiteX59" fmla="*/ 76200 w 533400"/>
                <a:gd name="connsiteY59" fmla="*/ 361950 h 685800"/>
                <a:gd name="connsiteX60" fmla="*/ 76200 w 533400"/>
                <a:gd name="connsiteY60" fmla="*/ 323850 h 685800"/>
                <a:gd name="connsiteX61" fmla="*/ 114300 w 533400"/>
                <a:gd name="connsiteY61" fmla="*/ 323850 h 685800"/>
                <a:gd name="connsiteX62" fmla="*/ 114300 w 533400"/>
                <a:gd name="connsiteY62" fmla="*/ 285750 h 685800"/>
                <a:gd name="connsiteX63" fmla="*/ 76200 w 533400"/>
                <a:gd name="connsiteY63" fmla="*/ 285750 h 685800"/>
                <a:gd name="connsiteX64" fmla="*/ 76200 w 533400"/>
                <a:gd name="connsiteY64" fmla="*/ 247650 h 685800"/>
                <a:gd name="connsiteX65" fmla="*/ 114300 w 533400"/>
                <a:gd name="connsiteY65" fmla="*/ 247650 h 685800"/>
                <a:gd name="connsiteX66" fmla="*/ 114300 w 533400"/>
                <a:gd name="connsiteY66" fmla="*/ 209550 h 685800"/>
                <a:gd name="connsiteX67" fmla="*/ 76200 w 533400"/>
                <a:gd name="connsiteY67" fmla="*/ 209550 h 685800"/>
                <a:gd name="connsiteX68" fmla="*/ 76200 w 533400"/>
                <a:gd name="connsiteY68" fmla="*/ 171450 h 685800"/>
                <a:gd name="connsiteX69" fmla="*/ 114300 w 533400"/>
                <a:gd name="connsiteY69" fmla="*/ 17145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33400" h="685800">
                  <a:moveTo>
                    <a:pt x="478917" y="635318"/>
                  </a:moveTo>
                  <a:cubicBezTo>
                    <a:pt x="460050" y="643538"/>
                    <a:pt x="439682" y="647753"/>
                    <a:pt x="419100" y="647700"/>
                  </a:cubicBezTo>
                  <a:cubicBezTo>
                    <a:pt x="372858" y="647671"/>
                    <a:pt x="329129" y="626648"/>
                    <a:pt x="300228" y="590550"/>
                  </a:cubicBezTo>
                  <a:lnTo>
                    <a:pt x="152400" y="590550"/>
                  </a:lnTo>
                  <a:lnTo>
                    <a:pt x="152400" y="552450"/>
                  </a:lnTo>
                  <a:lnTo>
                    <a:pt x="277940" y="552450"/>
                  </a:lnTo>
                  <a:cubicBezTo>
                    <a:pt x="272973" y="540243"/>
                    <a:pt x="269641" y="527432"/>
                    <a:pt x="268034" y="514350"/>
                  </a:cubicBezTo>
                  <a:lnTo>
                    <a:pt x="152400" y="514350"/>
                  </a:lnTo>
                  <a:lnTo>
                    <a:pt x="152400" y="476250"/>
                  </a:lnTo>
                  <a:lnTo>
                    <a:pt x="268034" y="476250"/>
                  </a:lnTo>
                  <a:cubicBezTo>
                    <a:pt x="269641" y="463168"/>
                    <a:pt x="272973" y="450357"/>
                    <a:pt x="277940" y="438150"/>
                  </a:cubicBezTo>
                  <a:lnTo>
                    <a:pt x="152400" y="438150"/>
                  </a:lnTo>
                  <a:lnTo>
                    <a:pt x="152400" y="400050"/>
                  </a:lnTo>
                  <a:lnTo>
                    <a:pt x="300228" y="400050"/>
                  </a:lnTo>
                  <a:cubicBezTo>
                    <a:pt x="312771" y="384572"/>
                    <a:pt x="328161" y="371639"/>
                    <a:pt x="345567" y="361950"/>
                  </a:cubicBezTo>
                  <a:lnTo>
                    <a:pt x="152400" y="361950"/>
                  </a:lnTo>
                  <a:lnTo>
                    <a:pt x="152400" y="323850"/>
                  </a:lnTo>
                  <a:lnTo>
                    <a:pt x="457200" y="323850"/>
                  </a:lnTo>
                  <a:lnTo>
                    <a:pt x="457200" y="347853"/>
                  </a:lnTo>
                  <a:cubicBezTo>
                    <a:pt x="486739" y="355551"/>
                    <a:pt x="513285" y="371944"/>
                    <a:pt x="533400" y="394907"/>
                  </a:cubicBezTo>
                  <a:lnTo>
                    <a:pt x="533400" y="38100"/>
                  </a:lnTo>
                  <a:cubicBezTo>
                    <a:pt x="533400" y="17058"/>
                    <a:pt x="516343" y="0"/>
                    <a:pt x="495300" y="0"/>
                  </a:cubicBezTo>
                  <a:lnTo>
                    <a:pt x="400050" y="0"/>
                  </a:lnTo>
                  <a:lnTo>
                    <a:pt x="400050" y="19050"/>
                  </a:lnTo>
                  <a:lnTo>
                    <a:pt x="419100" y="19050"/>
                  </a:lnTo>
                  <a:lnTo>
                    <a:pt x="419100" y="95250"/>
                  </a:lnTo>
                  <a:lnTo>
                    <a:pt x="114300" y="95250"/>
                  </a:lnTo>
                  <a:lnTo>
                    <a:pt x="114300" y="19050"/>
                  </a:lnTo>
                  <a:lnTo>
                    <a:pt x="133350" y="19050"/>
                  </a:lnTo>
                  <a:lnTo>
                    <a:pt x="133350" y="0"/>
                  </a:lnTo>
                  <a:lnTo>
                    <a:pt x="38100" y="0"/>
                  </a:lnTo>
                  <a:cubicBezTo>
                    <a:pt x="17057" y="0"/>
                    <a:pt x="0" y="17058"/>
                    <a:pt x="0" y="38100"/>
                  </a:cubicBezTo>
                  <a:lnTo>
                    <a:pt x="0" y="647700"/>
                  </a:lnTo>
                  <a:cubicBezTo>
                    <a:pt x="0" y="668743"/>
                    <a:pt x="17057" y="685800"/>
                    <a:pt x="38100" y="685800"/>
                  </a:cubicBezTo>
                  <a:lnTo>
                    <a:pt x="495300" y="685800"/>
                  </a:lnTo>
                  <a:cubicBezTo>
                    <a:pt x="504250" y="685711"/>
                    <a:pt x="512883" y="682474"/>
                    <a:pt x="519684" y="676656"/>
                  </a:cubicBezTo>
                  <a:lnTo>
                    <a:pt x="483489" y="640271"/>
                  </a:lnTo>
                  <a:cubicBezTo>
                    <a:pt x="481828" y="638750"/>
                    <a:pt x="480298" y="637095"/>
                    <a:pt x="478917" y="635318"/>
                  </a:cubicBezTo>
                  <a:close/>
                  <a:moveTo>
                    <a:pt x="152400" y="171450"/>
                  </a:moveTo>
                  <a:lnTo>
                    <a:pt x="457200" y="171450"/>
                  </a:lnTo>
                  <a:lnTo>
                    <a:pt x="457200" y="209550"/>
                  </a:lnTo>
                  <a:lnTo>
                    <a:pt x="152400" y="209550"/>
                  </a:lnTo>
                  <a:close/>
                  <a:moveTo>
                    <a:pt x="152400" y="247650"/>
                  </a:moveTo>
                  <a:lnTo>
                    <a:pt x="457200" y="247650"/>
                  </a:lnTo>
                  <a:lnTo>
                    <a:pt x="457200" y="285750"/>
                  </a:lnTo>
                  <a:lnTo>
                    <a:pt x="152400" y="285750"/>
                  </a:lnTo>
                  <a:close/>
                  <a:moveTo>
                    <a:pt x="114300" y="590550"/>
                  </a:moveTo>
                  <a:lnTo>
                    <a:pt x="76200" y="590550"/>
                  </a:lnTo>
                  <a:lnTo>
                    <a:pt x="76200" y="552450"/>
                  </a:lnTo>
                  <a:lnTo>
                    <a:pt x="114300" y="552450"/>
                  </a:lnTo>
                  <a:close/>
                  <a:moveTo>
                    <a:pt x="114300" y="514350"/>
                  </a:moveTo>
                  <a:lnTo>
                    <a:pt x="76200" y="514350"/>
                  </a:lnTo>
                  <a:lnTo>
                    <a:pt x="76200" y="476250"/>
                  </a:lnTo>
                  <a:lnTo>
                    <a:pt x="114300" y="476250"/>
                  </a:lnTo>
                  <a:close/>
                  <a:moveTo>
                    <a:pt x="114300" y="438150"/>
                  </a:moveTo>
                  <a:lnTo>
                    <a:pt x="76200" y="438150"/>
                  </a:lnTo>
                  <a:lnTo>
                    <a:pt x="76200" y="400050"/>
                  </a:lnTo>
                  <a:lnTo>
                    <a:pt x="114300" y="400050"/>
                  </a:lnTo>
                  <a:close/>
                  <a:moveTo>
                    <a:pt x="114300" y="361950"/>
                  </a:moveTo>
                  <a:lnTo>
                    <a:pt x="76200" y="361950"/>
                  </a:lnTo>
                  <a:lnTo>
                    <a:pt x="76200" y="323850"/>
                  </a:lnTo>
                  <a:lnTo>
                    <a:pt x="114300" y="323850"/>
                  </a:lnTo>
                  <a:close/>
                  <a:moveTo>
                    <a:pt x="114300" y="285750"/>
                  </a:moveTo>
                  <a:lnTo>
                    <a:pt x="76200" y="285750"/>
                  </a:lnTo>
                  <a:lnTo>
                    <a:pt x="76200" y="247650"/>
                  </a:lnTo>
                  <a:lnTo>
                    <a:pt x="114300" y="247650"/>
                  </a:lnTo>
                  <a:close/>
                  <a:moveTo>
                    <a:pt x="114300" y="209550"/>
                  </a:moveTo>
                  <a:lnTo>
                    <a:pt x="76200" y="209550"/>
                  </a:lnTo>
                  <a:lnTo>
                    <a:pt x="76200" y="171450"/>
                  </a:lnTo>
                  <a:lnTo>
                    <a:pt x="114300" y="171450"/>
                  </a:lnTo>
                  <a:close/>
                </a:path>
              </a:pathLst>
            </a:custGeom>
            <a:solidFill>
              <a:srgbClr val="6890AB"/>
            </a:solidFill>
            <a:ln w="190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>
                <a:solidFill>
                  <a:srgbClr val="505350"/>
                </a:solidFill>
                <a:latin typeface="Calibri" panose="020F0502020204030204"/>
              </a:endParaRP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5765D3EB-F780-D84A-9938-C66CDD61297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2451" y="3009473"/>
            <a:ext cx="1219200" cy="1219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2EB17C-02E8-524C-BF55-96C18E47F093}"/>
              </a:ext>
            </a:extLst>
          </p:cNvPr>
          <p:cNvSpPr txBox="1"/>
          <p:nvPr/>
        </p:nvSpPr>
        <p:spPr>
          <a:xfrm>
            <a:off x="769391" y="4380102"/>
            <a:ext cx="1325320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PDF document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9A666CE-EAED-E349-9A81-7571FED480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6105" y="3009473"/>
            <a:ext cx="1219200" cy="1219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C731FC8-4076-B149-B02D-788789188A6B}"/>
              </a:ext>
            </a:extLst>
          </p:cNvPr>
          <p:cNvSpPr txBox="1"/>
          <p:nvPr/>
        </p:nvSpPr>
        <p:spPr>
          <a:xfrm>
            <a:off x="2323045" y="4380102"/>
            <a:ext cx="1325320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Financial document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4B7272-5116-1E45-B8EC-EFC8F222F3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938985" y="3009473"/>
            <a:ext cx="1219200" cy="1219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25B34F1-5D87-F54F-B5C2-3C496EA5283E}"/>
              </a:ext>
            </a:extLst>
          </p:cNvPr>
          <p:cNvSpPr txBox="1"/>
          <p:nvPr/>
        </p:nvSpPr>
        <p:spPr>
          <a:xfrm>
            <a:off x="3885925" y="4380102"/>
            <a:ext cx="1325320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Certification</a:t>
            </a:r>
          </a:p>
        </p:txBody>
      </p:sp>
    </p:spTree>
    <p:extLst>
      <p:ext uri="{BB962C8B-B14F-4D97-AF65-F5344CB8AC3E}">
        <p14:creationId xmlns:p14="http://schemas.microsoft.com/office/powerpoint/2010/main" val="362461699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Financial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A530E5-B8DD-C143-9249-449F4B656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0597" y="4477101"/>
            <a:ext cx="1219200" cy="1219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8047DAB-C77E-064B-8C13-9102A02BD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9993" y="2839884"/>
            <a:ext cx="1219200" cy="1219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23308D0-915E-F747-AA09-0016425BFA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229" y="2838412"/>
            <a:ext cx="1219200" cy="1219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D12A32A-518F-F74E-9F8C-62ECD944B6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6805" y="4477101"/>
            <a:ext cx="1219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7EDF60B-630C-ED44-BE63-C56EE1D322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37876" y="4477101"/>
            <a:ext cx="1219200" cy="1219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D70B3BA-4B70-2F41-AD5A-4AE151A1EA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06805" y="1180185"/>
            <a:ext cx="1219200" cy="12192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BFD2805-6450-9043-A112-C8ACCFA98D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50597" y="2838412"/>
            <a:ext cx="1219200" cy="121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D3A65DA-8930-7D47-8CAC-81FC378FC95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94756" y="2838412"/>
            <a:ext cx="1219200" cy="12192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2F260D8-6CE0-0D41-B21E-9918FC3B28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2229" y="1180185"/>
            <a:ext cx="1219200" cy="1219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DFD475E-3F72-0042-864B-00C681C7A5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06805" y="2838412"/>
            <a:ext cx="1219200" cy="12192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B0D8FE0-BD03-A045-9887-DF8B5E805FC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7876" y="2838412"/>
            <a:ext cx="1219200" cy="1219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6D1A4207-D022-C24E-BCFE-E6EAE69482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28965" y="4483324"/>
            <a:ext cx="1219200" cy="1219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924B1367-D94F-CF49-ADAD-CCD23897135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2229" y="4477101"/>
            <a:ext cx="1219200" cy="1219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AFEB92A-2A75-254F-B50A-2BC376E60B6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37876" y="1205459"/>
            <a:ext cx="1219200" cy="12192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3D4104E-E749-4D46-A7BD-772179714D6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829993" y="1180185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99351DD-8816-7841-A383-90617FED6F4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57799" y="1180185"/>
            <a:ext cx="1219200" cy="1219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BDD7729-8235-694A-A183-AF60399BAE4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00935" y="1205459"/>
            <a:ext cx="1219200" cy="1219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45D0D34F-CC17-334B-B24E-2654D8CF3A6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94756" y="4479692"/>
            <a:ext cx="1219200" cy="1219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AAFEB52-BC24-124E-B456-D761A800C2EB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Finance Dollar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72EDCC-57BF-E149-A9E9-887712B3624D}"/>
              </a:ext>
            </a:extLst>
          </p:cNvPr>
          <p:cNvSpPr txBox="1"/>
          <p:nvPr/>
        </p:nvSpPr>
        <p:spPr>
          <a:xfrm>
            <a:off x="2357670" y="2427162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Financial decrease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63DA65-9F1F-FB45-8301-C93523CCF384}"/>
              </a:ext>
            </a:extLst>
          </p:cNvPr>
          <p:cNvSpPr txBox="1"/>
          <p:nvPr/>
        </p:nvSpPr>
        <p:spPr>
          <a:xfrm>
            <a:off x="788609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Paycheck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B2ED3F-5891-D341-A70E-4581408DBF63}"/>
              </a:ext>
            </a:extLst>
          </p:cNvPr>
          <p:cNvSpPr txBox="1"/>
          <p:nvPr/>
        </p:nvSpPr>
        <p:spPr>
          <a:xfrm>
            <a:off x="2368298" y="4098076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Paycheck increase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0B1D4B-DAB4-E74A-9290-685CB734F2F6}"/>
              </a:ext>
            </a:extLst>
          </p:cNvPr>
          <p:cNvSpPr txBox="1"/>
          <p:nvPr/>
        </p:nvSpPr>
        <p:spPr>
          <a:xfrm>
            <a:off x="788609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Personal ID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3203C4-A4EC-C344-AAA6-2479AC8A5034}"/>
              </a:ext>
            </a:extLst>
          </p:cNvPr>
          <p:cNvSpPr txBox="1"/>
          <p:nvPr/>
        </p:nvSpPr>
        <p:spPr>
          <a:xfrm>
            <a:off x="2368298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ID security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E19862-73CF-2D43-AB40-8AF43F25284B}"/>
              </a:ext>
            </a:extLst>
          </p:cNvPr>
          <p:cNvSpPr txBox="1"/>
          <p:nvPr/>
        </p:nvSpPr>
        <p:spPr>
          <a:xfrm>
            <a:off x="3904801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Credit card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1464A3-BF8D-0747-B6EB-148166860E55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Chart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E029AF-5F70-A547-9210-93BAE08B8BFE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Dollar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7FB0CF-DF20-C34F-BA9B-A2D6E26D9A1A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Dollar increase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3E21DD-5A88-2B41-B734-58E4A6D3EFB2}"/>
              </a:ext>
            </a:extLst>
          </p:cNvPr>
          <p:cNvSpPr txBox="1"/>
          <p:nvPr/>
        </p:nvSpPr>
        <p:spPr>
          <a:xfrm>
            <a:off x="5321246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Cryptocurrency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EE0A5-5F29-6F41-9534-6BB14EDC88E5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Dollar decrease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1B3CC2-5699-7345-A610-5B4A6494C635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Financial alert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FFDFDB-3C54-4041-88DB-3579BFDAF831}"/>
              </a:ext>
            </a:extLst>
          </p:cNvPr>
          <p:cNvSpPr txBox="1"/>
          <p:nvPr/>
        </p:nvSpPr>
        <p:spPr>
          <a:xfrm>
            <a:off x="6858782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Crypto bag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B74042-19EA-6F49-AD01-EBF0C689A528}"/>
              </a:ext>
            </a:extLst>
          </p:cNvPr>
          <p:cNvSpPr txBox="1"/>
          <p:nvPr/>
        </p:nvSpPr>
        <p:spPr>
          <a:xfrm>
            <a:off x="8385331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Money bag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33AD60-9B9F-C243-B92A-94482BFCFD7A}"/>
              </a:ext>
            </a:extLst>
          </p:cNvPr>
          <p:cNvSpPr txBox="1"/>
          <p:nvPr/>
        </p:nvSpPr>
        <p:spPr>
          <a:xfrm>
            <a:off x="5321246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Bitcoin app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869351-E6A7-AC42-BFF2-7AF0D375520B}"/>
              </a:ext>
            </a:extLst>
          </p:cNvPr>
          <p:cNvSpPr txBox="1"/>
          <p:nvPr/>
        </p:nvSpPr>
        <p:spPr>
          <a:xfrm>
            <a:off x="6858782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Percentage chart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1A1E99-EA9C-7441-A02D-13489201DB9C}"/>
              </a:ext>
            </a:extLst>
          </p:cNvPr>
          <p:cNvSpPr txBox="1"/>
          <p:nvPr/>
        </p:nvSpPr>
        <p:spPr>
          <a:xfrm>
            <a:off x="838533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Financial chart</a:t>
            </a:r>
          </a:p>
        </p:txBody>
      </p:sp>
    </p:spTree>
    <p:extLst>
      <p:ext uri="{BB962C8B-B14F-4D97-AF65-F5344CB8AC3E}">
        <p14:creationId xmlns:p14="http://schemas.microsoft.com/office/powerpoint/2010/main" val="8674243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Financial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71115269-087C-B541-A462-41F37A150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0603" y="1295400"/>
            <a:ext cx="1219200" cy="1219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39C9AD0-6B40-0D4F-A6C0-FCC406A74E6A}"/>
              </a:ext>
            </a:extLst>
          </p:cNvPr>
          <p:cNvSpPr txBox="1"/>
          <p:nvPr/>
        </p:nvSpPr>
        <p:spPr>
          <a:xfrm>
            <a:off x="766026" y="2465047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Insurance decrease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4F584465-223E-144D-A0D6-B4B4496E1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675" y="1205459"/>
            <a:ext cx="1219200" cy="12192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5796677-E817-EC45-A004-7BAF4CF62B57}"/>
              </a:ext>
            </a:extLst>
          </p:cNvPr>
          <p:cNvSpPr txBox="1"/>
          <p:nvPr/>
        </p:nvSpPr>
        <p:spPr>
          <a:xfrm>
            <a:off x="2143098" y="2465047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Insurance increase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5EA0FEDE-8AF8-FE4B-BC1B-F3F4181860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84743" y="1203063"/>
            <a:ext cx="1219200" cy="1219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BB0B587-A0F1-444C-8C94-4AAC42945D9E}"/>
              </a:ext>
            </a:extLst>
          </p:cNvPr>
          <p:cNvSpPr txBox="1"/>
          <p:nvPr/>
        </p:nvSpPr>
        <p:spPr>
          <a:xfrm>
            <a:off x="5256668" y="2466220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Cybersecurity insurance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5242B9-6200-4042-8F7B-FE9B2D4B290A}"/>
              </a:ext>
            </a:extLst>
          </p:cNvPr>
          <p:cNvSpPr txBox="1"/>
          <p:nvPr/>
        </p:nvSpPr>
        <p:spPr>
          <a:xfrm>
            <a:off x="3725954" y="2424766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Insurance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39132C7E-4D73-3D4A-AEB8-EB0861D9B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311383" y="1203063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587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People Groups</a:t>
            </a:r>
          </a:p>
        </p:txBody>
      </p:sp>
      <p:pic>
        <p:nvPicPr>
          <p:cNvPr id="22" name="Graphic 21" descr="Team systems, three people with cog.">
            <a:extLst>
              <a:ext uri="{FF2B5EF4-FFF2-40B4-BE49-F238E27FC236}">
                <a16:creationId xmlns:a16="http://schemas.microsoft.com/office/drawing/2014/main" id="{DB4EAB13-67B9-3D4D-ACC1-E4CC07C00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7619" y="4471683"/>
            <a:ext cx="1219200" cy="1219200"/>
          </a:xfrm>
          <a:prstGeom prst="rect">
            <a:avLst/>
          </a:prstGeom>
        </p:spPr>
      </p:pic>
      <p:pic>
        <p:nvPicPr>
          <p:cNvPr id="80" name="Graphic 79" descr="Security team, three people with security shield">
            <a:extLst>
              <a:ext uri="{FF2B5EF4-FFF2-40B4-BE49-F238E27FC236}">
                <a16:creationId xmlns:a16="http://schemas.microsoft.com/office/drawing/2014/main" id="{2873D7E4-3B44-6845-92E9-325BE598D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7619" y="2903196"/>
            <a:ext cx="1219200" cy="1219200"/>
          </a:xfrm>
          <a:prstGeom prst="rect">
            <a:avLst/>
          </a:prstGeom>
        </p:spPr>
      </p:pic>
      <p:pic>
        <p:nvPicPr>
          <p:cNvPr id="188" name="Graphic 187" descr="Security board members, three executives with security shield">
            <a:extLst>
              <a:ext uri="{FF2B5EF4-FFF2-40B4-BE49-F238E27FC236}">
                <a16:creationId xmlns:a16="http://schemas.microsoft.com/office/drawing/2014/main" id="{C45AF213-97F7-2747-B865-4E726A2C4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6572" y="2903196"/>
            <a:ext cx="1219200" cy="1219200"/>
          </a:xfrm>
          <a:prstGeom prst="rect">
            <a:avLst/>
          </a:prstGeom>
        </p:spPr>
      </p:pic>
      <p:pic>
        <p:nvPicPr>
          <p:cNvPr id="320" name="Graphic 319" descr="Attacker group">
            <a:extLst>
              <a:ext uri="{FF2B5EF4-FFF2-40B4-BE49-F238E27FC236}">
                <a16:creationId xmlns:a16="http://schemas.microsoft.com/office/drawing/2014/main" id="{E448C226-A2CF-ED4C-ADDB-D1A6B2B0EC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8013" y="1374499"/>
            <a:ext cx="1219200" cy="1219200"/>
          </a:xfrm>
          <a:prstGeom prst="rect">
            <a:avLst/>
          </a:prstGeom>
        </p:spPr>
      </p:pic>
      <p:pic>
        <p:nvPicPr>
          <p:cNvPr id="336" name="Graphic 335" descr="Training presentation">
            <a:extLst>
              <a:ext uri="{FF2B5EF4-FFF2-40B4-BE49-F238E27FC236}">
                <a16:creationId xmlns:a16="http://schemas.microsoft.com/office/drawing/2014/main" id="{33B1881A-4968-B741-9387-3481BA15BD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47435" y="1374499"/>
            <a:ext cx="1219200" cy="1219200"/>
          </a:xfrm>
          <a:prstGeom prst="rect">
            <a:avLst/>
          </a:prstGeom>
        </p:spPr>
      </p:pic>
      <p:pic>
        <p:nvPicPr>
          <p:cNvPr id="346" name="Graphic 345" descr="Board member alert; three executives with exclamation point">
            <a:extLst>
              <a:ext uri="{FF2B5EF4-FFF2-40B4-BE49-F238E27FC236}">
                <a16:creationId xmlns:a16="http://schemas.microsoft.com/office/drawing/2014/main" id="{60298A8D-5D2E-8342-AB11-33F447ECD0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6572" y="4471683"/>
            <a:ext cx="1219200" cy="1219200"/>
          </a:xfrm>
          <a:prstGeom prst="rect">
            <a:avLst/>
          </a:prstGeom>
        </p:spPr>
      </p:pic>
      <p:pic>
        <p:nvPicPr>
          <p:cNvPr id="352" name="Graphic 351" descr="Board members, three executives">
            <a:extLst>
              <a:ext uri="{FF2B5EF4-FFF2-40B4-BE49-F238E27FC236}">
                <a16:creationId xmlns:a16="http://schemas.microsoft.com/office/drawing/2014/main" id="{DEF3BE39-712B-234E-9BF7-C09E925259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36572" y="1374499"/>
            <a:ext cx="1219200" cy="1219200"/>
          </a:xfrm>
          <a:prstGeom prst="rect">
            <a:avLst/>
          </a:prstGeom>
        </p:spPr>
      </p:pic>
      <p:pic>
        <p:nvPicPr>
          <p:cNvPr id="354" name="Graphic 353" descr="Partners">
            <a:extLst>
              <a:ext uri="{FF2B5EF4-FFF2-40B4-BE49-F238E27FC236}">
                <a16:creationId xmlns:a16="http://schemas.microsoft.com/office/drawing/2014/main" id="{5BC2EA38-F367-A149-88F2-F4CB4B66F1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451" y="1374499"/>
            <a:ext cx="1219200" cy="1219200"/>
          </a:xfrm>
          <a:prstGeom prst="rect">
            <a:avLst/>
          </a:prstGeom>
        </p:spPr>
      </p:pic>
      <p:pic>
        <p:nvPicPr>
          <p:cNvPr id="356" name="Graphic 355" descr="Team">
            <a:extLst>
              <a:ext uri="{FF2B5EF4-FFF2-40B4-BE49-F238E27FC236}">
                <a16:creationId xmlns:a16="http://schemas.microsoft.com/office/drawing/2014/main" id="{C568B831-4080-A146-8885-876D42B15B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77619" y="1374499"/>
            <a:ext cx="1219200" cy="1219200"/>
          </a:xfrm>
          <a:prstGeom prst="rect">
            <a:avLst/>
          </a:prstGeom>
        </p:spPr>
      </p:pic>
      <p:pic>
        <p:nvPicPr>
          <p:cNvPr id="403" name="Graphic 402" descr="Security partners, two people with security shield">
            <a:extLst>
              <a:ext uri="{FF2B5EF4-FFF2-40B4-BE49-F238E27FC236}">
                <a16:creationId xmlns:a16="http://schemas.microsoft.com/office/drawing/2014/main" id="{3DCCC974-ECC1-3442-BCFB-80CAAE4DA6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1451" y="2903196"/>
            <a:ext cx="1219200" cy="1219200"/>
          </a:xfrm>
          <a:prstGeom prst="rect">
            <a:avLst/>
          </a:prstGeom>
        </p:spPr>
      </p:pic>
      <p:pic>
        <p:nvPicPr>
          <p:cNvPr id="14" name="Graphic 13" descr="Security team alt., three people with security shield">
            <a:extLst>
              <a:ext uri="{FF2B5EF4-FFF2-40B4-BE49-F238E27FC236}">
                <a16:creationId xmlns:a16="http://schemas.microsoft.com/office/drawing/2014/main" id="{B73F9A6E-0DB4-7448-B181-B94F5455641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1451" y="4471683"/>
            <a:ext cx="1219200" cy="1219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6020FF-8182-3D47-9DC1-DBAF7622FE83}"/>
              </a:ext>
            </a:extLst>
          </p:cNvPr>
          <p:cNvSpPr txBox="1"/>
          <p:nvPr/>
        </p:nvSpPr>
        <p:spPr>
          <a:xfrm>
            <a:off x="878541" y="2549414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Partners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286580-8F66-E44D-9F48-9C6CF22B7BB5}"/>
              </a:ext>
            </a:extLst>
          </p:cNvPr>
          <p:cNvSpPr txBox="1"/>
          <p:nvPr/>
        </p:nvSpPr>
        <p:spPr>
          <a:xfrm>
            <a:off x="2434709" y="2549414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710E22-D9D2-314D-BFA5-2984DFAE16FC}"/>
              </a:ext>
            </a:extLst>
          </p:cNvPr>
          <p:cNvSpPr txBox="1"/>
          <p:nvPr/>
        </p:nvSpPr>
        <p:spPr>
          <a:xfrm>
            <a:off x="3731164" y="2549414"/>
            <a:ext cx="1630016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Board members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7584B0-3782-7F42-B31A-BCA83B31F7A7}"/>
              </a:ext>
            </a:extLst>
          </p:cNvPr>
          <p:cNvSpPr txBox="1"/>
          <p:nvPr/>
        </p:nvSpPr>
        <p:spPr>
          <a:xfrm>
            <a:off x="5433299" y="254941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Attacker group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42E37D-ECC2-E347-BD2D-709A0493654C}"/>
              </a:ext>
            </a:extLst>
          </p:cNvPr>
          <p:cNvSpPr txBox="1"/>
          <p:nvPr/>
        </p:nvSpPr>
        <p:spPr>
          <a:xfrm>
            <a:off x="6992720" y="254941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Training presentation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828F0D-64EE-F648-9B27-3797C6C71D28}"/>
              </a:ext>
            </a:extLst>
          </p:cNvPr>
          <p:cNvSpPr txBox="1"/>
          <p:nvPr/>
        </p:nvSpPr>
        <p:spPr>
          <a:xfrm>
            <a:off x="878541" y="409739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partners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EEADF5-5EA8-6A42-A330-75DBB0686933}"/>
              </a:ext>
            </a:extLst>
          </p:cNvPr>
          <p:cNvSpPr txBox="1"/>
          <p:nvPr/>
        </p:nvSpPr>
        <p:spPr>
          <a:xfrm>
            <a:off x="2434709" y="409739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team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B1DC9-144E-4A4A-A932-A0984134E996}"/>
              </a:ext>
            </a:extLst>
          </p:cNvPr>
          <p:cNvSpPr txBox="1"/>
          <p:nvPr/>
        </p:nvSpPr>
        <p:spPr>
          <a:xfrm>
            <a:off x="3731164" y="4097399"/>
            <a:ext cx="1630016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board members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7B047E-7D8D-3347-BDA6-18E1A00C09B0}"/>
              </a:ext>
            </a:extLst>
          </p:cNvPr>
          <p:cNvSpPr txBox="1"/>
          <p:nvPr/>
        </p:nvSpPr>
        <p:spPr>
          <a:xfrm>
            <a:off x="5433299" y="409739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Board communication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B7BA9B-507F-C041-9858-453BF3CC4931}"/>
              </a:ext>
            </a:extLst>
          </p:cNvPr>
          <p:cNvSpPr txBox="1"/>
          <p:nvPr/>
        </p:nvSpPr>
        <p:spPr>
          <a:xfrm>
            <a:off x="878541" y="570111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team alt.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C4DF14-59A3-604C-A0A7-87093361C240}"/>
              </a:ext>
            </a:extLst>
          </p:cNvPr>
          <p:cNvSpPr txBox="1"/>
          <p:nvPr/>
        </p:nvSpPr>
        <p:spPr>
          <a:xfrm>
            <a:off x="2434709" y="570111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Team systems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740F6-4B49-EA43-AE8B-D5FDC8839774}"/>
              </a:ext>
            </a:extLst>
          </p:cNvPr>
          <p:cNvSpPr txBox="1"/>
          <p:nvPr/>
        </p:nvSpPr>
        <p:spPr>
          <a:xfrm>
            <a:off x="3731164" y="5701120"/>
            <a:ext cx="1630016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Board member alert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FCAD31-AFB6-1B4B-BDD2-1F223BB2549E}"/>
              </a:ext>
            </a:extLst>
          </p:cNvPr>
          <p:cNvSpPr txBox="1"/>
          <p:nvPr/>
        </p:nvSpPr>
        <p:spPr>
          <a:xfrm>
            <a:off x="5433299" y="570112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Board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76E87F-2B29-3A48-8CA9-F2EEB14396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488013" y="2903196"/>
            <a:ext cx="1219200" cy="1219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48CDB3A-D353-9B42-854F-EC181B2615D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488013" y="4471683"/>
            <a:ext cx="1219200" cy="1219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C9B06E0-3EDE-AB47-8C88-BA9BA250E98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047435" y="2909208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C8897DB-1A18-5743-A19D-C36600D6FD6E}"/>
              </a:ext>
            </a:extLst>
          </p:cNvPr>
          <p:cNvSpPr txBox="1"/>
          <p:nvPr/>
        </p:nvSpPr>
        <p:spPr>
          <a:xfrm>
            <a:off x="6992720" y="4097399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Team Increase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A832DFE-4452-3345-A257-3AE7230F905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047435" y="4471683"/>
            <a:ext cx="1219200" cy="1219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415CAD3-54ED-AA46-BE05-3733D955BE4E}"/>
              </a:ext>
            </a:extLst>
          </p:cNvPr>
          <p:cNvSpPr txBox="1"/>
          <p:nvPr/>
        </p:nvSpPr>
        <p:spPr>
          <a:xfrm>
            <a:off x="6992720" y="5701119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Team Decrease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A87517-106A-B445-BFD5-C4E41B62563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620848" y="1375793"/>
            <a:ext cx="1219200" cy="12192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860FEE6-C406-5E4D-AE21-9A0D9F2B4E79}"/>
              </a:ext>
            </a:extLst>
          </p:cNvPr>
          <p:cNvSpPr txBox="1"/>
          <p:nvPr/>
        </p:nvSpPr>
        <p:spPr>
          <a:xfrm>
            <a:off x="8566134" y="254941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Projection</a:t>
            </a:r>
          </a:p>
        </p:txBody>
      </p:sp>
    </p:spTree>
    <p:extLst>
      <p:ext uri="{BB962C8B-B14F-4D97-AF65-F5344CB8AC3E}">
        <p14:creationId xmlns:p14="http://schemas.microsoft.com/office/powerpoint/2010/main" val="10093439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Individual People cont.</a:t>
            </a:r>
          </a:p>
        </p:txBody>
      </p:sp>
      <p:pic>
        <p:nvPicPr>
          <p:cNvPr id="648" name="Graphic 647" descr="Attacker, spy alert">
            <a:extLst>
              <a:ext uri="{FF2B5EF4-FFF2-40B4-BE49-F238E27FC236}">
                <a16:creationId xmlns:a16="http://schemas.microsoft.com/office/drawing/2014/main" id="{3B2E75F2-2E8E-0144-B6AC-5E25F8412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6479" y="1411161"/>
            <a:ext cx="1219200" cy="1219200"/>
          </a:xfrm>
          <a:prstGeom prst="rect">
            <a:avLst/>
          </a:prstGeom>
        </p:spPr>
      </p:pic>
      <p:pic>
        <p:nvPicPr>
          <p:cNvPr id="651" name="Graphic 650" descr="Attacker, spy">
            <a:extLst>
              <a:ext uri="{FF2B5EF4-FFF2-40B4-BE49-F238E27FC236}">
                <a16:creationId xmlns:a16="http://schemas.microsoft.com/office/drawing/2014/main" id="{F9A5B8B9-FD87-9D48-AD28-B797D5F7E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08" y="1418139"/>
            <a:ext cx="1219200" cy="1219200"/>
          </a:xfrm>
          <a:prstGeom prst="rect">
            <a:avLst/>
          </a:prstGeom>
        </p:spPr>
      </p:pic>
      <p:pic>
        <p:nvPicPr>
          <p:cNvPr id="652" name="Graphic 651">
            <a:extLst>
              <a:ext uri="{FF2B5EF4-FFF2-40B4-BE49-F238E27FC236}">
                <a16:creationId xmlns:a16="http://schemas.microsoft.com/office/drawing/2014/main" id="{ADE216B4-3BBB-7946-AE6F-E09433DED5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246469" y="1418139"/>
            <a:ext cx="1219200" cy="1219200"/>
          </a:xfrm>
          <a:prstGeom prst="rect">
            <a:avLst/>
          </a:prstGeom>
        </p:spPr>
      </p:pic>
      <p:pic>
        <p:nvPicPr>
          <p:cNvPr id="653" name="Graphic 652" descr="Unknown attacker, spy">
            <a:extLst>
              <a:ext uri="{FF2B5EF4-FFF2-40B4-BE49-F238E27FC236}">
                <a16:creationId xmlns:a16="http://schemas.microsoft.com/office/drawing/2014/main" id="{5FAF02F5-4634-5746-9AE3-6370065AB5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6843" y="1411161"/>
            <a:ext cx="1219200" cy="1219200"/>
          </a:xfrm>
          <a:prstGeom prst="rect">
            <a:avLst/>
          </a:prstGeom>
        </p:spPr>
      </p:pic>
      <p:pic>
        <p:nvPicPr>
          <p:cNvPr id="654" name="Graphic 653" descr="Hacktivist">
            <a:extLst>
              <a:ext uri="{FF2B5EF4-FFF2-40B4-BE49-F238E27FC236}">
                <a16:creationId xmlns:a16="http://schemas.microsoft.com/office/drawing/2014/main" id="{F0A35866-2859-A641-922E-D60D47B54A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6451" y="1421628"/>
            <a:ext cx="1219200" cy="1219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3E0AEE-0EEE-7144-BB5C-12714F9C0187}"/>
              </a:ext>
            </a:extLst>
          </p:cNvPr>
          <p:cNvSpPr txBox="1"/>
          <p:nvPr/>
        </p:nvSpPr>
        <p:spPr>
          <a:xfrm>
            <a:off x="820198" y="26303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37BBE4-49F1-EF4D-92A5-5829F031F60A}"/>
              </a:ext>
            </a:extLst>
          </p:cNvPr>
          <p:cNvSpPr txBox="1"/>
          <p:nvPr/>
        </p:nvSpPr>
        <p:spPr>
          <a:xfrm>
            <a:off x="2152484" y="2630362"/>
            <a:ext cx="1427920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Unknown attacker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D23A1E-C157-9E40-B6BD-7A647CD0D20E}"/>
              </a:ext>
            </a:extLst>
          </p:cNvPr>
          <p:cNvSpPr txBox="1"/>
          <p:nvPr/>
        </p:nvSpPr>
        <p:spPr>
          <a:xfrm>
            <a:off x="3833569" y="26303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Attacker alert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00B3B6-D0D4-5241-B3D5-BC6A1783EEA1}"/>
              </a:ext>
            </a:extLst>
          </p:cNvPr>
          <p:cNvSpPr txBox="1"/>
          <p:nvPr/>
        </p:nvSpPr>
        <p:spPr>
          <a:xfrm>
            <a:off x="5191755" y="26303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Fewer attackers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3DC1D0-90FF-6C43-B39E-C28776680289}"/>
              </a:ext>
            </a:extLst>
          </p:cNvPr>
          <p:cNvSpPr txBox="1"/>
          <p:nvPr/>
        </p:nvSpPr>
        <p:spPr>
          <a:xfrm>
            <a:off x="8109974" y="26303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Hacktivist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75C44B3-47D3-434C-8296-2F54A1882F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716460" y="1418139"/>
            <a:ext cx="1219200" cy="1219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A7BBDE-01A2-ED47-8BA9-A3D58EA3CB43}"/>
              </a:ext>
            </a:extLst>
          </p:cNvPr>
          <p:cNvSpPr txBox="1"/>
          <p:nvPr/>
        </p:nvSpPr>
        <p:spPr>
          <a:xfrm>
            <a:off x="6661746" y="26303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More attackers</a:t>
            </a:r>
          </a:p>
        </p:txBody>
      </p:sp>
    </p:spTree>
    <p:extLst>
      <p:ext uri="{BB962C8B-B14F-4D97-AF65-F5344CB8AC3E}">
        <p14:creationId xmlns:p14="http://schemas.microsoft.com/office/powerpoint/2010/main" val="40521900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>
            <a:extLst>
              <a:ext uri="{FF2B5EF4-FFF2-40B4-BE49-F238E27FC236}">
                <a16:creationId xmlns:a16="http://schemas.microsoft.com/office/drawing/2014/main" id="{C352364D-4C60-B948-8E49-D22186BCC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6477" y="1198311"/>
            <a:ext cx="1219200" cy="12192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F8B00F2-F0E5-FB48-BE1D-1E5C4B062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9151" y="1198311"/>
            <a:ext cx="1219200" cy="12192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2627E11-D19E-C74D-9D94-91ACCF4BD8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0563" y="1207961"/>
            <a:ext cx="1219200" cy="1219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7D2A894-1827-0B46-9633-2A2718DC4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347" y="1202736"/>
            <a:ext cx="1219200" cy="12192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FF3F56E-EC6F-614C-B066-A91775AA33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96543" y="1198311"/>
            <a:ext cx="1219200" cy="1219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5EEF621-001D-954A-ACE8-2C15151DEE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87687" y="2832969"/>
            <a:ext cx="1219200" cy="1219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229B76E-F6C0-E345-8AB9-75457AB48BF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56477" y="2832969"/>
            <a:ext cx="1219200" cy="1219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5921583-0ADE-504C-9BC7-5946ECAA25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35233" y="2832969"/>
            <a:ext cx="1219200" cy="1219200"/>
          </a:xfrm>
          <a:prstGeom prst="rect">
            <a:avLst/>
          </a:prstGeom>
        </p:spPr>
      </p:pic>
      <p:sp>
        <p:nvSpPr>
          <p:cNvPr id="52" name="Title 6">
            <a:extLst>
              <a:ext uri="{FF2B5EF4-FFF2-40B4-BE49-F238E27FC236}">
                <a16:creationId xmlns:a16="http://schemas.microsoft.com/office/drawing/2014/main" id="{F7731542-03A7-8F4A-96E3-D2530CDD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Security &amp; Privacy cont.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4D6FD7-59BC-0B4F-B487-27EAAF7A1B26}"/>
              </a:ext>
            </a:extLst>
          </p:cNvPr>
          <p:cNvSpPr txBox="1"/>
          <p:nvPr/>
        </p:nvSpPr>
        <p:spPr>
          <a:xfrm>
            <a:off x="874437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shield B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58907A-88EA-2D41-A151-CA706419ED78}"/>
              </a:ext>
            </a:extLst>
          </p:cNvPr>
          <p:cNvSpPr txBox="1"/>
          <p:nvPr/>
        </p:nvSpPr>
        <p:spPr>
          <a:xfrm>
            <a:off x="2440009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visibility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B87D80-D626-3E4E-B151-305EA277F4EF}"/>
              </a:ext>
            </a:extLst>
          </p:cNvPr>
          <p:cNvSpPr txBox="1"/>
          <p:nvPr/>
        </p:nvSpPr>
        <p:spPr>
          <a:xfrm>
            <a:off x="3992323" y="4015584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0FAD32-8E51-1847-89AC-6D4FA86FC6A2}"/>
              </a:ext>
            </a:extLst>
          </p:cNvPr>
          <p:cNvSpPr txBox="1"/>
          <p:nvPr/>
        </p:nvSpPr>
        <p:spPr>
          <a:xfrm>
            <a:off x="5544777" y="4015583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system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895CD9-D626-2548-98C7-07032D74264D}"/>
              </a:ext>
            </a:extLst>
          </p:cNvPr>
          <p:cNvSpPr txBox="1"/>
          <p:nvPr/>
        </p:nvSpPr>
        <p:spPr>
          <a:xfrm>
            <a:off x="6915561" y="4015584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search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4F4840-BF60-DD4C-87B8-5ADB3EAA8682}"/>
              </a:ext>
            </a:extLst>
          </p:cNvPr>
          <p:cNvSpPr txBox="1"/>
          <p:nvPr/>
        </p:nvSpPr>
        <p:spPr>
          <a:xfrm>
            <a:off x="3996241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finance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236AAEA-1B81-FC48-9960-F9D959A12ED4}"/>
              </a:ext>
            </a:extLst>
          </p:cNvPr>
          <p:cNvSpPr txBox="1"/>
          <p:nvPr/>
        </p:nvSpPr>
        <p:spPr>
          <a:xfrm>
            <a:off x="5441828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shield lock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4DF6BD2-4C86-1B43-B8E6-EFDBA9DBF796}"/>
              </a:ext>
            </a:extLst>
          </p:cNvPr>
          <p:cNvSpPr txBox="1"/>
          <p:nvPr/>
        </p:nvSpPr>
        <p:spPr>
          <a:xfrm>
            <a:off x="7001763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questions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BD4A0D2-FB0A-854E-A3C6-79D8943AC9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7347" y="4466985"/>
            <a:ext cx="1219200" cy="1219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8872B3-D95A-9241-BA87-DFF27EBC92CD}"/>
              </a:ext>
            </a:extLst>
          </p:cNvPr>
          <p:cNvSpPr txBox="1"/>
          <p:nvPr/>
        </p:nvSpPr>
        <p:spPr>
          <a:xfrm>
            <a:off x="762632" y="573013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GDPR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98AFE3A-EBD1-1A46-87AC-39BE13D4F4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12113" y="1189659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4551DC3E-1B5F-0149-AA24-266C4BA91E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32767" y="4596400"/>
            <a:ext cx="1219200" cy="1219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2DD64D8-2DDF-8E49-91A3-2E630BA990D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90563" y="4466985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F32E17-3174-C64A-9928-AD90B5FBF62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491032" y="4596400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7B1D010-A262-4F4A-A597-9CFEFD39F045}"/>
              </a:ext>
            </a:extLst>
          </p:cNvPr>
          <p:cNvSpPr txBox="1"/>
          <p:nvPr/>
        </p:nvSpPr>
        <p:spPr>
          <a:xfrm>
            <a:off x="8557399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shield check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C9953-DFFC-BD47-B3A7-6F3939775F13}"/>
              </a:ext>
            </a:extLst>
          </p:cNvPr>
          <p:cNvSpPr txBox="1"/>
          <p:nvPr/>
        </p:nvSpPr>
        <p:spPr>
          <a:xfrm>
            <a:off x="2317943" y="573013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Secure connection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F1449-BDE5-B049-BC8B-AB4F3C6E02E8}"/>
              </a:ext>
            </a:extLst>
          </p:cNvPr>
          <p:cNvSpPr txBox="1"/>
          <p:nvPr/>
        </p:nvSpPr>
        <p:spPr>
          <a:xfrm>
            <a:off x="3878052" y="577901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Malicious attachment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4CD257-2857-B148-AABD-587C88848D0E}"/>
              </a:ext>
            </a:extLst>
          </p:cNvPr>
          <p:cNvSpPr txBox="1"/>
          <p:nvPr/>
        </p:nvSpPr>
        <p:spPr>
          <a:xfrm>
            <a:off x="5436318" y="577901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Secure </a:t>
            </a:r>
            <a:r>
              <a:rPr lang="en-US" sz="1067" dirty="0" err="1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WiFi</a:t>
            </a:r>
            <a:endParaRPr lang="en-US" sz="1067" dirty="0">
              <a:solidFill>
                <a:srgbClr val="505350"/>
              </a:solidFill>
              <a:latin typeface="Calibri Light" panose="020F0302020204030204" pitchFamily="34" charset="0"/>
              <a:ea typeface="Calibri" charset="0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65FF96-9BEF-4941-A95E-29E22D098AE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67456" y="2832969"/>
            <a:ext cx="1219200" cy="1219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39047F-AC66-814A-B711-59651549D94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631563" y="2832969"/>
            <a:ext cx="1219200" cy="12192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2617892-F812-5B47-A6E8-D1246E372614}"/>
              </a:ext>
            </a:extLst>
          </p:cNvPr>
          <p:cNvSpPr txBox="1"/>
          <p:nvPr/>
        </p:nvSpPr>
        <p:spPr>
          <a:xfrm>
            <a:off x="8688653" y="4015583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Decrease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94E93E-6996-7244-9DED-A319E24179DF}"/>
              </a:ext>
            </a:extLst>
          </p:cNvPr>
          <p:cNvSpPr txBox="1"/>
          <p:nvPr/>
        </p:nvSpPr>
        <p:spPr>
          <a:xfrm>
            <a:off x="10224546" y="4015583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Attack Increase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48E1542-7CD3-7545-BA00-22EBAF451D9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390563" y="2832969"/>
            <a:ext cx="1219200" cy="1219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612630D-0F58-3B47-A582-2448B04A6A7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17347" y="2833519"/>
            <a:ext cx="1219200" cy="1219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FBCC8F5-F155-1E45-BC91-ECDF8EC3D87D}"/>
              </a:ext>
            </a:extLst>
          </p:cNvPr>
          <p:cNvSpPr txBox="1"/>
          <p:nvPr/>
        </p:nvSpPr>
        <p:spPr>
          <a:xfrm>
            <a:off x="2448003" y="4015583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Decrease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D68E2F-E478-AD4C-A39E-38D0C3455A63}"/>
              </a:ext>
            </a:extLst>
          </p:cNvPr>
          <p:cNvSpPr txBox="1"/>
          <p:nvPr/>
        </p:nvSpPr>
        <p:spPr>
          <a:xfrm>
            <a:off x="874437" y="4015583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Security Increase</a:t>
            </a:r>
          </a:p>
        </p:txBody>
      </p:sp>
    </p:spTree>
    <p:extLst>
      <p:ext uri="{BB962C8B-B14F-4D97-AF65-F5344CB8AC3E}">
        <p14:creationId xmlns:p14="http://schemas.microsoft.com/office/powerpoint/2010/main" val="330613313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Social Media </a:t>
            </a:r>
            <a:r>
              <a:rPr lang="en-US" dirty="0">
                <a:solidFill>
                  <a:schemeClr val="accent2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CB743E-B58C-734F-857A-F2186EE04FF6}"/>
              </a:ext>
            </a:extLst>
          </p:cNvPr>
          <p:cNvSpPr txBox="1"/>
          <p:nvPr/>
        </p:nvSpPr>
        <p:spPr>
          <a:xfrm>
            <a:off x="874815" y="243160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Facebook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F6A9F75-F70A-7841-B069-3F55B118B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2865" y="1211983"/>
            <a:ext cx="1219200" cy="1219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586C5F2-66C5-334A-9236-BDFFBFBD0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0673" y="1211983"/>
            <a:ext cx="1219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52648CB-2C2B-8946-B58C-D289EB06B4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065" y="1211983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C8C8C13-3D4B-A045-B9FD-C3F2BC74B6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2865" y="2802577"/>
            <a:ext cx="1219200" cy="12192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CF72FB9-DBC8-6E48-886E-984A848D2D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60673" y="2802577"/>
            <a:ext cx="1219200" cy="1219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06C13D40-8917-AC4B-840A-7330E12B4F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16023" y="2802577"/>
            <a:ext cx="1219200" cy="12192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767B268-23B3-FC40-8A5E-C724AF5DDDB5}"/>
              </a:ext>
            </a:extLst>
          </p:cNvPr>
          <p:cNvSpPr txBox="1"/>
          <p:nvPr/>
        </p:nvSpPr>
        <p:spPr>
          <a:xfrm>
            <a:off x="874815" y="40585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Snapchat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E4E16D-2904-9B41-9DD9-02E792F288F2}"/>
              </a:ext>
            </a:extLst>
          </p:cNvPr>
          <p:cNvSpPr txBox="1"/>
          <p:nvPr/>
        </p:nvSpPr>
        <p:spPr>
          <a:xfrm>
            <a:off x="2319896" y="4058562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WhatsApp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4DB03D2E-6AA0-2047-A7E6-E30773989E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7725" y="2802577"/>
            <a:ext cx="1219200" cy="1219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BB0C989-75BE-604B-A54B-5CFD3DA34D9F}"/>
              </a:ext>
            </a:extLst>
          </p:cNvPr>
          <p:cNvSpPr txBox="1"/>
          <p:nvPr/>
        </p:nvSpPr>
        <p:spPr>
          <a:xfrm>
            <a:off x="2439955" y="243160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Twitter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69DEBE-8CF4-BE4F-A889-E59962738C21}"/>
              </a:ext>
            </a:extLst>
          </p:cNvPr>
          <p:cNvSpPr txBox="1"/>
          <p:nvPr/>
        </p:nvSpPr>
        <p:spPr>
          <a:xfrm>
            <a:off x="4009155" y="243160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YouTube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216A1F-2C79-3F4B-A091-0A3197C2184A}"/>
              </a:ext>
            </a:extLst>
          </p:cNvPr>
          <p:cNvSpPr txBox="1"/>
          <p:nvPr/>
        </p:nvSpPr>
        <p:spPr>
          <a:xfrm>
            <a:off x="5553854" y="243160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LinkedIn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B011A5-FFB0-4849-A253-3954F93479C0}"/>
              </a:ext>
            </a:extLst>
          </p:cNvPr>
          <p:cNvSpPr txBox="1"/>
          <p:nvPr/>
        </p:nvSpPr>
        <p:spPr>
          <a:xfrm>
            <a:off x="7018912" y="2431606"/>
            <a:ext cx="13027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 </a:t>
            </a: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Instagram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F467F1-EF19-154F-B86D-9D2392872B30}"/>
              </a:ext>
            </a:extLst>
          </p:cNvPr>
          <p:cNvSpPr txBox="1"/>
          <p:nvPr/>
        </p:nvSpPr>
        <p:spPr>
          <a:xfrm>
            <a:off x="8673113" y="243160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 err="1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TikTok</a:t>
            </a:r>
            <a:endParaRPr lang="en-US" sz="1067" dirty="0">
              <a:solidFill>
                <a:srgbClr val="505350"/>
              </a:solidFill>
              <a:latin typeface="Calibri Light" panose="020F0302020204030204" pitchFamily="34" charset="0"/>
              <a:ea typeface="Calibri" charset="0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F785A1-1831-0D45-8A8D-E99A3F411E41}"/>
              </a:ext>
            </a:extLst>
          </p:cNvPr>
          <p:cNvSpPr txBox="1"/>
          <p:nvPr/>
        </p:nvSpPr>
        <p:spPr>
          <a:xfrm>
            <a:off x="3889096" y="4058562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Zoom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AE4484-117D-9849-9295-243F29179EA3}"/>
              </a:ext>
            </a:extLst>
          </p:cNvPr>
          <p:cNvSpPr txBox="1"/>
          <p:nvPr/>
        </p:nvSpPr>
        <p:spPr>
          <a:xfrm>
            <a:off x="5433795" y="4058562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Pinterest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FA6E94-14CA-ED40-AE11-3ABF71C004B0}"/>
              </a:ext>
            </a:extLst>
          </p:cNvPr>
          <p:cNvSpPr txBox="1"/>
          <p:nvPr/>
        </p:nvSpPr>
        <p:spPr>
          <a:xfrm>
            <a:off x="6997704" y="4058562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Reddit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ECC9C3-E253-844B-A300-0DCE2E1D5BA0}"/>
              </a:ext>
            </a:extLst>
          </p:cNvPr>
          <p:cNvSpPr txBox="1"/>
          <p:nvPr/>
        </p:nvSpPr>
        <p:spPr>
          <a:xfrm>
            <a:off x="8553053" y="4058562"/>
            <a:ext cx="134513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Discord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3089AD-5E17-0044-B1CB-9DF0AC27CE1C}"/>
              </a:ext>
            </a:extLst>
          </p:cNvPr>
          <p:cNvSpPr txBox="1"/>
          <p:nvPr/>
        </p:nvSpPr>
        <p:spPr>
          <a:xfrm>
            <a:off x="763011" y="5792003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Telegram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1AD8D67-AC43-0744-BBFE-CC22846D93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96764" y="4560975"/>
            <a:ext cx="1219200" cy="12192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A829190-7357-B845-81A4-950DBA64BDF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82865" y="4560975"/>
            <a:ext cx="1219200" cy="12192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B1F5B962-B2E3-274A-A36E-784C2CA6C9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2065" y="4560975"/>
            <a:ext cx="1219200" cy="12192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E8585108-BFF2-2447-8C76-6B14029566A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7725" y="4560975"/>
            <a:ext cx="1219200" cy="12192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9C7EDD5-CF9A-024D-AE4F-CB567BD2FBAA}"/>
              </a:ext>
            </a:extLst>
          </p:cNvPr>
          <p:cNvSpPr txBox="1"/>
          <p:nvPr/>
        </p:nvSpPr>
        <p:spPr>
          <a:xfrm>
            <a:off x="2328151" y="579200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Tumblr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02E67B-B521-804E-A49C-09C78B0AAFA9}"/>
              </a:ext>
            </a:extLst>
          </p:cNvPr>
          <p:cNvSpPr txBox="1"/>
          <p:nvPr/>
        </p:nvSpPr>
        <p:spPr>
          <a:xfrm>
            <a:off x="3897351" y="579200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Skype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6B60CF-A338-0341-9356-E6B1CC40372F}"/>
              </a:ext>
            </a:extLst>
          </p:cNvPr>
          <p:cNvSpPr txBox="1"/>
          <p:nvPr/>
        </p:nvSpPr>
        <p:spPr>
          <a:xfrm>
            <a:off x="5442050" y="5792003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FB Messenger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97F2FD5B-7D4F-424A-943B-F9AAC488112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60673" y="4560975"/>
            <a:ext cx="1219200" cy="121920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558F7004-4A19-8C41-BF76-969CB8A4E0A0}"/>
              </a:ext>
            </a:extLst>
          </p:cNvPr>
          <p:cNvSpPr txBox="1"/>
          <p:nvPr/>
        </p:nvSpPr>
        <p:spPr>
          <a:xfrm>
            <a:off x="7019179" y="579200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Slack</a:t>
            </a:r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81971CCC-2CC0-8540-A1BA-005FE9A4216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616023" y="1211983"/>
            <a:ext cx="1219200" cy="12192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FA29A284-8BE8-A941-A140-B18C66382A6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4624" y="1211983"/>
            <a:ext cx="1219200" cy="12192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4FC3E9C3-74B9-2046-AAC6-C17A3F33650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89715" y="1211983"/>
            <a:ext cx="1219200" cy="121920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F8C7EBB1-943D-BA42-A35F-196BE220437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494139" y="2802577"/>
            <a:ext cx="1219200" cy="1219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024D539-3010-264E-BB82-A4479DADF06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624811" y="4560975"/>
            <a:ext cx="1219200" cy="1219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3FEEA69-FE81-3049-BA07-AEAC230625B3}"/>
              </a:ext>
            </a:extLst>
          </p:cNvPr>
          <p:cNvSpPr txBox="1"/>
          <p:nvPr/>
        </p:nvSpPr>
        <p:spPr>
          <a:xfrm>
            <a:off x="8564779" y="579200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Tinder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A57989-868D-1342-BB9E-13365AD7C23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953243" y="2799439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6778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Symbols &amp; Concepts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F3FA9A3-16DC-304A-AFC2-E849E9CE1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1295" y="2797032"/>
            <a:ext cx="1219200" cy="12192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6F478F5-71D5-1A4A-A982-84C5ADD0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2675" y="1203131"/>
            <a:ext cx="1219200" cy="12192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AE82D16-615A-4E4A-B158-88ED2763A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9688" y="1157623"/>
            <a:ext cx="1219200" cy="1219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1879E3B-7569-7444-A9FE-50CFCF0BD3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519" y="2797032"/>
            <a:ext cx="1219200" cy="1219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9A5CE46-D0B5-F741-9D99-086AD09D0C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0320" y="2797032"/>
            <a:ext cx="1219200" cy="1219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0285EC7-7371-EA4B-AB0A-CC472524D8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3368" y="1203131"/>
            <a:ext cx="1219200" cy="1219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C079223-174E-524E-AD39-1CC06DA12F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8800" y="4485159"/>
            <a:ext cx="1219200" cy="12192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7E2ECFF-40F4-1043-8F8A-A5CFC4E85F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77487" y="2799699"/>
            <a:ext cx="1219200" cy="1219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D940ECD8-BC26-F740-AAE2-EFAD9D411F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13563" y="1203131"/>
            <a:ext cx="1219200" cy="12192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0A12A802-F412-D646-A84A-B0A77F7E30B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735" y="4492708"/>
            <a:ext cx="1219200" cy="1219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E425900-DB11-2D46-B403-DC4C4FB8C82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69432" y="4485159"/>
            <a:ext cx="1219200" cy="12192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D081BC6-1C74-B94B-A60D-24D34B038D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36955" y="4458536"/>
            <a:ext cx="1219200" cy="12192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30D05763-A83C-D346-ACCB-95B40CA4C2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27957" y="4485159"/>
            <a:ext cx="1219200" cy="12192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52B77E2E-BD72-AA40-A1FA-04508E5F908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93920" y="4497235"/>
            <a:ext cx="1219200" cy="12192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C9FDF61-F844-1C4A-8018-B0488A0340C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3307" y="1207961"/>
            <a:ext cx="1219200" cy="12192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BB759DC1-AA9F-B348-85D4-BAA4F206CDA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347933" y="1213793"/>
            <a:ext cx="1219200" cy="12192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03E538A-694F-7242-BEE9-669B6739123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360580" y="2798291"/>
            <a:ext cx="1219200" cy="12192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C5BAAC3-F341-D44C-B42A-81D0518453A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80667" y="2789831"/>
            <a:ext cx="1219200" cy="1219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8EFBC09B-13B9-4E44-95BA-0710FDE18BB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5120" y="1213793"/>
            <a:ext cx="1219200" cy="12192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7B94B509-3972-464B-8DC8-4E137CB3FC8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999688" y="2865027"/>
            <a:ext cx="1219200" cy="12192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B8D28D4-7F61-9542-963F-7655934DCF71}"/>
              </a:ext>
            </a:extLst>
          </p:cNvPr>
          <p:cNvSpPr txBox="1"/>
          <p:nvPr/>
        </p:nvSpPr>
        <p:spPr>
          <a:xfrm>
            <a:off x="871545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Cancel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8B7F30-AA6B-9D41-871C-43063001E200}"/>
              </a:ext>
            </a:extLst>
          </p:cNvPr>
          <p:cNvSpPr txBox="1"/>
          <p:nvPr/>
        </p:nvSpPr>
        <p:spPr>
          <a:xfrm>
            <a:off x="788609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Eye badge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0F0086-26B5-8A45-8141-33483FDAFFF2}"/>
              </a:ext>
            </a:extLst>
          </p:cNvPr>
          <p:cNvSpPr txBox="1"/>
          <p:nvPr/>
        </p:nvSpPr>
        <p:spPr>
          <a:xfrm>
            <a:off x="2368298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Eye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D0C736-11CC-A042-978D-646E8FD4D167}"/>
              </a:ext>
            </a:extLst>
          </p:cNvPr>
          <p:cNvSpPr txBox="1"/>
          <p:nvPr/>
        </p:nvSpPr>
        <p:spPr>
          <a:xfrm>
            <a:off x="788609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Down arrow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A66715-DE99-A04E-BAB7-8231E02B7A9C}"/>
              </a:ext>
            </a:extLst>
          </p:cNvPr>
          <p:cNvSpPr txBox="1"/>
          <p:nvPr/>
        </p:nvSpPr>
        <p:spPr>
          <a:xfrm>
            <a:off x="2368298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Left arrow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0DCFEA-1EAF-954F-90F1-C5BCA715B3DF}"/>
              </a:ext>
            </a:extLst>
          </p:cNvPr>
          <p:cNvSpPr txBox="1"/>
          <p:nvPr/>
        </p:nvSpPr>
        <p:spPr>
          <a:xfrm>
            <a:off x="3904801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Right arrow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4371D-273C-454B-9BA1-2631044A09E2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Cross badge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11AE72-077E-AC4D-9E79-1898673108E1}"/>
              </a:ext>
            </a:extLst>
          </p:cNvPr>
          <p:cNvSpPr txBox="1"/>
          <p:nvPr/>
        </p:nvSpPr>
        <p:spPr>
          <a:xfrm>
            <a:off x="2409017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Alert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511291-90A7-A24F-9A8C-84543AC6996D}"/>
              </a:ext>
            </a:extLst>
          </p:cNvPr>
          <p:cNvSpPr txBox="1"/>
          <p:nvPr/>
        </p:nvSpPr>
        <p:spPr>
          <a:xfrm>
            <a:off x="383634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Alert badge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0CE859-B3A3-E349-B4D6-5161DF59537E}"/>
              </a:ext>
            </a:extLst>
          </p:cNvPr>
          <p:cNvSpPr txBox="1"/>
          <p:nvPr/>
        </p:nvSpPr>
        <p:spPr>
          <a:xfrm>
            <a:off x="5321246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Prohibited 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D29F59-0CE3-7846-8CAA-CEAF7D9A81F2}"/>
              </a:ext>
            </a:extLst>
          </p:cNvPr>
          <p:cNvSpPr txBox="1"/>
          <p:nvPr/>
        </p:nvSpPr>
        <p:spPr>
          <a:xfrm>
            <a:off x="5373282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Question badge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9C8E5DB-D97C-B844-9048-22CCDC84077C}"/>
              </a:ext>
            </a:extLst>
          </p:cNvPr>
          <p:cNvSpPr txBox="1"/>
          <p:nvPr/>
        </p:nvSpPr>
        <p:spPr>
          <a:xfrm>
            <a:off x="6907775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Halt badge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ED24D3E-DA22-F442-B0FE-0DF30FA814C9}"/>
              </a:ext>
            </a:extLst>
          </p:cNvPr>
          <p:cNvSpPr txBox="1"/>
          <p:nvPr/>
        </p:nvSpPr>
        <p:spPr>
          <a:xfrm>
            <a:off x="6858782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Prohibited 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CDF36A5-0CEB-2B4F-ABB9-C7130C6D0653}"/>
              </a:ext>
            </a:extLst>
          </p:cNvPr>
          <p:cNvSpPr txBox="1"/>
          <p:nvPr/>
        </p:nvSpPr>
        <p:spPr>
          <a:xfrm>
            <a:off x="8385331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Random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9095F9-285A-B943-A564-C0F1C2FA4FA9}"/>
              </a:ext>
            </a:extLst>
          </p:cNvPr>
          <p:cNvSpPr txBox="1"/>
          <p:nvPr/>
        </p:nvSpPr>
        <p:spPr>
          <a:xfrm>
            <a:off x="9936211" y="2466641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Target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39F0B0-0093-9743-A9C3-8F42B67F0A24}"/>
              </a:ext>
            </a:extLst>
          </p:cNvPr>
          <p:cNvSpPr txBox="1"/>
          <p:nvPr/>
        </p:nvSpPr>
        <p:spPr>
          <a:xfrm>
            <a:off x="5321246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Up arrow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F9BB22-0E95-7D46-A32C-7E83C606C570}"/>
              </a:ext>
            </a:extLst>
          </p:cNvPr>
          <p:cNvSpPr txBox="1"/>
          <p:nvPr/>
        </p:nvSpPr>
        <p:spPr>
          <a:xfrm>
            <a:off x="6858782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Configuration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96ED93-A8C0-7C47-8B67-6F364E830CB2}"/>
              </a:ext>
            </a:extLst>
          </p:cNvPr>
          <p:cNvSpPr txBox="1"/>
          <p:nvPr/>
        </p:nvSpPr>
        <p:spPr>
          <a:xfrm>
            <a:off x="838533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Configuration check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0B07AB-C6BB-844D-ADD0-4F8348CA9CED}"/>
              </a:ext>
            </a:extLst>
          </p:cNvPr>
          <p:cNvSpPr txBox="1"/>
          <p:nvPr/>
        </p:nvSpPr>
        <p:spPr>
          <a:xfrm>
            <a:off x="9936211" y="410448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Bucket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D1E60D-380D-6D4B-929C-3E96FADD6898}"/>
              </a:ext>
            </a:extLst>
          </p:cNvPr>
          <p:cNvSpPr txBox="1"/>
          <p:nvPr/>
        </p:nvSpPr>
        <p:spPr>
          <a:xfrm>
            <a:off x="8442268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Cross</a:t>
            </a:r>
          </a:p>
        </p:txBody>
      </p:sp>
    </p:spTree>
    <p:extLst>
      <p:ext uri="{BB962C8B-B14F-4D97-AF65-F5344CB8AC3E}">
        <p14:creationId xmlns:p14="http://schemas.microsoft.com/office/powerpoint/2010/main" val="41002849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Symbols &amp; Concepts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6CA6055-38B6-7A45-9C0F-BEDD4082F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0195" y="2878876"/>
            <a:ext cx="1219200" cy="12192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C13B9B0-19AF-2645-B59D-88993150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3337" y="1206421"/>
            <a:ext cx="1219200" cy="1219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3EE994D-ED79-8B4B-80A6-6316C63350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7957" y="1203131"/>
            <a:ext cx="1219200" cy="12192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F6033FA-505C-CE41-9BE5-58FAF63052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6863" y="2878876"/>
            <a:ext cx="1219200" cy="12192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0931EB5-C669-2448-BC5A-04130A6791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3455" y="2878876"/>
            <a:ext cx="1219200" cy="12192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28BF28D5-42DB-6347-81D8-8E1848B2A3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5372" y="1203953"/>
            <a:ext cx="1219200" cy="12192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D9C726E5-59E1-C442-896C-F722D7A5CE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66143" y="1203131"/>
            <a:ext cx="1219200" cy="12192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A7A739D-8B99-9F47-929A-DC2138FCD9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36897" y="1203131"/>
            <a:ext cx="1219200" cy="12192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6DE48F31-3108-9241-95FC-9218B36BFE83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Search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8D28D4-7F61-9542-963F-7655934DCF71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Person search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8B7F30-AA6B-9D41-871C-43063001E200}"/>
              </a:ext>
            </a:extLst>
          </p:cNvPr>
          <p:cNvSpPr txBox="1"/>
          <p:nvPr/>
        </p:nvSpPr>
        <p:spPr>
          <a:xfrm>
            <a:off x="788609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Lightbulb 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0F0086-26B5-8A45-8141-33483FDAFFF2}"/>
              </a:ext>
            </a:extLst>
          </p:cNvPr>
          <p:cNvSpPr txBox="1"/>
          <p:nvPr/>
        </p:nvSpPr>
        <p:spPr>
          <a:xfrm>
            <a:off x="2368298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Lightbulb off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4371D-273C-454B-9BA1-2631044A09E2}"/>
              </a:ext>
            </a:extLst>
          </p:cNvPr>
          <p:cNvSpPr txBox="1"/>
          <p:nvPr/>
        </p:nvSpPr>
        <p:spPr>
          <a:xfrm>
            <a:off x="3792241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Lightbulb alert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11AE72-077E-AC4D-9E79-1898673108E1}"/>
              </a:ext>
            </a:extLst>
          </p:cNvPr>
          <p:cNvSpPr txBox="1"/>
          <p:nvPr/>
        </p:nvSpPr>
        <p:spPr>
          <a:xfrm>
            <a:off x="3967497" y="2427161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Person search increase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511291-90A7-A24F-9A8C-84543AC6996D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Gender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D29F59-0CE3-7846-8CAA-CEAF7D9A81F2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Target sights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8DD04CD-CBF8-404A-B40D-A756B26B61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08800" y="2871388"/>
            <a:ext cx="1219200" cy="1219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C2607E1-41B7-084A-B890-0890C71F952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53181" y="2878876"/>
            <a:ext cx="1219200" cy="1219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58958A-5276-E244-8615-2556BECF2295}"/>
              </a:ext>
            </a:extLst>
          </p:cNvPr>
          <p:cNvSpPr txBox="1"/>
          <p:nvPr/>
        </p:nvSpPr>
        <p:spPr>
          <a:xfrm>
            <a:off x="5322466" y="4101716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Speech bubble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0F750C-D8C4-834F-9B45-8D87ABA1F9CE}"/>
              </a:ext>
            </a:extLst>
          </p:cNvPr>
          <p:cNvSpPr txBox="1"/>
          <p:nvPr/>
        </p:nvSpPr>
        <p:spPr>
          <a:xfrm>
            <a:off x="6859407" y="4101715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Communication alert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71FD753-3792-5044-BF76-4DC1293B923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3455" y="4553799"/>
            <a:ext cx="1219200" cy="12192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EEC8A43-4BDA-F645-A890-A2FD6A61E8C8}"/>
              </a:ext>
            </a:extLst>
          </p:cNvPr>
          <p:cNvSpPr txBox="1"/>
          <p:nvPr/>
        </p:nvSpPr>
        <p:spPr>
          <a:xfrm>
            <a:off x="788609" y="5772999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Lightbulb config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03E9FAA-F4CA-F349-BFDB-02560B3A490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266143" y="4553799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6B5D799-E00F-C74E-91A9-6124888A3386}"/>
              </a:ext>
            </a:extLst>
          </p:cNvPr>
          <p:cNvSpPr txBox="1"/>
          <p:nvPr/>
        </p:nvSpPr>
        <p:spPr>
          <a:xfrm>
            <a:off x="2323231" y="5773000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Loudspeaker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8106DF26-B4EC-0340-80A2-41CBA19FE4E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534216" y="1203131"/>
            <a:ext cx="1219200" cy="1219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723ACDE-5083-6446-8541-88EA0487410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34216" y="2871388"/>
            <a:ext cx="1219200" cy="12192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F982765-C315-4944-8ABA-0135FDB04B5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099952" y="1213291"/>
            <a:ext cx="1219200" cy="1219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CE4602B-0215-BE47-B6EF-D58669BFE549}"/>
              </a:ext>
            </a:extLst>
          </p:cNvPr>
          <p:cNvSpPr txBox="1"/>
          <p:nvPr/>
        </p:nvSpPr>
        <p:spPr>
          <a:xfrm>
            <a:off x="8348960" y="4101715"/>
            <a:ext cx="157689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Co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mmunication alert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276437-EA31-574D-AEF2-0473BA034765}"/>
              </a:ext>
            </a:extLst>
          </p:cNvPr>
          <p:cNvSpPr txBox="1"/>
          <p:nvPr/>
        </p:nvSpPr>
        <p:spPr>
          <a:xfrm>
            <a:off x="8440487" y="2432491"/>
            <a:ext cx="1393845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Location Pin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ECF852-F834-404F-A36B-5A35F359DEF8}"/>
              </a:ext>
            </a:extLst>
          </p:cNvPr>
          <p:cNvSpPr txBox="1"/>
          <p:nvPr/>
        </p:nvSpPr>
        <p:spPr>
          <a:xfrm>
            <a:off x="10016426" y="2432491"/>
            <a:ext cx="1393845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Attachment</a:t>
            </a:r>
          </a:p>
        </p:txBody>
      </p:sp>
    </p:spTree>
    <p:extLst>
      <p:ext uri="{BB962C8B-B14F-4D97-AF65-F5344CB8AC3E}">
        <p14:creationId xmlns:p14="http://schemas.microsoft.com/office/powerpoint/2010/main" val="306181870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EA5192B-6620-4F4C-9A9D-D0D010505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1171" y="2819400"/>
            <a:ext cx="1219200" cy="1219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64A7AC8-5E16-4E44-957C-539B93488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017" y="1178261"/>
            <a:ext cx="1219200" cy="1219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B5D34D2-EFAD-6347-B797-FCD687F104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2967" y="1178261"/>
            <a:ext cx="1219200" cy="1219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B49B9D8-68C2-8640-B5C5-CFCBA5B5A8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5424" y="4535871"/>
            <a:ext cx="1219200" cy="1219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FDDF4DB-004B-BD48-8F77-2EF0FA9A8F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81171" y="4535871"/>
            <a:ext cx="1219200" cy="1219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EB19F65-22C5-E849-90C9-4F31BFC7C6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7069" y="1178261"/>
            <a:ext cx="1219200" cy="1219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EC3CF17-43C4-4D42-AAB1-AC7DCEF2CC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10017" y="4530515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E11AC21-0625-9B44-8C23-7BEBC9CBF5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53777" y="2819400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46C2ED8-210D-DE4D-BA7B-F6EC942F16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7069" y="2819400"/>
            <a:ext cx="1219200" cy="1219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6284974-68A6-EE4F-ABB0-1A9DA887BF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10017" y="2810532"/>
            <a:ext cx="1219200" cy="1219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EEE95DF-1E74-CB40-9E15-A1A5CDEE9EF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20256" y="2807417"/>
            <a:ext cx="1219200" cy="12192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E86926-0D78-0C44-BB1C-0A7D70AA4CF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6697" y="2819400"/>
            <a:ext cx="1219200" cy="12192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67F40E87-FE6E-C742-9310-900695DA02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824120" y="1178261"/>
            <a:ext cx="1219200" cy="1219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4E62C8F-5080-A144-B0F9-0157E86839B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38221" y="1178261"/>
            <a:ext cx="1219200" cy="12192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798DF891-7DF7-1D41-9C82-CFE47B0D083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995913" y="1172720"/>
            <a:ext cx="1219200" cy="12192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9F174B1-14BE-4D42-AD10-6D151849ACC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81171" y="1178261"/>
            <a:ext cx="1219200" cy="12192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62A131B-ADEE-A14B-9794-130A6C0BEE3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31520" y="4536476"/>
            <a:ext cx="1219200" cy="12192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A503CA9-EC4A-FE48-A889-5B9EBD01863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60536" y="4541407"/>
            <a:ext cx="1219200" cy="12192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FF9F58E-1391-3F46-A804-66999170863F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Database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5C658C9-6D1D-5A49-B52E-A589038CF35C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Database attack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CBCEC0-9D64-E242-B2E5-C4501B41B70F}"/>
              </a:ext>
            </a:extLst>
          </p:cNvPr>
          <p:cNvSpPr txBox="1"/>
          <p:nvPr/>
        </p:nvSpPr>
        <p:spPr>
          <a:xfrm>
            <a:off x="788609" y="4098076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Artificial Intelligence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46F347-6A1D-234C-9F7F-8AD11CE73125}"/>
              </a:ext>
            </a:extLst>
          </p:cNvPr>
          <p:cNvSpPr txBox="1"/>
          <p:nvPr/>
        </p:nvSpPr>
        <p:spPr>
          <a:xfrm>
            <a:off x="2368298" y="4098077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AI vehicle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641153-9A82-1B4E-9698-E1ACD05A5F19}"/>
              </a:ext>
            </a:extLst>
          </p:cNvPr>
          <p:cNvSpPr txBox="1"/>
          <p:nvPr/>
        </p:nvSpPr>
        <p:spPr>
          <a:xfrm>
            <a:off x="788609" y="5799973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Website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B385061-2179-3641-9B37-B75B323CA344}"/>
              </a:ext>
            </a:extLst>
          </p:cNvPr>
          <p:cNvSpPr txBox="1"/>
          <p:nvPr/>
        </p:nvSpPr>
        <p:spPr>
          <a:xfrm>
            <a:off x="2368298" y="5799972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Interactive website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979C40-4A94-7748-9C29-5AD291AAC9A6}"/>
              </a:ext>
            </a:extLst>
          </p:cNvPr>
          <p:cNvSpPr txBox="1"/>
          <p:nvPr/>
        </p:nvSpPr>
        <p:spPr>
          <a:xfrm>
            <a:off x="3904801" y="5799973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Ransomware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B5A46C-F72B-A94F-BD3C-AE7FA32478F2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AI financial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E22ED4-2ACB-314E-99C8-A7EFFA33F55F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 tagging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A75DB4-AE4F-7148-A898-7F4DC9E57837}"/>
              </a:ext>
            </a:extLst>
          </p:cNvPr>
          <p:cNvSpPr txBox="1"/>
          <p:nvPr/>
        </p:nvSpPr>
        <p:spPr>
          <a:xfrm>
            <a:off x="52843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Location data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35E90E-388A-4C4A-B2E7-885A84972699}"/>
              </a:ext>
            </a:extLst>
          </p:cNvPr>
          <p:cNvSpPr txBox="1"/>
          <p:nvPr/>
        </p:nvSpPr>
        <p:spPr>
          <a:xfrm>
            <a:off x="5321246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Biometric fingerprint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2E04273-4B51-D54B-8CEE-E230A4AE983A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Healthcare data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A06E03-9338-0D47-BBCE-A993A5E5ED7B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 alert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237212-F1CD-8343-9956-733E1682147A}"/>
              </a:ext>
            </a:extLst>
          </p:cNvPr>
          <p:cNvSpPr txBox="1"/>
          <p:nvPr/>
        </p:nvSpPr>
        <p:spPr>
          <a:xfrm>
            <a:off x="6858782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Biometric broken link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2493040-1222-0649-B5E6-01389C1971BF}"/>
              </a:ext>
            </a:extLst>
          </p:cNvPr>
          <p:cNvSpPr txBox="1"/>
          <p:nvPr/>
        </p:nvSpPr>
        <p:spPr>
          <a:xfrm>
            <a:off x="8385331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Biometric security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7AE26E5-243F-F144-B358-DF03ED27A3E1}"/>
              </a:ext>
            </a:extLst>
          </p:cNvPr>
          <p:cNvSpPr txBox="1"/>
          <p:nvPr/>
        </p:nvSpPr>
        <p:spPr>
          <a:xfrm>
            <a:off x="5321246" y="5812331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Application Security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F839D18-0CD3-AD46-B808-26B8795C02A8}"/>
              </a:ext>
            </a:extLst>
          </p:cNvPr>
          <p:cNvSpPr txBox="1"/>
          <p:nvPr/>
        </p:nvSpPr>
        <p:spPr>
          <a:xfrm>
            <a:off x="6858782" y="5812331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Location-based Ad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A01F08-2630-FF4A-9373-00E06855E4D7}"/>
              </a:ext>
            </a:extLst>
          </p:cNvPr>
          <p:cNvSpPr txBox="1"/>
          <p:nvPr/>
        </p:nvSpPr>
        <p:spPr>
          <a:xfrm>
            <a:off x="8385331" y="5812331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Compromised Website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E79986B-F0C4-5542-A154-CBF58B753F11}"/>
              </a:ext>
            </a:extLst>
          </p:cNvPr>
          <p:cNvSpPr txBox="1"/>
          <p:nvPr/>
        </p:nvSpPr>
        <p:spPr>
          <a:xfrm>
            <a:off x="9936211" y="5812331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Website payload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AB51388-9C95-5D42-AA17-9A19978607DB}"/>
              </a:ext>
            </a:extLst>
          </p:cNvPr>
          <p:cNvSpPr txBox="1"/>
          <p:nvPr/>
        </p:nvSpPr>
        <p:spPr>
          <a:xfrm>
            <a:off x="992839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Data block</a:t>
            </a:r>
          </a:p>
        </p:txBody>
      </p:sp>
      <p:sp>
        <p:nvSpPr>
          <p:cNvPr id="111" name="Title 6">
            <a:extLst>
              <a:ext uri="{FF2B5EF4-FFF2-40B4-BE49-F238E27FC236}">
                <a16:creationId xmlns:a16="http://schemas.microsoft.com/office/drawing/2014/main" id="{184C0C4B-3BA8-1845-A8E0-F5ECCDA3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Technology</a:t>
            </a:r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83C7C3D1-4A38-AB47-8C59-5CA9323A587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452967" y="4529668"/>
            <a:ext cx="1219200" cy="1219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21A582C-A41F-4F44-9E86-CC9A291C042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957649" y="2840664"/>
            <a:ext cx="1219200" cy="1219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579139F-F1D6-A74A-83CD-094CCE12E506}"/>
              </a:ext>
            </a:extLst>
          </p:cNvPr>
          <p:cNvSpPr txBox="1"/>
          <p:nvPr/>
        </p:nvSpPr>
        <p:spPr>
          <a:xfrm>
            <a:off x="9855872" y="4103987"/>
            <a:ext cx="1422755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Biometric access denied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26EFF2DA-CF7D-E945-8E84-C64E079CDCAD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995913" y="4541407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202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E686561-81AA-2341-8DF6-483412AD7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0443" y="1229287"/>
            <a:ext cx="1219200" cy="1219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2E7580D-AA7F-FB4A-B88F-9E138CD64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0443" y="4541407"/>
            <a:ext cx="1219200" cy="1219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0BB2D8-3E7F-F54B-9AEA-059C719F5C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19" y="4541407"/>
            <a:ext cx="1219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B969B5-0A70-6A4A-8CC2-55C597BF6D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78941" y="4544803"/>
            <a:ext cx="1219200" cy="12192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FCEACBF-C9CA-ED4B-87AD-69A8A4441F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88708" y="4551335"/>
            <a:ext cx="1219200" cy="121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22618F1-2B34-214A-AAF5-43D6B2FD6E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78941" y="1226119"/>
            <a:ext cx="1219200" cy="12192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3B30CA4-6567-3747-B16F-A0DF6E8EE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50111" y="4551335"/>
            <a:ext cx="1219200" cy="1219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F5480A7-C275-F84B-82B9-22B28CAB29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11513" y="4541407"/>
            <a:ext cx="1219200" cy="1219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E66B788-AC56-2C46-ADE6-1FCD540BC7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78941" y="2803420"/>
            <a:ext cx="1219200" cy="1219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9E31C17-3510-8A4A-8D2A-A87BC54CDC1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1519" y="2803304"/>
            <a:ext cx="1219200" cy="1219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28C55AA9-1A30-AD46-BCE9-FE744EE6FA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20443" y="2809587"/>
            <a:ext cx="1219200" cy="1219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787056E-6C87-DF49-B7DB-EA2BD778359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0017" y="1226119"/>
            <a:ext cx="1219200" cy="12192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E98B3D15-3721-4A4F-B0DD-C26AE5CB052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83108" y="1226119"/>
            <a:ext cx="1219200" cy="1219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1BE0C32-C0AC-A04A-B502-6F2F38F04E7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52967" y="1226119"/>
            <a:ext cx="1219200" cy="12192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62FA825-721E-6E42-9DC3-D05B46F7B45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1519" y="1226119"/>
            <a:ext cx="1219200" cy="12192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F7F8DC26-94A0-A64F-90B4-620C2FDF306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60536" y="2811369"/>
            <a:ext cx="1219200" cy="1219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1C409DEE-885B-6F42-842E-073C88D52BE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361944" y="4541407"/>
            <a:ext cx="1219200" cy="12192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29A5A8D7-DE33-FD4A-887B-C17E65664CE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10017" y="2811068"/>
            <a:ext cx="1219200" cy="12192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C683CF6-DDE0-1A44-9DAC-5E9FF1EB624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360536" y="1229287"/>
            <a:ext cx="1219200" cy="12192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FF9F58E-1391-3F46-A804-66999170863F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5C658C9-6D1D-5A49-B52E-A589038CF35C}"/>
              </a:ext>
            </a:extLst>
          </p:cNvPr>
          <p:cNvSpPr txBox="1"/>
          <p:nvPr/>
        </p:nvSpPr>
        <p:spPr>
          <a:xfrm>
            <a:off x="2357670" y="2427161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security check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CBCEC0-9D64-E242-B2E5-C4501B41B70F}"/>
              </a:ext>
            </a:extLst>
          </p:cNvPr>
          <p:cNvSpPr txBox="1"/>
          <p:nvPr/>
        </p:nvSpPr>
        <p:spPr>
          <a:xfrm>
            <a:off x="788609" y="4098076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visibility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46F347-6A1D-234C-9F7F-8AD11CE73125}"/>
              </a:ext>
            </a:extLst>
          </p:cNvPr>
          <p:cNvSpPr txBox="1"/>
          <p:nvPr/>
        </p:nvSpPr>
        <p:spPr>
          <a:xfrm>
            <a:off x="2368298" y="4098076"/>
            <a:ext cx="1105023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architecture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641153-9A82-1B4E-9698-E1ACD05A5F19}"/>
              </a:ext>
            </a:extLst>
          </p:cNvPr>
          <p:cNvSpPr txBox="1"/>
          <p:nvPr/>
        </p:nvSpPr>
        <p:spPr>
          <a:xfrm>
            <a:off x="788609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Email inbox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B385061-2179-3641-9B37-B75B323CA344}"/>
              </a:ext>
            </a:extLst>
          </p:cNvPr>
          <p:cNvSpPr txBox="1"/>
          <p:nvPr/>
        </p:nvSpPr>
        <p:spPr>
          <a:xfrm>
            <a:off x="2368298" y="572433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Open mail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979C40-4A94-7748-9C29-5AD291AAC9A6}"/>
              </a:ext>
            </a:extLst>
          </p:cNvPr>
          <p:cNvSpPr txBox="1"/>
          <p:nvPr/>
        </p:nvSpPr>
        <p:spPr>
          <a:xfrm>
            <a:off x="3904801" y="5724331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Malicious email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B5A46C-F72B-A94F-BD3C-AE7FA32478F2}"/>
              </a:ext>
            </a:extLst>
          </p:cNvPr>
          <p:cNvSpPr txBox="1"/>
          <p:nvPr/>
        </p:nvSpPr>
        <p:spPr>
          <a:xfrm>
            <a:off x="3699717" y="4098077"/>
            <a:ext cx="1501032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data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E22ED4-2ACB-314E-99C8-A7EFFA33F55F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vehicle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A75DB4-AE4F-7148-A898-7F4DC9E57837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systems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35E90E-388A-4C4A-B2E7-885A84972699}"/>
              </a:ext>
            </a:extLst>
          </p:cNvPr>
          <p:cNvSpPr txBox="1"/>
          <p:nvPr/>
        </p:nvSpPr>
        <p:spPr>
          <a:xfrm>
            <a:off x="5321246" y="4098848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documents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2E04273-4B51-D54B-8CEE-E230A4AE983A}"/>
              </a:ext>
            </a:extLst>
          </p:cNvPr>
          <p:cNvSpPr txBox="1"/>
          <p:nvPr/>
        </p:nvSpPr>
        <p:spPr>
          <a:xfrm>
            <a:off x="6859407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expansion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A06E03-9338-0D47-BBCE-A993A5E5ED7B}"/>
              </a:ext>
            </a:extLst>
          </p:cNvPr>
          <p:cNvSpPr txBox="1"/>
          <p:nvPr/>
        </p:nvSpPr>
        <p:spPr>
          <a:xfrm>
            <a:off x="8393900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strategy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237212-F1CD-8343-9956-733E1682147A}"/>
              </a:ext>
            </a:extLst>
          </p:cNvPr>
          <p:cNvSpPr txBox="1"/>
          <p:nvPr/>
        </p:nvSpPr>
        <p:spPr>
          <a:xfrm>
            <a:off x="6858782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Empty cloud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2493040-1222-0649-B5E6-01389C1971BF}"/>
              </a:ext>
            </a:extLst>
          </p:cNvPr>
          <p:cNvSpPr txBox="1"/>
          <p:nvPr/>
        </p:nvSpPr>
        <p:spPr>
          <a:xfrm>
            <a:off x="8385331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attack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7F621B3-8F4A-C14B-8643-461E0BF3C94E}"/>
              </a:ext>
            </a:extLst>
          </p:cNvPr>
          <p:cNvSpPr txBox="1"/>
          <p:nvPr/>
        </p:nvSpPr>
        <p:spPr>
          <a:xfrm>
            <a:off x="9936211" y="409884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search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7AE26E5-243F-F144-B358-DF03ED27A3E1}"/>
              </a:ext>
            </a:extLst>
          </p:cNvPr>
          <p:cNvSpPr txBox="1"/>
          <p:nvPr/>
        </p:nvSpPr>
        <p:spPr>
          <a:xfrm>
            <a:off x="5321246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IoT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F839D18-0CD3-AD46-B808-26B8795C02A8}"/>
              </a:ext>
            </a:extLst>
          </p:cNvPr>
          <p:cNvSpPr txBox="1"/>
          <p:nvPr/>
        </p:nvSpPr>
        <p:spPr>
          <a:xfrm>
            <a:off x="6858782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IoT lock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A01F08-2630-FF4A-9373-00E06855E4D7}"/>
              </a:ext>
            </a:extLst>
          </p:cNvPr>
          <p:cNvSpPr txBox="1"/>
          <p:nvPr/>
        </p:nvSpPr>
        <p:spPr>
          <a:xfrm>
            <a:off x="838533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IoT security check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E79986B-F0C4-5542-A154-CBF58B753F11}"/>
              </a:ext>
            </a:extLst>
          </p:cNvPr>
          <p:cNvSpPr txBox="1"/>
          <p:nvPr/>
        </p:nvSpPr>
        <p:spPr>
          <a:xfrm>
            <a:off x="9936211" y="573669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AWS security check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AB51388-9C95-5D42-AA17-9A19978607DB}"/>
              </a:ext>
            </a:extLst>
          </p:cNvPr>
          <p:cNvSpPr txBox="1"/>
          <p:nvPr/>
        </p:nvSpPr>
        <p:spPr>
          <a:xfrm>
            <a:off x="992839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  <a:defRPr/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Cloud lock</a:t>
            </a:r>
          </a:p>
        </p:txBody>
      </p:sp>
      <p:sp>
        <p:nvSpPr>
          <p:cNvPr id="111" name="Title 6">
            <a:extLst>
              <a:ext uri="{FF2B5EF4-FFF2-40B4-BE49-F238E27FC236}">
                <a16:creationId xmlns:a16="http://schemas.microsoft.com/office/drawing/2014/main" id="{184C0C4B-3BA8-1845-A8E0-F5ECCDA3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Technology cont.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42704EC1-E0CF-F44C-9960-B63E17A79B1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40045" y="2812767"/>
            <a:ext cx="1219200" cy="12192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A199782-EEFA-E045-8947-87BD4489E8D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980139" y="2797032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1918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DAB98C54-F90C-584A-B35E-93F59BDE7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5244" y="1167977"/>
            <a:ext cx="1219200" cy="1219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94E55AF-DD2B-0D42-95A5-2483D411F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892" y="1163839"/>
            <a:ext cx="1219200" cy="1219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BA31E9A-CBDB-C048-A8D2-8AA9840B1D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3589" y="1163839"/>
            <a:ext cx="1219200" cy="12192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EFD56F0-8EB0-4F46-9B2C-CECAE97B87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9667" y="1163839"/>
            <a:ext cx="1219200" cy="12192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FF9F58E-1391-3F46-A804-66999170863F}"/>
              </a:ext>
            </a:extLst>
          </p:cNvPr>
          <p:cNvSpPr txBox="1"/>
          <p:nvPr/>
        </p:nvSpPr>
        <p:spPr>
          <a:xfrm>
            <a:off x="82019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Media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5C658C9-6D1D-5A49-B52E-A589038CF35C}"/>
              </a:ext>
            </a:extLst>
          </p:cNvPr>
          <p:cNvSpPr txBox="1"/>
          <p:nvPr/>
        </p:nvSpPr>
        <p:spPr>
          <a:xfrm>
            <a:off x="2357670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Settings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E22ED4-2ACB-314E-99C8-A7EFFA33F55F}"/>
              </a:ext>
            </a:extLst>
          </p:cNvPr>
          <p:cNvSpPr txBox="1"/>
          <p:nvPr/>
        </p:nvSpPr>
        <p:spPr>
          <a:xfrm>
            <a:off x="3895142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Headset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A75DB4-AE4F-7148-A898-7F4DC9E57837}"/>
              </a:ext>
            </a:extLst>
          </p:cNvPr>
          <p:cNvSpPr txBox="1"/>
          <p:nvPr/>
        </p:nvSpPr>
        <p:spPr>
          <a:xfrm>
            <a:off x="5322466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Support increase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A06E03-9338-0D47-BBCE-A993A5E5ED7B}"/>
              </a:ext>
            </a:extLst>
          </p:cNvPr>
          <p:cNvSpPr txBox="1"/>
          <p:nvPr/>
        </p:nvSpPr>
        <p:spPr>
          <a:xfrm>
            <a:off x="681765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Idea protection</a:t>
            </a:r>
          </a:p>
        </p:txBody>
      </p:sp>
      <p:sp>
        <p:nvSpPr>
          <p:cNvPr id="111" name="Title 6">
            <a:extLst>
              <a:ext uri="{FF2B5EF4-FFF2-40B4-BE49-F238E27FC236}">
                <a16:creationId xmlns:a16="http://schemas.microsoft.com/office/drawing/2014/main" id="{184C0C4B-3BA8-1845-A8E0-F5ECCDA3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4800"/>
            <a:ext cx="1072896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Technology cont.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3D8B1AB-00F0-424A-96DC-5179F00A6A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7596" y="1163839"/>
            <a:ext cx="1219200" cy="1219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B5EE223-AAF6-F847-9045-C576B74977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32623" y="1163839"/>
            <a:ext cx="1219200" cy="1219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456F65-57A2-7C46-8201-A3490DFA29D2}"/>
              </a:ext>
            </a:extLst>
          </p:cNvPr>
          <p:cNvSpPr txBox="1"/>
          <p:nvPr/>
        </p:nvSpPr>
        <p:spPr>
          <a:xfrm>
            <a:off x="8330845" y="2427162"/>
            <a:ext cx="1422755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Password unauthorized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56AFB22-64DD-E440-8673-818BB91B78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2892" y="2879648"/>
            <a:ext cx="1219200" cy="1219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A268A6C-6ABA-F945-A530-6BEF3ED00B74}"/>
              </a:ext>
            </a:extLst>
          </p:cNvPr>
          <p:cNvSpPr txBox="1"/>
          <p:nvPr/>
        </p:nvSpPr>
        <p:spPr>
          <a:xfrm>
            <a:off x="708247" y="4171080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 err="1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WiFi</a:t>
            </a:r>
            <a:endParaRPr lang="en-US" sz="1067" dirty="0">
              <a:solidFill>
                <a:srgbClr val="505350"/>
              </a:solidFill>
              <a:latin typeface="Calibri Light" panose="020F0302020204030204" pitchFamily="34" charset="0"/>
              <a:ea typeface="Calibri" charset="0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4E718EE-B2FF-154C-BE36-8442A231D48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24207" y="1144807"/>
            <a:ext cx="1219200" cy="1219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2990BC-E977-ED4D-8358-A19D7ED424BB}"/>
              </a:ext>
            </a:extLst>
          </p:cNvPr>
          <p:cNvSpPr txBox="1"/>
          <p:nvPr/>
        </p:nvSpPr>
        <p:spPr>
          <a:xfrm>
            <a:off x="10059427" y="2433694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Password security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385693D5-0394-CC44-802E-49602CF332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03589" y="2879648"/>
            <a:ext cx="1219200" cy="1219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9C2AAC5-CEC7-554A-A14F-B8CC1F51DB26}"/>
              </a:ext>
            </a:extLst>
          </p:cNvPr>
          <p:cNvSpPr txBox="1"/>
          <p:nvPr/>
        </p:nvSpPr>
        <p:spPr>
          <a:xfrm>
            <a:off x="2256692" y="416742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Interactive link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EBFB6F6-742E-2346-8BDE-FA4DBA9CAB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06503" y="2875165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4BB2C0A-F89D-1C40-909A-08786433FC6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0351" y="2875165"/>
            <a:ext cx="1219200" cy="1219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ACC372A-347C-9447-84E1-19044707F85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35244" y="2875165"/>
            <a:ext cx="1219200" cy="1219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7121E1F-F036-E04F-AFF4-827966CCDC5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79667" y="2875165"/>
            <a:ext cx="1219200" cy="1219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299DED9-ACD3-D647-866C-FA2F85E34A73}"/>
              </a:ext>
            </a:extLst>
          </p:cNvPr>
          <p:cNvSpPr txBox="1"/>
          <p:nvPr/>
        </p:nvSpPr>
        <p:spPr>
          <a:xfrm>
            <a:off x="3775255" y="416742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SIM card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4EA750-5651-2C44-A7EC-D589D0E3A034}"/>
              </a:ext>
            </a:extLst>
          </p:cNvPr>
          <p:cNvSpPr txBox="1"/>
          <p:nvPr/>
        </p:nvSpPr>
        <p:spPr>
          <a:xfrm>
            <a:off x="5333226" y="416742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SIM swapping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5B96D5-EA3D-3449-9723-1BDA96F74F99}"/>
              </a:ext>
            </a:extLst>
          </p:cNvPr>
          <p:cNvSpPr txBox="1"/>
          <p:nvPr/>
        </p:nvSpPr>
        <p:spPr>
          <a:xfrm>
            <a:off x="6851788" y="416742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Domain alert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79C78B-EEE1-184C-B349-E7B341ABC4D5}"/>
              </a:ext>
            </a:extLst>
          </p:cNvPr>
          <p:cNvSpPr txBox="1"/>
          <p:nvPr/>
        </p:nvSpPr>
        <p:spPr>
          <a:xfrm>
            <a:off x="8375636" y="4167429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Web domain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96525AD-356E-F840-B900-0A5C0203B79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68856" y="2875165"/>
            <a:ext cx="1219200" cy="1219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7E883B0-F460-664D-8EF6-201FF8D020D7}"/>
              </a:ext>
            </a:extLst>
          </p:cNvPr>
          <p:cNvSpPr txBox="1"/>
          <p:nvPr/>
        </p:nvSpPr>
        <p:spPr>
          <a:xfrm>
            <a:off x="10116988" y="416144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Blockchain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4A13C604-5D95-724E-A554-962248C0C6C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66772" y="4523264"/>
            <a:ext cx="1219200" cy="1219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2A8CB273-5773-324D-8395-D5365555D36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303589" y="4523264"/>
            <a:ext cx="1219200" cy="12192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EE0AF51-0D7B-3942-8ABA-39B2F01B632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29969" y="4523264"/>
            <a:ext cx="1219200" cy="12192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D3B0A84-5113-3644-9AA0-75360E65ABA5}"/>
              </a:ext>
            </a:extLst>
          </p:cNvPr>
          <p:cNvSpPr txBox="1"/>
          <p:nvPr/>
        </p:nvSpPr>
        <p:spPr>
          <a:xfrm>
            <a:off x="3775255" y="5742464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Video </a:t>
            </a:r>
            <a:b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</a:b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call alert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201D9B-3BFA-F742-9D4B-C57E72DE9B2A}"/>
              </a:ext>
            </a:extLst>
          </p:cNvPr>
          <p:cNvSpPr txBox="1"/>
          <p:nvPr/>
        </p:nvSpPr>
        <p:spPr>
          <a:xfrm>
            <a:off x="2256692" y="5742464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Mouse pointer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6F3E59-30EA-DD49-A4E0-2A0262C66734}"/>
              </a:ext>
            </a:extLst>
          </p:cNvPr>
          <p:cNvSpPr txBox="1"/>
          <p:nvPr/>
        </p:nvSpPr>
        <p:spPr>
          <a:xfrm>
            <a:off x="708178" y="5742464"/>
            <a:ext cx="1328629" cy="451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Interactive application</a:t>
            </a:r>
          </a:p>
        </p:txBody>
      </p:sp>
    </p:spTree>
    <p:extLst>
      <p:ext uri="{BB962C8B-B14F-4D97-AF65-F5344CB8AC3E}">
        <p14:creationId xmlns:p14="http://schemas.microsoft.com/office/powerpoint/2010/main" val="201541091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6B65-6D22-5C41-BF0E-5B63F266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Transportation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14700C88-167F-8546-8174-1276831F9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4257" y="1201820"/>
            <a:ext cx="1219200" cy="12192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A33DDD38-3158-AF46-8A58-6B599F4D3E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8727" y="1207961"/>
            <a:ext cx="1219200" cy="12192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2E45ADD-9DA5-404E-90D8-DD3AA416BD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1748" y="1207961"/>
            <a:ext cx="1219200" cy="12192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AAB46952-407B-E746-9FD3-4EA3E7B411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949" y="1201820"/>
            <a:ext cx="1219200" cy="12192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6A856E0-82E9-914C-BA5E-A7F8DFFB8C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8679" y="1201820"/>
            <a:ext cx="1219200" cy="1219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1DC4F59-DB96-6242-8B16-2FA2FB8D7E0E}"/>
              </a:ext>
            </a:extLst>
          </p:cNvPr>
          <p:cNvSpPr txBox="1"/>
          <p:nvPr/>
        </p:nvSpPr>
        <p:spPr>
          <a:xfrm>
            <a:off x="890039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Truck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64F91B-07FE-A04C-998B-1B196FFE7125}"/>
              </a:ext>
            </a:extLst>
          </p:cNvPr>
          <p:cNvSpPr txBox="1"/>
          <p:nvPr/>
        </p:nvSpPr>
        <p:spPr>
          <a:xfrm>
            <a:off x="2438838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Truck security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E4666-B821-254C-BE0B-891888611E8C}"/>
              </a:ext>
            </a:extLst>
          </p:cNvPr>
          <p:cNvSpPr txBox="1"/>
          <p:nvPr/>
        </p:nvSpPr>
        <p:spPr>
          <a:xfrm>
            <a:off x="3995817" y="2427162"/>
            <a:ext cx="1105023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Truck insurance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D2D61A-588F-8749-97B0-D9DB5CBD5FEF}"/>
              </a:ext>
            </a:extLst>
          </p:cNvPr>
          <p:cNvSpPr txBox="1"/>
          <p:nvPr/>
        </p:nvSpPr>
        <p:spPr>
          <a:xfrm>
            <a:off x="5433964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Airplane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4987E4-AC3A-7048-A962-EA29C3CAB138}"/>
              </a:ext>
            </a:extLst>
          </p:cNvPr>
          <p:cNvSpPr txBox="1"/>
          <p:nvPr/>
        </p:nvSpPr>
        <p:spPr>
          <a:xfrm>
            <a:off x="6999543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Steering wheel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3863DCF1-B7BB-3A41-8E01-AD22ADA748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949" y="2865027"/>
            <a:ext cx="1219200" cy="1219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14255D2-BF97-0D46-9F6E-2DD6074A155A}"/>
              </a:ext>
            </a:extLst>
          </p:cNvPr>
          <p:cNvSpPr txBox="1"/>
          <p:nvPr/>
        </p:nvSpPr>
        <p:spPr>
          <a:xfrm>
            <a:off x="775860" y="4104482"/>
            <a:ext cx="133337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Loaded truck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7E0758-59FF-CB42-A6BE-15EC098AB1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23216" y="1201820"/>
            <a:ext cx="1219200" cy="1219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EB766F-E220-764F-87CE-A399377F23F1}"/>
              </a:ext>
            </a:extLst>
          </p:cNvPr>
          <p:cNvSpPr txBox="1"/>
          <p:nvPr/>
        </p:nvSpPr>
        <p:spPr>
          <a:xfrm>
            <a:off x="8565251" y="2427162"/>
            <a:ext cx="1328629" cy="287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algn="ctr" defTabSz="609585" hangingPunct="0">
              <a:buClr>
                <a:srgbClr val="F36D24"/>
              </a:buClr>
            </a:pPr>
            <a:r>
              <a:rPr lang="en-US" sz="1067" dirty="0">
                <a:solidFill>
                  <a:srgbClr val="F36D24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*NEW* </a:t>
            </a:r>
            <a:r>
              <a:rPr lang="en-US" sz="1067" dirty="0">
                <a:solidFill>
                  <a:srgbClr val="505350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  <a:sym typeface="Calibri"/>
              </a:rPr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204652072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494E-8B2E-4949-AC83-E72FE143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U.S. Map</a:t>
            </a:r>
          </a:p>
        </p:txBody>
      </p:sp>
      <p:grpSp>
        <p:nvGrpSpPr>
          <p:cNvPr id="180" name="Graphic 5">
            <a:extLst>
              <a:ext uri="{FF2B5EF4-FFF2-40B4-BE49-F238E27FC236}">
                <a16:creationId xmlns:a16="http://schemas.microsoft.com/office/drawing/2014/main" id="{F9199997-C3DD-184A-829A-8791DCA8981D}"/>
              </a:ext>
            </a:extLst>
          </p:cNvPr>
          <p:cNvGrpSpPr>
            <a:grpSpLocks noChangeAspect="1"/>
          </p:cNvGrpSpPr>
          <p:nvPr/>
        </p:nvGrpSpPr>
        <p:grpSpPr>
          <a:xfrm>
            <a:off x="2023368" y="1092200"/>
            <a:ext cx="8145264" cy="5036643"/>
            <a:chOff x="412964" y="0"/>
            <a:chExt cx="8318072" cy="5143500"/>
          </a:xfrm>
          <a:solidFill>
            <a:srgbClr val="E6ECF1"/>
          </a:solidFill>
        </p:grpSpPr>
        <p:sp>
          <p:nvSpPr>
            <p:cNvPr id="181" name="Freeform: Shape 108">
              <a:extLst>
                <a:ext uri="{FF2B5EF4-FFF2-40B4-BE49-F238E27FC236}">
                  <a16:creationId xmlns:a16="http://schemas.microsoft.com/office/drawing/2014/main" id="{0D6FF61A-2308-A84A-B351-1430AC09F8FF}"/>
                </a:ext>
              </a:extLst>
            </p:cNvPr>
            <p:cNvSpPr/>
            <p:nvPr/>
          </p:nvSpPr>
          <p:spPr>
            <a:xfrm>
              <a:off x="5794557" y="3123831"/>
              <a:ext cx="572464" cy="945433"/>
            </a:xfrm>
            <a:custGeom>
              <a:avLst/>
              <a:gdLst>
                <a:gd name="connsiteX0" fmla="*/ 69823 w 572463"/>
                <a:gd name="connsiteY0" fmla="*/ 921580 h 945432"/>
                <a:gd name="connsiteX1" fmla="*/ 75027 w 572463"/>
                <a:gd name="connsiteY1" fmla="*/ 923315 h 945432"/>
                <a:gd name="connsiteX2" fmla="*/ 86303 w 572463"/>
                <a:gd name="connsiteY2" fmla="*/ 899896 h 945432"/>
                <a:gd name="connsiteX3" fmla="*/ 99314 w 572463"/>
                <a:gd name="connsiteY3" fmla="*/ 861731 h 945432"/>
                <a:gd name="connsiteX4" fmla="*/ 119263 w 572463"/>
                <a:gd name="connsiteY4" fmla="*/ 866936 h 945432"/>
                <a:gd name="connsiteX5" fmla="*/ 146152 w 572463"/>
                <a:gd name="connsiteY5" fmla="*/ 918978 h 945432"/>
                <a:gd name="connsiteX6" fmla="*/ 146152 w 572463"/>
                <a:gd name="connsiteY6" fmla="*/ 927652 h 945432"/>
                <a:gd name="connsiteX7" fmla="*/ 122732 w 572463"/>
                <a:gd name="connsiteY7" fmla="*/ 944132 h 945432"/>
                <a:gd name="connsiteX8" fmla="*/ 146152 w 572463"/>
                <a:gd name="connsiteY8" fmla="*/ 946734 h 945432"/>
                <a:gd name="connsiteX9" fmla="*/ 191255 w 572463"/>
                <a:gd name="connsiteY9" fmla="*/ 925049 h 945432"/>
                <a:gd name="connsiteX10" fmla="*/ 188653 w 572463"/>
                <a:gd name="connsiteY10" fmla="*/ 859129 h 945432"/>
                <a:gd name="connsiteX11" fmla="*/ 166969 w 572463"/>
                <a:gd name="connsiteY11" fmla="*/ 843517 h 945432"/>
                <a:gd name="connsiteX12" fmla="*/ 149621 w 572463"/>
                <a:gd name="connsiteY12" fmla="*/ 826169 h 945432"/>
                <a:gd name="connsiteX13" fmla="*/ 153090 w 572463"/>
                <a:gd name="connsiteY13" fmla="*/ 791475 h 945432"/>
                <a:gd name="connsiteX14" fmla="*/ 244164 w 572463"/>
                <a:gd name="connsiteY14" fmla="*/ 778464 h 945432"/>
                <a:gd name="connsiteX15" fmla="*/ 467078 w 572463"/>
                <a:gd name="connsiteY15" fmla="*/ 753310 h 945432"/>
                <a:gd name="connsiteX16" fmla="*/ 525192 w 572463"/>
                <a:gd name="connsiteY16" fmla="*/ 748106 h 945432"/>
                <a:gd name="connsiteX17" fmla="*/ 573765 w 572463"/>
                <a:gd name="connsiteY17" fmla="*/ 748973 h 945432"/>
                <a:gd name="connsiteX18" fmla="*/ 569428 w 572463"/>
                <a:gd name="connsiteY18" fmla="*/ 729891 h 945432"/>
                <a:gd name="connsiteX19" fmla="*/ 556417 w 572463"/>
                <a:gd name="connsiteY19" fmla="*/ 722952 h 945432"/>
                <a:gd name="connsiteX20" fmla="*/ 548611 w 572463"/>
                <a:gd name="connsiteY20" fmla="*/ 713411 h 945432"/>
                <a:gd name="connsiteX21" fmla="*/ 557285 w 572463"/>
                <a:gd name="connsiteY21" fmla="*/ 690860 h 945432"/>
                <a:gd name="connsiteX22" fmla="*/ 553815 w 572463"/>
                <a:gd name="connsiteY22" fmla="*/ 645757 h 945432"/>
                <a:gd name="connsiteX23" fmla="*/ 539937 w 572463"/>
                <a:gd name="connsiteY23" fmla="*/ 606725 h 945432"/>
                <a:gd name="connsiteX24" fmla="*/ 546876 w 572463"/>
                <a:gd name="connsiteY24" fmla="*/ 562489 h 945432"/>
                <a:gd name="connsiteX25" fmla="*/ 561622 w 572463"/>
                <a:gd name="connsiteY25" fmla="*/ 520855 h 945432"/>
                <a:gd name="connsiteX26" fmla="*/ 559887 w 572463"/>
                <a:gd name="connsiteY26" fmla="*/ 506110 h 945432"/>
                <a:gd name="connsiteX27" fmla="*/ 544274 w 572463"/>
                <a:gd name="connsiteY27" fmla="*/ 500038 h 945432"/>
                <a:gd name="connsiteX28" fmla="*/ 539937 w 572463"/>
                <a:gd name="connsiteY28" fmla="*/ 468813 h 945432"/>
                <a:gd name="connsiteX29" fmla="*/ 516518 w 572463"/>
                <a:gd name="connsiteY29" fmla="*/ 439323 h 945432"/>
                <a:gd name="connsiteX30" fmla="*/ 499171 w 572463"/>
                <a:gd name="connsiteY30" fmla="*/ 382944 h 945432"/>
                <a:gd name="connsiteX31" fmla="*/ 487028 w 572463"/>
                <a:gd name="connsiteY31" fmla="*/ 324830 h 945432"/>
                <a:gd name="connsiteX32" fmla="*/ 471415 w 572463"/>
                <a:gd name="connsiteY32" fmla="*/ 281461 h 945432"/>
                <a:gd name="connsiteX33" fmla="*/ 438455 w 572463"/>
                <a:gd name="connsiteY33" fmla="*/ 142682 h 945432"/>
                <a:gd name="connsiteX34" fmla="*/ 408097 w 572463"/>
                <a:gd name="connsiteY34" fmla="*/ 74160 h 945432"/>
                <a:gd name="connsiteX35" fmla="*/ 401158 w 572463"/>
                <a:gd name="connsiteY35" fmla="*/ 25588 h 945432"/>
                <a:gd name="connsiteX36" fmla="*/ 402025 w 572463"/>
                <a:gd name="connsiteY36" fmla="*/ 6505 h 945432"/>
                <a:gd name="connsiteX37" fmla="*/ 323962 w 572463"/>
                <a:gd name="connsiteY37" fmla="*/ 13444 h 945432"/>
                <a:gd name="connsiteX38" fmla="*/ 120998 w 572463"/>
                <a:gd name="connsiteY38" fmla="*/ 32526 h 945432"/>
                <a:gd name="connsiteX39" fmla="*/ 15179 w 572463"/>
                <a:gd name="connsiteY39" fmla="*/ 39465 h 945432"/>
                <a:gd name="connsiteX40" fmla="*/ 13444 w 572463"/>
                <a:gd name="connsiteY40" fmla="*/ 94977 h 945432"/>
                <a:gd name="connsiteX41" fmla="*/ 15179 w 572463"/>
                <a:gd name="connsiteY41" fmla="*/ 239828 h 945432"/>
                <a:gd name="connsiteX42" fmla="*/ 9107 w 572463"/>
                <a:gd name="connsiteY42" fmla="*/ 508712 h 945432"/>
                <a:gd name="connsiteX43" fmla="*/ 6505 w 572463"/>
                <a:gd name="connsiteY43" fmla="*/ 631011 h 945432"/>
                <a:gd name="connsiteX44" fmla="*/ 30792 w 572463"/>
                <a:gd name="connsiteY44" fmla="*/ 794077 h 945432"/>
                <a:gd name="connsiteX45" fmla="*/ 44669 w 572463"/>
                <a:gd name="connsiteY45" fmla="*/ 921580 h 945432"/>
                <a:gd name="connsiteX46" fmla="*/ 69823 w 572463"/>
                <a:gd name="connsiteY46" fmla="*/ 921580 h 94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72463" h="945432">
                  <a:moveTo>
                    <a:pt x="69823" y="921580"/>
                  </a:moveTo>
                  <a:lnTo>
                    <a:pt x="75027" y="923315"/>
                  </a:lnTo>
                  <a:lnTo>
                    <a:pt x="86303" y="899896"/>
                  </a:lnTo>
                  <a:lnTo>
                    <a:pt x="99314" y="861731"/>
                  </a:lnTo>
                  <a:lnTo>
                    <a:pt x="119263" y="866936"/>
                  </a:lnTo>
                  <a:lnTo>
                    <a:pt x="146152" y="918978"/>
                  </a:lnTo>
                  <a:lnTo>
                    <a:pt x="146152" y="927652"/>
                  </a:lnTo>
                  <a:lnTo>
                    <a:pt x="122732" y="944132"/>
                  </a:lnTo>
                  <a:lnTo>
                    <a:pt x="146152" y="946734"/>
                  </a:lnTo>
                  <a:lnTo>
                    <a:pt x="191255" y="925049"/>
                  </a:lnTo>
                  <a:lnTo>
                    <a:pt x="188653" y="859129"/>
                  </a:lnTo>
                  <a:lnTo>
                    <a:pt x="166969" y="843517"/>
                  </a:lnTo>
                  <a:lnTo>
                    <a:pt x="149621" y="826169"/>
                  </a:lnTo>
                  <a:lnTo>
                    <a:pt x="153090" y="791475"/>
                  </a:lnTo>
                  <a:lnTo>
                    <a:pt x="244164" y="778464"/>
                  </a:lnTo>
                  <a:lnTo>
                    <a:pt x="467078" y="753310"/>
                  </a:lnTo>
                  <a:lnTo>
                    <a:pt x="525192" y="748106"/>
                  </a:lnTo>
                  <a:lnTo>
                    <a:pt x="573765" y="748973"/>
                  </a:lnTo>
                  <a:lnTo>
                    <a:pt x="569428" y="729891"/>
                  </a:lnTo>
                  <a:lnTo>
                    <a:pt x="556417" y="722952"/>
                  </a:lnTo>
                  <a:lnTo>
                    <a:pt x="548611" y="713411"/>
                  </a:lnTo>
                  <a:lnTo>
                    <a:pt x="557285" y="690860"/>
                  </a:lnTo>
                  <a:lnTo>
                    <a:pt x="553815" y="645757"/>
                  </a:lnTo>
                  <a:lnTo>
                    <a:pt x="539937" y="606725"/>
                  </a:lnTo>
                  <a:lnTo>
                    <a:pt x="546876" y="562489"/>
                  </a:lnTo>
                  <a:lnTo>
                    <a:pt x="561622" y="520855"/>
                  </a:lnTo>
                  <a:lnTo>
                    <a:pt x="559887" y="506110"/>
                  </a:lnTo>
                  <a:lnTo>
                    <a:pt x="544274" y="500038"/>
                  </a:lnTo>
                  <a:lnTo>
                    <a:pt x="539937" y="468813"/>
                  </a:lnTo>
                  <a:lnTo>
                    <a:pt x="516518" y="439323"/>
                  </a:lnTo>
                  <a:lnTo>
                    <a:pt x="499171" y="382944"/>
                  </a:lnTo>
                  <a:lnTo>
                    <a:pt x="487028" y="324830"/>
                  </a:lnTo>
                  <a:lnTo>
                    <a:pt x="471415" y="281461"/>
                  </a:lnTo>
                  <a:lnTo>
                    <a:pt x="438455" y="142682"/>
                  </a:lnTo>
                  <a:lnTo>
                    <a:pt x="408097" y="74160"/>
                  </a:lnTo>
                  <a:lnTo>
                    <a:pt x="401158" y="25588"/>
                  </a:lnTo>
                  <a:lnTo>
                    <a:pt x="402025" y="6505"/>
                  </a:lnTo>
                  <a:lnTo>
                    <a:pt x="323962" y="13444"/>
                  </a:lnTo>
                  <a:lnTo>
                    <a:pt x="120998" y="32526"/>
                  </a:lnTo>
                  <a:lnTo>
                    <a:pt x="15179" y="39465"/>
                  </a:lnTo>
                  <a:lnTo>
                    <a:pt x="13444" y="94977"/>
                  </a:lnTo>
                  <a:lnTo>
                    <a:pt x="15179" y="239828"/>
                  </a:lnTo>
                  <a:lnTo>
                    <a:pt x="9107" y="508712"/>
                  </a:lnTo>
                  <a:lnTo>
                    <a:pt x="6505" y="631011"/>
                  </a:lnTo>
                  <a:lnTo>
                    <a:pt x="30792" y="794077"/>
                  </a:lnTo>
                  <a:lnTo>
                    <a:pt x="44669" y="921580"/>
                  </a:lnTo>
                  <a:lnTo>
                    <a:pt x="69823" y="92158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2" name="Freeform: Shape 109">
              <a:extLst>
                <a:ext uri="{FF2B5EF4-FFF2-40B4-BE49-F238E27FC236}">
                  <a16:creationId xmlns:a16="http://schemas.microsoft.com/office/drawing/2014/main" id="{1E139EB4-E966-184E-90F7-AE5846756F0F}"/>
                </a:ext>
              </a:extLst>
            </p:cNvPr>
            <p:cNvSpPr/>
            <p:nvPr/>
          </p:nvSpPr>
          <p:spPr>
            <a:xfrm>
              <a:off x="4785806" y="2894845"/>
              <a:ext cx="754611" cy="685222"/>
            </a:xfrm>
            <a:custGeom>
              <a:avLst/>
              <a:gdLst>
                <a:gd name="connsiteX0" fmla="*/ 721218 w 754611"/>
                <a:gd name="connsiteY0" fmla="*/ 107120 h 685221"/>
                <a:gd name="connsiteX1" fmla="*/ 665706 w 754611"/>
                <a:gd name="connsiteY1" fmla="*/ 101048 h 685221"/>
                <a:gd name="connsiteX2" fmla="*/ 673512 w 754611"/>
                <a:gd name="connsiteY2" fmla="*/ 74160 h 685221"/>
                <a:gd name="connsiteX3" fmla="*/ 700401 w 754611"/>
                <a:gd name="connsiteY3" fmla="*/ 51609 h 685221"/>
                <a:gd name="connsiteX4" fmla="*/ 705605 w 754611"/>
                <a:gd name="connsiteY4" fmla="*/ 31659 h 685221"/>
                <a:gd name="connsiteX5" fmla="*/ 689993 w 754611"/>
                <a:gd name="connsiteY5" fmla="*/ 6505 h 685221"/>
                <a:gd name="connsiteX6" fmla="*/ 413301 w 754611"/>
                <a:gd name="connsiteY6" fmla="*/ 16914 h 685221"/>
                <a:gd name="connsiteX7" fmla="*/ 211204 w 754611"/>
                <a:gd name="connsiteY7" fmla="*/ 22985 h 685221"/>
                <a:gd name="connsiteX8" fmla="*/ 6505 w 754611"/>
                <a:gd name="connsiteY8" fmla="*/ 25588 h 685221"/>
                <a:gd name="connsiteX9" fmla="*/ 19516 w 754611"/>
                <a:gd name="connsiteY9" fmla="*/ 85436 h 685221"/>
                <a:gd name="connsiteX10" fmla="*/ 20383 w 754611"/>
                <a:gd name="connsiteY10" fmla="*/ 159162 h 685221"/>
                <a:gd name="connsiteX11" fmla="*/ 32526 w 754611"/>
                <a:gd name="connsiteY11" fmla="*/ 253706 h 685221"/>
                <a:gd name="connsiteX12" fmla="*/ 35129 w 754611"/>
                <a:gd name="connsiteY12" fmla="*/ 585041 h 685221"/>
                <a:gd name="connsiteX13" fmla="*/ 53343 w 754611"/>
                <a:gd name="connsiteY13" fmla="*/ 598918 h 685221"/>
                <a:gd name="connsiteX14" fmla="*/ 79364 w 754611"/>
                <a:gd name="connsiteY14" fmla="*/ 588510 h 685221"/>
                <a:gd name="connsiteX15" fmla="*/ 104518 w 754611"/>
                <a:gd name="connsiteY15" fmla="*/ 598918 h 685221"/>
                <a:gd name="connsiteX16" fmla="*/ 107987 w 754611"/>
                <a:gd name="connsiteY16" fmla="*/ 686523 h 685221"/>
                <a:gd name="connsiteX17" fmla="*/ 326565 w 754611"/>
                <a:gd name="connsiteY17" fmla="*/ 684788 h 685221"/>
                <a:gd name="connsiteX18" fmla="*/ 559019 w 754611"/>
                <a:gd name="connsiteY18" fmla="*/ 677849 h 685221"/>
                <a:gd name="connsiteX19" fmla="*/ 566826 w 754611"/>
                <a:gd name="connsiteY19" fmla="*/ 661369 h 685221"/>
                <a:gd name="connsiteX20" fmla="*/ 564224 w 754611"/>
                <a:gd name="connsiteY20" fmla="*/ 628409 h 685221"/>
                <a:gd name="connsiteX21" fmla="*/ 549479 w 754611"/>
                <a:gd name="connsiteY21" fmla="*/ 601521 h 685221"/>
                <a:gd name="connsiteX22" fmla="*/ 562489 w 754611"/>
                <a:gd name="connsiteY22" fmla="*/ 589378 h 685221"/>
                <a:gd name="connsiteX23" fmla="*/ 550346 w 754611"/>
                <a:gd name="connsiteY23" fmla="*/ 570295 h 685221"/>
                <a:gd name="connsiteX24" fmla="*/ 556417 w 754611"/>
                <a:gd name="connsiteY24" fmla="*/ 549479 h 685221"/>
                <a:gd name="connsiteX25" fmla="*/ 565959 w 754611"/>
                <a:gd name="connsiteY25" fmla="*/ 498304 h 685221"/>
                <a:gd name="connsiteX26" fmla="*/ 589377 w 754611"/>
                <a:gd name="connsiteY26" fmla="*/ 478354 h 685221"/>
                <a:gd name="connsiteX27" fmla="*/ 582438 w 754611"/>
                <a:gd name="connsiteY27" fmla="*/ 459272 h 685221"/>
                <a:gd name="connsiteX28" fmla="*/ 617133 w 754611"/>
                <a:gd name="connsiteY28" fmla="*/ 410699 h 685221"/>
                <a:gd name="connsiteX29" fmla="*/ 638817 w 754611"/>
                <a:gd name="connsiteY29" fmla="*/ 401158 h 685221"/>
                <a:gd name="connsiteX30" fmla="*/ 637950 w 754611"/>
                <a:gd name="connsiteY30" fmla="*/ 386413 h 685221"/>
                <a:gd name="connsiteX31" fmla="*/ 633613 w 754611"/>
                <a:gd name="connsiteY31" fmla="*/ 371668 h 685221"/>
                <a:gd name="connsiteX32" fmla="*/ 658767 w 754611"/>
                <a:gd name="connsiteY32" fmla="*/ 321360 h 685221"/>
                <a:gd name="connsiteX33" fmla="*/ 680451 w 754611"/>
                <a:gd name="connsiteY33" fmla="*/ 311819 h 685221"/>
                <a:gd name="connsiteX34" fmla="*/ 682186 w 754611"/>
                <a:gd name="connsiteY34" fmla="*/ 283196 h 685221"/>
                <a:gd name="connsiteX35" fmla="*/ 700401 w 754611"/>
                <a:gd name="connsiteY35" fmla="*/ 271053 h 685221"/>
                <a:gd name="connsiteX36" fmla="*/ 708207 w 754611"/>
                <a:gd name="connsiteY36" fmla="*/ 235491 h 685221"/>
                <a:gd name="connsiteX37" fmla="*/ 696064 w 754611"/>
                <a:gd name="connsiteY37" fmla="*/ 200796 h 685221"/>
                <a:gd name="connsiteX38" fmla="*/ 732493 w 754611"/>
                <a:gd name="connsiteY38" fmla="*/ 179979 h 685221"/>
                <a:gd name="connsiteX39" fmla="*/ 735096 w 754611"/>
                <a:gd name="connsiteY39" fmla="*/ 161764 h 685221"/>
                <a:gd name="connsiteX40" fmla="*/ 745504 w 754611"/>
                <a:gd name="connsiteY40" fmla="*/ 125335 h 685221"/>
                <a:gd name="connsiteX41" fmla="*/ 753310 w 754611"/>
                <a:gd name="connsiteY41" fmla="*/ 98446 h 685221"/>
                <a:gd name="connsiteX42" fmla="*/ 721218 w 754611"/>
                <a:gd name="connsiteY42" fmla="*/ 107120 h 68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54611" h="685221">
                  <a:moveTo>
                    <a:pt x="721218" y="107120"/>
                  </a:moveTo>
                  <a:lnTo>
                    <a:pt x="665706" y="101048"/>
                  </a:lnTo>
                  <a:lnTo>
                    <a:pt x="673512" y="74160"/>
                  </a:lnTo>
                  <a:lnTo>
                    <a:pt x="700401" y="51609"/>
                  </a:lnTo>
                  <a:lnTo>
                    <a:pt x="705605" y="31659"/>
                  </a:lnTo>
                  <a:lnTo>
                    <a:pt x="689993" y="6505"/>
                  </a:lnTo>
                  <a:lnTo>
                    <a:pt x="413301" y="16914"/>
                  </a:lnTo>
                  <a:lnTo>
                    <a:pt x="211204" y="22985"/>
                  </a:lnTo>
                  <a:lnTo>
                    <a:pt x="6505" y="25588"/>
                  </a:lnTo>
                  <a:lnTo>
                    <a:pt x="19516" y="85436"/>
                  </a:lnTo>
                  <a:lnTo>
                    <a:pt x="20383" y="159162"/>
                  </a:lnTo>
                  <a:lnTo>
                    <a:pt x="32526" y="253706"/>
                  </a:lnTo>
                  <a:lnTo>
                    <a:pt x="35129" y="585041"/>
                  </a:lnTo>
                  <a:lnTo>
                    <a:pt x="53343" y="598918"/>
                  </a:lnTo>
                  <a:lnTo>
                    <a:pt x="79364" y="588510"/>
                  </a:lnTo>
                  <a:lnTo>
                    <a:pt x="104518" y="598918"/>
                  </a:lnTo>
                  <a:lnTo>
                    <a:pt x="107987" y="686523"/>
                  </a:lnTo>
                  <a:lnTo>
                    <a:pt x="326565" y="684788"/>
                  </a:lnTo>
                  <a:lnTo>
                    <a:pt x="559019" y="677849"/>
                  </a:lnTo>
                  <a:lnTo>
                    <a:pt x="566826" y="661369"/>
                  </a:lnTo>
                  <a:lnTo>
                    <a:pt x="564224" y="628409"/>
                  </a:lnTo>
                  <a:lnTo>
                    <a:pt x="549479" y="601521"/>
                  </a:lnTo>
                  <a:lnTo>
                    <a:pt x="562489" y="589378"/>
                  </a:lnTo>
                  <a:lnTo>
                    <a:pt x="550346" y="570295"/>
                  </a:lnTo>
                  <a:lnTo>
                    <a:pt x="556417" y="549479"/>
                  </a:lnTo>
                  <a:lnTo>
                    <a:pt x="565959" y="498304"/>
                  </a:lnTo>
                  <a:lnTo>
                    <a:pt x="589377" y="478354"/>
                  </a:lnTo>
                  <a:lnTo>
                    <a:pt x="582438" y="459272"/>
                  </a:lnTo>
                  <a:lnTo>
                    <a:pt x="617133" y="410699"/>
                  </a:lnTo>
                  <a:lnTo>
                    <a:pt x="638817" y="401158"/>
                  </a:lnTo>
                  <a:lnTo>
                    <a:pt x="637950" y="386413"/>
                  </a:lnTo>
                  <a:lnTo>
                    <a:pt x="633613" y="371668"/>
                  </a:lnTo>
                  <a:lnTo>
                    <a:pt x="658767" y="321360"/>
                  </a:lnTo>
                  <a:lnTo>
                    <a:pt x="680451" y="311819"/>
                  </a:lnTo>
                  <a:lnTo>
                    <a:pt x="682186" y="283196"/>
                  </a:lnTo>
                  <a:lnTo>
                    <a:pt x="700401" y="271053"/>
                  </a:lnTo>
                  <a:lnTo>
                    <a:pt x="708207" y="235491"/>
                  </a:lnTo>
                  <a:lnTo>
                    <a:pt x="696064" y="200796"/>
                  </a:lnTo>
                  <a:lnTo>
                    <a:pt x="732493" y="179979"/>
                  </a:lnTo>
                  <a:lnTo>
                    <a:pt x="735096" y="161764"/>
                  </a:lnTo>
                  <a:lnTo>
                    <a:pt x="745504" y="125335"/>
                  </a:lnTo>
                  <a:lnTo>
                    <a:pt x="753310" y="98446"/>
                  </a:lnTo>
                  <a:lnTo>
                    <a:pt x="721218" y="10712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3" name="Freeform: Shape 110">
              <a:extLst>
                <a:ext uri="{FF2B5EF4-FFF2-40B4-BE49-F238E27FC236}">
                  <a16:creationId xmlns:a16="http://schemas.microsoft.com/office/drawing/2014/main" id="{D6517B3D-4BC8-8446-89B8-2CACD3214A70}"/>
                </a:ext>
              </a:extLst>
            </p:cNvPr>
            <p:cNvSpPr/>
            <p:nvPr/>
          </p:nvSpPr>
          <p:spPr>
            <a:xfrm>
              <a:off x="1575673" y="2560040"/>
              <a:ext cx="1032170" cy="1205643"/>
            </a:xfrm>
            <a:custGeom>
              <a:avLst/>
              <a:gdLst>
                <a:gd name="connsiteX0" fmla="*/ 9107 w 1032169"/>
                <a:gd name="connsiteY0" fmla="*/ 820098 h 1205643"/>
                <a:gd name="connsiteX1" fmla="*/ 6505 w 1032169"/>
                <a:gd name="connsiteY1" fmla="*/ 833108 h 1205643"/>
                <a:gd name="connsiteX2" fmla="*/ 10842 w 1032169"/>
                <a:gd name="connsiteY2" fmla="*/ 841782 h 1205643"/>
                <a:gd name="connsiteX3" fmla="*/ 174775 w 1032169"/>
                <a:gd name="connsiteY3" fmla="*/ 934590 h 1205643"/>
                <a:gd name="connsiteX4" fmla="*/ 279727 w 1032169"/>
                <a:gd name="connsiteY4" fmla="*/ 1000511 h 1205643"/>
                <a:gd name="connsiteX5" fmla="*/ 407230 w 1032169"/>
                <a:gd name="connsiteY5" fmla="*/ 1075104 h 1205643"/>
                <a:gd name="connsiteX6" fmla="*/ 552948 w 1032169"/>
                <a:gd name="connsiteY6" fmla="*/ 1161841 h 1205643"/>
                <a:gd name="connsiteX7" fmla="*/ 659634 w 1032169"/>
                <a:gd name="connsiteY7" fmla="*/ 1182658 h 1205643"/>
                <a:gd name="connsiteX8" fmla="*/ 879946 w 1032169"/>
                <a:gd name="connsiteY8" fmla="*/ 1206077 h 1205643"/>
                <a:gd name="connsiteX9" fmla="*/ 931988 w 1032169"/>
                <a:gd name="connsiteY9" fmla="*/ 862599 h 1205643"/>
                <a:gd name="connsiteX10" fmla="*/ 992704 w 1032169"/>
                <a:gd name="connsiteY10" fmla="*/ 402026 h 1205643"/>
                <a:gd name="connsiteX11" fmla="*/ 1030868 w 1032169"/>
                <a:gd name="connsiteY11" fmla="*/ 133141 h 1205643"/>
                <a:gd name="connsiteX12" fmla="*/ 817496 w 1032169"/>
                <a:gd name="connsiteY12" fmla="*/ 101916 h 1205643"/>
                <a:gd name="connsiteX13" fmla="*/ 291002 w 1032169"/>
                <a:gd name="connsiteY13" fmla="*/ 6505 h 1205643"/>
                <a:gd name="connsiteX14" fmla="*/ 289268 w 1032169"/>
                <a:gd name="connsiteY14" fmla="*/ 16046 h 1205643"/>
                <a:gd name="connsiteX15" fmla="*/ 266716 w 1032169"/>
                <a:gd name="connsiteY15" fmla="*/ 159162 h 1205643"/>
                <a:gd name="connsiteX16" fmla="*/ 248501 w 1032169"/>
                <a:gd name="connsiteY16" fmla="*/ 192122 h 1205643"/>
                <a:gd name="connsiteX17" fmla="*/ 224215 w 1032169"/>
                <a:gd name="connsiteY17" fmla="*/ 190388 h 1205643"/>
                <a:gd name="connsiteX18" fmla="*/ 213806 w 1032169"/>
                <a:gd name="connsiteY18" fmla="*/ 167836 h 1205643"/>
                <a:gd name="connsiteX19" fmla="*/ 191255 w 1032169"/>
                <a:gd name="connsiteY19" fmla="*/ 164367 h 1205643"/>
                <a:gd name="connsiteX20" fmla="*/ 180846 w 1032169"/>
                <a:gd name="connsiteY20" fmla="*/ 154825 h 1205643"/>
                <a:gd name="connsiteX21" fmla="*/ 171305 w 1032169"/>
                <a:gd name="connsiteY21" fmla="*/ 155693 h 1205643"/>
                <a:gd name="connsiteX22" fmla="*/ 153091 w 1032169"/>
                <a:gd name="connsiteY22" fmla="*/ 170438 h 1205643"/>
                <a:gd name="connsiteX23" fmla="*/ 150489 w 1032169"/>
                <a:gd name="connsiteY23" fmla="*/ 229419 h 1205643"/>
                <a:gd name="connsiteX24" fmla="*/ 147887 w 1032169"/>
                <a:gd name="connsiteY24" fmla="*/ 242430 h 1205643"/>
                <a:gd name="connsiteX25" fmla="*/ 143550 w 1032169"/>
                <a:gd name="connsiteY25" fmla="*/ 350851 h 1205643"/>
                <a:gd name="connsiteX26" fmla="*/ 130539 w 1032169"/>
                <a:gd name="connsiteY26" fmla="*/ 371668 h 1205643"/>
                <a:gd name="connsiteX27" fmla="*/ 127070 w 1032169"/>
                <a:gd name="connsiteY27" fmla="*/ 400291 h 1205643"/>
                <a:gd name="connsiteX28" fmla="*/ 151356 w 1032169"/>
                <a:gd name="connsiteY28" fmla="*/ 443659 h 1205643"/>
                <a:gd name="connsiteX29" fmla="*/ 160897 w 1032169"/>
                <a:gd name="connsiteY29" fmla="*/ 491365 h 1205643"/>
                <a:gd name="connsiteX30" fmla="*/ 166969 w 1032169"/>
                <a:gd name="connsiteY30" fmla="*/ 500906 h 1205643"/>
                <a:gd name="connsiteX31" fmla="*/ 176510 w 1032169"/>
                <a:gd name="connsiteY31" fmla="*/ 508712 h 1205643"/>
                <a:gd name="connsiteX32" fmla="*/ 173040 w 1032169"/>
                <a:gd name="connsiteY32" fmla="*/ 529529 h 1205643"/>
                <a:gd name="connsiteX33" fmla="*/ 158295 w 1032169"/>
                <a:gd name="connsiteY33" fmla="*/ 539937 h 1205643"/>
                <a:gd name="connsiteX34" fmla="*/ 128804 w 1032169"/>
                <a:gd name="connsiteY34" fmla="*/ 553815 h 1205643"/>
                <a:gd name="connsiteX35" fmla="*/ 114926 w 1032169"/>
                <a:gd name="connsiteY35" fmla="*/ 569428 h 1205643"/>
                <a:gd name="connsiteX36" fmla="*/ 101048 w 1032169"/>
                <a:gd name="connsiteY36" fmla="*/ 600653 h 1205643"/>
                <a:gd name="connsiteX37" fmla="*/ 96712 w 1032169"/>
                <a:gd name="connsiteY37" fmla="*/ 643154 h 1205643"/>
                <a:gd name="connsiteX38" fmla="*/ 70691 w 1032169"/>
                <a:gd name="connsiteY38" fmla="*/ 668308 h 1205643"/>
                <a:gd name="connsiteX39" fmla="*/ 54211 w 1032169"/>
                <a:gd name="connsiteY39" fmla="*/ 676115 h 1205643"/>
                <a:gd name="connsiteX40" fmla="*/ 53343 w 1032169"/>
                <a:gd name="connsiteY40" fmla="*/ 726422 h 1205643"/>
                <a:gd name="connsiteX41" fmla="*/ 48139 w 1032169"/>
                <a:gd name="connsiteY41" fmla="*/ 740300 h 1205643"/>
                <a:gd name="connsiteX42" fmla="*/ 52476 w 1032169"/>
                <a:gd name="connsiteY42" fmla="*/ 747239 h 1205643"/>
                <a:gd name="connsiteX43" fmla="*/ 86303 w 1032169"/>
                <a:gd name="connsiteY43" fmla="*/ 750708 h 1205643"/>
                <a:gd name="connsiteX44" fmla="*/ 78497 w 1032169"/>
                <a:gd name="connsiteY44" fmla="*/ 776729 h 1205643"/>
                <a:gd name="connsiteX45" fmla="*/ 63752 w 1032169"/>
                <a:gd name="connsiteY45" fmla="*/ 797546 h 1205643"/>
                <a:gd name="connsiteX46" fmla="*/ 31659 w 1032169"/>
                <a:gd name="connsiteY46" fmla="*/ 801016 h 1205643"/>
                <a:gd name="connsiteX47" fmla="*/ 9107 w 1032169"/>
                <a:gd name="connsiteY47" fmla="*/ 820098 h 12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32169" h="1205643">
                  <a:moveTo>
                    <a:pt x="9107" y="820098"/>
                  </a:moveTo>
                  <a:lnTo>
                    <a:pt x="6505" y="833108"/>
                  </a:lnTo>
                  <a:lnTo>
                    <a:pt x="10842" y="841782"/>
                  </a:lnTo>
                  <a:lnTo>
                    <a:pt x="174775" y="934590"/>
                  </a:lnTo>
                  <a:lnTo>
                    <a:pt x="279727" y="1000511"/>
                  </a:lnTo>
                  <a:lnTo>
                    <a:pt x="407230" y="1075104"/>
                  </a:lnTo>
                  <a:lnTo>
                    <a:pt x="552948" y="1161841"/>
                  </a:lnTo>
                  <a:lnTo>
                    <a:pt x="659634" y="1182658"/>
                  </a:lnTo>
                  <a:lnTo>
                    <a:pt x="879946" y="1206077"/>
                  </a:lnTo>
                  <a:lnTo>
                    <a:pt x="931988" y="862599"/>
                  </a:lnTo>
                  <a:lnTo>
                    <a:pt x="992704" y="402026"/>
                  </a:lnTo>
                  <a:lnTo>
                    <a:pt x="1030868" y="133141"/>
                  </a:lnTo>
                  <a:lnTo>
                    <a:pt x="817496" y="101916"/>
                  </a:lnTo>
                  <a:lnTo>
                    <a:pt x="291002" y="6505"/>
                  </a:lnTo>
                  <a:lnTo>
                    <a:pt x="289268" y="16046"/>
                  </a:lnTo>
                  <a:lnTo>
                    <a:pt x="266716" y="159162"/>
                  </a:lnTo>
                  <a:lnTo>
                    <a:pt x="248501" y="192122"/>
                  </a:lnTo>
                  <a:lnTo>
                    <a:pt x="224215" y="190388"/>
                  </a:lnTo>
                  <a:lnTo>
                    <a:pt x="213806" y="167836"/>
                  </a:lnTo>
                  <a:lnTo>
                    <a:pt x="191255" y="164367"/>
                  </a:lnTo>
                  <a:lnTo>
                    <a:pt x="180846" y="154825"/>
                  </a:lnTo>
                  <a:lnTo>
                    <a:pt x="171305" y="155693"/>
                  </a:lnTo>
                  <a:lnTo>
                    <a:pt x="153091" y="170438"/>
                  </a:lnTo>
                  <a:lnTo>
                    <a:pt x="150489" y="229419"/>
                  </a:lnTo>
                  <a:lnTo>
                    <a:pt x="147887" y="242430"/>
                  </a:lnTo>
                  <a:lnTo>
                    <a:pt x="143550" y="350851"/>
                  </a:lnTo>
                  <a:lnTo>
                    <a:pt x="130539" y="371668"/>
                  </a:lnTo>
                  <a:lnTo>
                    <a:pt x="127070" y="400291"/>
                  </a:lnTo>
                  <a:lnTo>
                    <a:pt x="151356" y="443659"/>
                  </a:lnTo>
                  <a:lnTo>
                    <a:pt x="160897" y="491365"/>
                  </a:lnTo>
                  <a:lnTo>
                    <a:pt x="166969" y="500906"/>
                  </a:lnTo>
                  <a:lnTo>
                    <a:pt x="176510" y="508712"/>
                  </a:lnTo>
                  <a:lnTo>
                    <a:pt x="173040" y="529529"/>
                  </a:lnTo>
                  <a:lnTo>
                    <a:pt x="158295" y="539937"/>
                  </a:lnTo>
                  <a:lnTo>
                    <a:pt x="128804" y="553815"/>
                  </a:lnTo>
                  <a:lnTo>
                    <a:pt x="114926" y="569428"/>
                  </a:lnTo>
                  <a:lnTo>
                    <a:pt x="101048" y="600653"/>
                  </a:lnTo>
                  <a:lnTo>
                    <a:pt x="96712" y="643154"/>
                  </a:lnTo>
                  <a:lnTo>
                    <a:pt x="70691" y="668308"/>
                  </a:lnTo>
                  <a:lnTo>
                    <a:pt x="54211" y="676115"/>
                  </a:lnTo>
                  <a:lnTo>
                    <a:pt x="53343" y="726422"/>
                  </a:lnTo>
                  <a:lnTo>
                    <a:pt x="48139" y="740300"/>
                  </a:lnTo>
                  <a:lnTo>
                    <a:pt x="52476" y="747239"/>
                  </a:lnTo>
                  <a:lnTo>
                    <a:pt x="86303" y="750708"/>
                  </a:lnTo>
                  <a:lnTo>
                    <a:pt x="78497" y="776729"/>
                  </a:lnTo>
                  <a:lnTo>
                    <a:pt x="63752" y="797546"/>
                  </a:lnTo>
                  <a:lnTo>
                    <a:pt x="31659" y="801016"/>
                  </a:lnTo>
                  <a:lnTo>
                    <a:pt x="9107" y="82009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4" name="Freeform: Shape 111">
              <a:extLst>
                <a:ext uri="{FF2B5EF4-FFF2-40B4-BE49-F238E27FC236}">
                  <a16:creationId xmlns:a16="http://schemas.microsoft.com/office/drawing/2014/main" id="{C315FB7C-8D3C-824D-ABA7-7FFCC8939B0A}"/>
                </a:ext>
              </a:extLst>
            </p:cNvPr>
            <p:cNvSpPr/>
            <p:nvPr/>
          </p:nvSpPr>
          <p:spPr>
            <a:xfrm>
              <a:off x="527890" y="1277201"/>
              <a:ext cx="1214317" cy="2081686"/>
            </a:xfrm>
            <a:custGeom>
              <a:avLst/>
              <a:gdLst>
                <a:gd name="connsiteX0" fmla="*/ 949336 w 1214317"/>
                <a:gd name="connsiteY0" fmla="*/ 2069977 h 2081686"/>
                <a:gd name="connsiteX1" fmla="*/ 778464 w 1214317"/>
                <a:gd name="connsiteY1" fmla="*/ 2046558 h 2081686"/>
                <a:gd name="connsiteX2" fmla="*/ 691727 w 1214317"/>
                <a:gd name="connsiteY2" fmla="*/ 2033548 h 2081686"/>
                <a:gd name="connsiteX3" fmla="*/ 687390 w 1214317"/>
                <a:gd name="connsiteY3" fmla="*/ 2017935 h 2081686"/>
                <a:gd name="connsiteX4" fmla="*/ 687390 w 1214317"/>
                <a:gd name="connsiteY4" fmla="*/ 1936402 h 2081686"/>
                <a:gd name="connsiteX5" fmla="*/ 684788 w 1214317"/>
                <a:gd name="connsiteY5" fmla="*/ 1908646 h 2081686"/>
                <a:gd name="connsiteX6" fmla="*/ 662237 w 1214317"/>
                <a:gd name="connsiteY6" fmla="*/ 1872217 h 2081686"/>
                <a:gd name="connsiteX7" fmla="*/ 655298 w 1214317"/>
                <a:gd name="connsiteY7" fmla="*/ 1852267 h 2081686"/>
                <a:gd name="connsiteX8" fmla="*/ 621470 w 1214317"/>
                <a:gd name="connsiteY8" fmla="*/ 1815838 h 2081686"/>
                <a:gd name="connsiteX9" fmla="*/ 596316 w 1214317"/>
                <a:gd name="connsiteY9" fmla="*/ 1775071 h 2081686"/>
                <a:gd name="connsiteX10" fmla="*/ 572898 w 1214317"/>
                <a:gd name="connsiteY10" fmla="*/ 1773337 h 2081686"/>
                <a:gd name="connsiteX11" fmla="*/ 545142 w 1214317"/>
                <a:gd name="connsiteY11" fmla="*/ 1766398 h 2081686"/>
                <a:gd name="connsiteX12" fmla="*/ 542540 w 1214317"/>
                <a:gd name="connsiteY12" fmla="*/ 1757724 h 2081686"/>
                <a:gd name="connsiteX13" fmla="*/ 555550 w 1214317"/>
                <a:gd name="connsiteY13" fmla="*/ 1752520 h 2081686"/>
                <a:gd name="connsiteX14" fmla="*/ 550346 w 1214317"/>
                <a:gd name="connsiteY14" fmla="*/ 1724764 h 2081686"/>
                <a:gd name="connsiteX15" fmla="*/ 537335 w 1214317"/>
                <a:gd name="connsiteY15" fmla="*/ 1706549 h 2081686"/>
                <a:gd name="connsiteX16" fmla="*/ 495702 w 1214317"/>
                <a:gd name="connsiteY16" fmla="*/ 1699610 h 2081686"/>
                <a:gd name="connsiteX17" fmla="*/ 461874 w 1214317"/>
                <a:gd name="connsiteY17" fmla="*/ 1681396 h 2081686"/>
                <a:gd name="connsiteX18" fmla="*/ 452333 w 1214317"/>
                <a:gd name="connsiteY18" fmla="*/ 1661446 h 2081686"/>
                <a:gd name="connsiteX19" fmla="*/ 429782 w 1214317"/>
                <a:gd name="connsiteY19" fmla="*/ 1619812 h 2081686"/>
                <a:gd name="connsiteX20" fmla="*/ 404628 w 1214317"/>
                <a:gd name="connsiteY20" fmla="*/ 1592924 h 2081686"/>
                <a:gd name="connsiteX21" fmla="*/ 379474 w 1214317"/>
                <a:gd name="connsiteY21" fmla="*/ 1592924 h 2081686"/>
                <a:gd name="connsiteX22" fmla="*/ 345647 w 1214317"/>
                <a:gd name="connsiteY22" fmla="*/ 1574709 h 2081686"/>
                <a:gd name="connsiteX23" fmla="*/ 306615 w 1214317"/>
                <a:gd name="connsiteY23" fmla="*/ 1559096 h 2081686"/>
                <a:gd name="connsiteX24" fmla="*/ 270186 w 1214317"/>
                <a:gd name="connsiteY24" fmla="*/ 1554760 h 2081686"/>
                <a:gd name="connsiteX25" fmla="*/ 249369 w 1214317"/>
                <a:gd name="connsiteY25" fmla="*/ 1531340 h 2081686"/>
                <a:gd name="connsiteX26" fmla="*/ 253706 w 1214317"/>
                <a:gd name="connsiteY26" fmla="*/ 1514861 h 2081686"/>
                <a:gd name="connsiteX27" fmla="*/ 269318 w 1214317"/>
                <a:gd name="connsiteY27" fmla="*/ 1453277 h 2081686"/>
                <a:gd name="connsiteX28" fmla="*/ 276257 w 1214317"/>
                <a:gd name="connsiteY28" fmla="*/ 1436797 h 2081686"/>
                <a:gd name="connsiteX29" fmla="*/ 276257 w 1214317"/>
                <a:gd name="connsiteY29" fmla="*/ 1415980 h 2081686"/>
                <a:gd name="connsiteX30" fmla="*/ 262379 w 1214317"/>
                <a:gd name="connsiteY30" fmla="*/ 1407307 h 2081686"/>
                <a:gd name="connsiteX31" fmla="*/ 258042 w 1214317"/>
                <a:gd name="connsiteY31" fmla="*/ 1382153 h 2081686"/>
                <a:gd name="connsiteX32" fmla="*/ 245032 w 1214317"/>
                <a:gd name="connsiteY32" fmla="*/ 1359601 h 2081686"/>
                <a:gd name="connsiteX33" fmla="*/ 215541 w 1214317"/>
                <a:gd name="connsiteY33" fmla="*/ 1309294 h 2081686"/>
                <a:gd name="connsiteX34" fmla="*/ 204265 w 1214317"/>
                <a:gd name="connsiteY34" fmla="*/ 1282406 h 2081686"/>
                <a:gd name="connsiteX35" fmla="*/ 191255 w 1214317"/>
                <a:gd name="connsiteY35" fmla="*/ 1241639 h 2081686"/>
                <a:gd name="connsiteX36" fmla="*/ 177377 w 1214317"/>
                <a:gd name="connsiteY36" fmla="*/ 1195669 h 2081686"/>
                <a:gd name="connsiteX37" fmla="*/ 149621 w 1214317"/>
                <a:gd name="connsiteY37" fmla="*/ 1157505 h 2081686"/>
                <a:gd name="connsiteX38" fmla="*/ 145284 w 1214317"/>
                <a:gd name="connsiteY38" fmla="*/ 1132351 h 2081686"/>
                <a:gd name="connsiteX39" fmla="*/ 152223 w 1214317"/>
                <a:gd name="connsiteY39" fmla="*/ 1098523 h 2081686"/>
                <a:gd name="connsiteX40" fmla="*/ 161764 w 1214317"/>
                <a:gd name="connsiteY40" fmla="*/ 1098523 h 2081686"/>
                <a:gd name="connsiteX41" fmla="*/ 179979 w 1214317"/>
                <a:gd name="connsiteY41" fmla="*/ 1084645 h 2081686"/>
                <a:gd name="connsiteX42" fmla="*/ 189520 w 1214317"/>
                <a:gd name="connsiteY42" fmla="*/ 1053420 h 2081686"/>
                <a:gd name="connsiteX43" fmla="*/ 180847 w 1214317"/>
                <a:gd name="connsiteY43" fmla="*/ 1030001 h 2081686"/>
                <a:gd name="connsiteX44" fmla="*/ 157428 w 1214317"/>
                <a:gd name="connsiteY44" fmla="*/ 1025664 h 2081686"/>
                <a:gd name="connsiteX45" fmla="*/ 140948 w 1214317"/>
                <a:gd name="connsiteY45" fmla="*/ 1003113 h 2081686"/>
                <a:gd name="connsiteX46" fmla="*/ 122733 w 1214317"/>
                <a:gd name="connsiteY46" fmla="*/ 971020 h 2081686"/>
                <a:gd name="connsiteX47" fmla="*/ 120998 w 1214317"/>
                <a:gd name="connsiteY47" fmla="*/ 899896 h 2081686"/>
                <a:gd name="connsiteX48" fmla="*/ 126202 w 1214317"/>
                <a:gd name="connsiteY48" fmla="*/ 883416 h 2081686"/>
                <a:gd name="connsiteX49" fmla="*/ 131406 w 1214317"/>
                <a:gd name="connsiteY49" fmla="*/ 863466 h 2081686"/>
                <a:gd name="connsiteX50" fmla="*/ 135743 w 1214317"/>
                <a:gd name="connsiteY50" fmla="*/ 842649 h 2081686"/>
                <a:gd name="connsiteX51" fmla="*/ 86303 w 1214317"/>
                <a:gd name="connsiteY51" fmla="*/ 788005 h 2081686"/>
                <a:gd name="connsiteX52" fmla="*/ 86303 w 1214317"/>
                <a:gd name="connsiteY52" fmla="*/ 769790 h 2081686"/>
                <a:gd name="connsiteX53" fmla="*/ 88905 w 1214317"/>
                <a:gd name="connsiteY53" fmla="*/ 765453 h 2081686"/>
                <a:gd name="connsiteX54" fmla="*/ 91507 w 1214317"/>
                <a:gd name="connsiteY54" fmla="*/ 737698 h 2081686"/>
                <a:gd name="connsiteX55" fmla="*/ 80232 w 1214317"/>
                <a:gd name="connsiteY55" fmla="*/ 703003 h 2081686"/>
                <a:gd name="connsiteX56" fmla="*/ 60282 w 1214317"/>
                <a:gd name="connsiteY56" fmla="*/ 661369 h 2081686"/>
                <a:gd name="connsiteX57" fmla="*/ 36863 w 1214317"/>
                <a:gd name="connsiteY57" fmla="*/ 622338 h 2081686"/>
                <a:gd name="connsiteX58" fmla="*/ 21251 w 1214317"/>
                <a:gd name="connsiteY58" fmla="*/ 588510 h 2081686"/>
                <a:gd name="connsiteX59" fmla="*/ 29924 w 1214317"/>
                <a:gd name="connsiteY59" fmla="*/ 556417 h 2081686"/>
                <a:gd name="connsiteX60" fmla="*/ 35128 w 1214317"/>
                <a:gd name="connsiteY60" fmla="*/ 506110 h 2081686"/>
                <a:gd name="connsiteX61" fmla="*/ 50741 w 1214317"/>
                <a:gd name="connsiteY61" fmla="*/ 479222 h 2081686"/>
                <a:gd name="connsiteX62" fmla="*/ 53343 w 1214317"/>
                <a:gd name="connsiteY62" fmla="*/ 422843 h 2081686"/>
                <a:gd name="connsiteX63" fmla="*/ 43802 w 1214317"/>
                <a:gd name="connsiteY63" fmla="*/ 391617 h 2081686"/>
                <a:gd name="connsiteX64" fmla="*/ 29924 w 1214317"/>
                <a:gd name="connsiteY64" fmla="*/ 355188 h 2081686"/>
                <a:gd name="connsiteX65" fmla="*/ 6505 w 1214317"/>
                <a:gd name="connsiteY65" fmla="*/ 318758 h 2081686"/>
                <a:gd name="connsiteX66" fmla="*/ 13444 w 1214317"/>
                <a:gd name="connsiteY66" fmla="*/ 291002 h 2081686"/>
                <a:gd name="connsiteX67" fmla="*/ 26455 w 1214317"/>
                <a:gd name="connsiteY67" fmla="*/ 254573 h 2081686"/>
                <a:gd name="connsiteX68" fmla="*/ 42067 w 1214317"/>
                <a:gd name="connsiteY68" fmla="*/ 247634 h 2081686"/>
                <a:gd name="connsiteX69" fmla="*/ 44670 w 1214317"/>
                <a:gd name="connsiteY69" fmla="*/ 238093 h 2081686"/>
                <a:gd name="connsiteX70" fmla="*/ 71558 w 1214317"/>
                <a:gd name="connsiteY70" fmla="*/ 215541 h 2081686"/>
                <a:gd name="connsiteX71" fmla="*/ 116661 w 1214317"/>
                <a:gd name="connsiteY71" fmla="*/ 113192 h 2081686"/>
                <a:gd name="connsiteX72" fmla="*/ 118396 w 1214317"/>
                <a:gd name="connsiteY72" fmla="*/ 49006 h 2081686"/>
                <a:gd name="connsiteX73" fmla="*/ 133141 w 1214317"/>
                <a:gd name="connsiteY73" fmla="*/ 6505 h 2081686"/>
                <a:gd name="connsiteX74" fmla="*/ 468813 w 1214317"/>
                <a:gd name="connsiteY74" fmla="*/ 108855 h 2081686"/>
                <a:gd name="connsiteX75" fmla="*/ 690860 w 1214317"/>
                <a:gd name="connsiteY75" fmla="*/ 166101 h 2081686"/>
                <a:gd name="connsiteX76" fmla="*/ 621470 w 1214317"/>
                <a:gd name="connsiteY76" fmla="*/ 437588 h 2081686"/>
                <a:gd name="connsiteX77" fmla="*/ 546009 w 1214317"/>
                <a:gd name="connsiteY77" fmla="*/ 724687 h 2081686"/>
                <a:gd name="connsiteX78" fmla="*/ 655298 w 1214317"/>
                <a:gd name="connsiteY78" fmla="*/ 891222 h 2081686"/>
                <a:gd name="connsiteX79" fmla="*/ 1021327 w 1214317"/>
                <a:gd name="connsiteY79" fmla="*/ 1431593 h 2081686"/>
                <a:gd name="connsiteX80" fmla="*/ 1169648 w 1214317"/>
                <a:gd name="connsiteY80" fmla="*/ 1657976 h 2081686"/>
                <a:gd name="connsiteX81" fmla="*/ 1166178 w 1214317"/>
                <a:gd name="connsiteY81" fmla="*/ 1684865 h 2081686"/>
                <a:gd name="connsiteX82" fmla="*/ 1190464 w 1214317"/>
                <a:gd name="connsiteY82" fmla="*/ 1729968 h 2081686"/>
                <a:gd name="connsiteX83" fmla="*/ 1200006 w 1214317"/>
                <a:gd name="connsiteY83" fmla="*/ 1776806 h 2081686"/>
                <a:gd name="connsiteX84" fmla="*/ 1208679 w 1214317"/>
                <a:gd name="connsiteY84" fmla="*/ 1789817 h 2081686"/>
                <a:gd name="connsiteX85" fmla="*/ 1214751 w 1214317"/>
                <a:gd name="connsiteY85" fmla="*/ 1795021 h 2081686"/>
                <a:gd name="connsiteX86" fmla="*/ 1213016 w 1214317"/>
                <a:gd name="connsiteY86" fmla="*/ 1807164 h 2081686"/>
                <a:gd name="connsiteX87" fmla="*/ 1200873 w 1214317"/>
                <a:gd name="connsiteY87" fmla="*/ 1815838 h 2081686"/>
                <a:gd name="connsiteX88" fmla="*/ 1171382 w 1214317"/>
                <a:gd name="connsiteY88" fmla="*/ 1829716 h 2081686"/>
                <a:gd name="connsiteX89" fmla="*/ 1154902 w 1214317"/>
                <a:gd name="connsiteY89" fmla="*/ 1847930 h 2081686"/>
                <a:gd name="connsiteX90" fmla="*/ 1140157 w 1214317"/>
                <a:gd name="connsiteY90" fmla="*/ 1881758 h 2081686"/>
                <a:gd name="connsiteX91" fmla="*/ 1135820 w 1214317"/>
                <a:gd name="connsiteY91" fmla="*/ 1922524 h 2081686"/>
                <a:gd name="connsiteX92" fmla="*/ 1113269 w 1214317"/>
                <a:gd name="connsiteY92" fmla="*/ 1944208 h 2081686"/>
                <a:gd name="connsiteX93" fmla="*/ 1093319 w 1214317"/>
                <a:gd name="connsiteY93" fmla="*/ 1953749 h 2081686"/>
                <a:gd name="connsiteX94" fmla="*/ 1092452 w 1214317"/>
                <a:gd name="connsiteY94" fmla="*/ 2007526 h 2081686"/>
                <a:gd name="connsiteX95" fmla="*/ 1087248 w 1214317"/>
                <a:gd name="connsiteY95" fmla="*/ 2024006 h 2081686"/>
                <a:gd name="connsiteX96" fmla="*/ 1095921 w 1214317"/>
                <a:gd name="connsiteY96" fmla="*/ 2038752 h 2081686"/>
                <a:gd name="connsiteX97" fmla="*/ 1121942 w 1214317"/>
                <a:gd name="connsiteY97" fmla="*/ 2041354 h 2081686"/>
                <a:gd name="connsiteX98" fmla="*/ 1118473 w 1214317"/>
                <a:gd name="connsiteY98" fmla="*/ 2055232 h 2081686"/>
                <a:gd name="connsiteX99" fmla="*/ 1106330 w 1214317"/>
                <a:gd name="connsiteY99" fmla="*/ 2072579 h 2081686"/>
                <a:gd name="connsiteX100" fmla="*/ 1072502 w 1214317"/>
                <a:gd name="connsiteY100" fmla="*/ 2077783 h 2081686"/>
                <a:gd name="connsiteX101" fmla="*/ 949336 w 1214317"/>
                <a:gd name="connsiteY101" fmla="*/ 2069977 h 2081686"/>
                <a:gd name="connsiteX102" fmla="*/ 308350 w 1214317"/>
                <a:gd name="connsiteY102" fmla="*/ 1645833 h 2081686"/>
                <a:gd name="connsiteX103" fmla="*/ 319626 w 1214317"/>
                <a:gd name="connsiteY103" fmla="*/ 1658844 h 2081686"/>
                <a:gd name="connsiteX104" fmla="*/ 317891 w 1214317"/>
                <a:gd name="connsiteY104" fmla="*/ 1670120 h 2081686"/>
                <a:gd name="connsiteX105" fmla="*/ 290135 w 1214317"/>
                <a:gd name="connsiteY105" fmla="*/ 1669252 h 2081686"/>
                <a:gd name="connsiteX106" fmla="*/ 284931 w 1214317"/>
                <a:gd name="connsiteY106" fmla="*/ 1658844 h 2081686"/>
                <a:gd name="connsiteX107" fmla="*/ 279727 w 1214317"/>
                <a:gd name="connsiteY107" fmla="*/ 1645833 h 2081686"/>
                <a:gd name="connsiteX108" fmla="*/ 308350 w 1214317"/>
                <a:gd name="connsiteY108" fmla="*/ 1645833 h 2081686"/>
                <a:gd name="connsiteX109" fmla="*/ 324830 w 1214317"/>
                <a:gd name="connsiteY109" fmla="*/ 1645833 h 2081686"/>
                <a:gd name="connsiteX110" fmla="*/ 335238 w 1214317"/>
                <a:gd name="connsiteY110" fmla="*/ 1640629 h 2081686"/>
                <a:gd name="connsiteX111" fmla="*/ 366464 w 1214317"/>
                <a:gd name="connsiteY111" fmla="*/ 1658844 h 2081686"/>
                <a:gd name="connsiteX112" fmla="*/ 393352 w 1214317"/>
                <a:gd name="connsiteY112" fmla="*/ 1669252 h 2081686"/>
                <a:gd name="connsiteX113" fmla="*/ 385546 w 1214317"/>
                <a:gd name="connsiteY113" fmla="*/ 1674456 h 2081686"/>
                <a:gd name="connsiteX114" fmla="*/ 346514 w 1214317"/>
                <a:gd name="connsiteY114" fmla="*/ 1672722 h 2081686"/>
                <a:gd name="connsiteX115" fmla="*/ 332636 w 1214317"/>
                <a:gd name="connsiteY115" fmla="*/ 1658844 h 2081686"/>
                <a:gd name="connsiteX116" fmla="*/ 324830 w 1214317"/>
                <a:gd name="connsiteY116" fmla="*/ 1645833 h 2081686"/>
                <a:gd name="connsiteX117" fmla="*/ 504375 w 1214317"/>
                <a:gd name="connsiteY117" fmla="*/ 1817572 h 2081686"/>
                <a:gd name="connsiteX118" fmla="*/ 519988 w 1214317"/>
                <a:gd name="connsiteY118" fmla="*/ 1837522 h 2081686"/>
                <a:gd name="connsiteX119" fmla="*/ 526927 w 1214317"/>
                <a:gd name="connsiteY119" fmla="*/ 1846196 h 2081686"/>
                <a:gd name="connsiteX120" fmla="*/ 539937 w 1214317"/>
                <a:gd name="connsiteY120" fmla="*/ 1851400 h 2081686"/>
                <a:gd name="connsiteX121" fmla="*/ 545142 w 1214317"/>
                <a:gd name="connsiteY121" fmla="*/ 1838389 h 2081686"/>
                <a:gd name="connsiteX122" fmla="*/ 536468 w 1214317"/>
                <a:gd name="connsiteY122" fmla="*/ 1822777 h 2081686"/>
                <a:gd name="connsiteX123" fmla="*/ 513049 w 1214317"/>
                <a:gd name="connsiteY123" fmla="*/ 1805429 h 2081686"/>
                <a:gd name="connsiteX124" fmla="*/ 503508 w 1214317"/>
                <a:gd name="connsiteY124" fmla="*/ 1807164 h 2081686"/>
                <a:gd name="connsiteX125" fmla="*/ 504375 w 1214317"/>
                <a:gd name="connsiteY125" fmla="*/ 1817572 h 2081686"/>
                <a:gd name="connsiteX126" fmla="*/ 504375 w 1214317"/>
                <a:gd name="connsiteY126" fmla="*/ 1817572 h 2081686"/>
                <a:gd name="connsiteX127" fmla="*/ 492232 w 1214317"/>
                <a:gd name="connsiteY127" fmla="*/ 1893034 h 2081686"/>
                <a:gd name="connsiteX128" fmla="*/ 507845 w 1214317"/>
                <a:gd name="connsiteY128" fmla="*/ 1920790 h 2081686"/>
                <a:gd name="connsiteX129" fmla="*/ 518253 w 1214317"/>
                <a:gd name="connsiteY129" fmla="*/ 1937269 h 2081686"/>
                <a:gd name="connsiteX130" fmla="*/ 505243 w 1214317"/>
                <a:gd name="connsiteY130" fmla="*/ 1939004 h 2081686"/>
                <a:gd name="connsiteX131" fmla="*/ 493967 w 1214317"/>
                <a:gd name="connsiteY131" fmla="*/ 1928596 h 2081686"/>
                <a:gd name="connsiteX132" fmla="*/ 487895 w 1214317"/>
                <a:gd name="connsiteY132" fmla="*/ 1912116 h 2081686"/>
                <a:gd name="connsiteX133" fmla="*/ 487895 w 1214317"/>
                <a:gd name="connsiteY133" fmla="*/ 1893034 h 2081686"/>
                <a:gd name="connsiteX134" fmla="*/ 492232 w 1214317"/>
                <a:gd name="connsiteY134" fmla="*/ 1893034 h 208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214317" h="2081686">
                  <a:moveTo>
                    <a:pt x="949336" y="2069977"/>
                  </a:moveTo>
                  <a:lnTo>
                    <a:pt x="778464" y="2046558"/>
                  </a:lnTo>
                  <a:lnTo>
                    <a:pt x="691727" y="2033548"/>
                  </a:lnTo>
                  <a:lnTo>
                    <a:pt x="687390" y="2017935"/>
                  </a:lnTo>
                  <a:lnTo>
                    <a:pt x="687390" y="1936402"/>
                  </a:lnTo>
                  <a:lnTo>
                    <a:pt x="684788" y="1908646"/>
                  </a:lnTo>
                  <a:lnTo>
                    <a:pt x="662237" y="1872217"/>
                  </a:lnTo>
                  <a:lnTo>
                    <a:pt x="655298" y="1852267"/>
                  </a:lnTo>
                  <a:lnTo>
                    <a:pt x="621470" y="1815838"/>
                  </a:lnTo>
                  <a:lnTo>
                    <a:pt x="596316" y="1775071"/>
                  </a:lnTo>
                  <a:lnTo>
                    <a:pt x="572898" y="1773337"/>
                  </a:lnTo>
                  <a:lnTo>
                    <a:pt x="545142" y="1766398"/>
                  </a:lnTo>
                  <a:lnTo>
                    <a:pt x="542540" y="1757724"/>
                  </a:lnTo>
                  <a:lnTo>
                    <a:pt x="555550" y="1752520"/>
                  </a:lnTo>
                  <a:lnTo>
                    <a:pt x="550346" y="1724764"/>
                  </a:lnTo>
                  <a:lnTo>
                    <a:pt x="537335" y="1706549"/>
                  </a:lnTo>
                  <a:lnTo>
                    <a:pt x="495702" y="1699610"/>
                  </a:lnTo>
                  <a:lnTo>
                    <a:pt x="461874" y="1681396"/>
                  </a:lnTo>
                  <a:lnTo>
                    <a:pt x="452333" y="1661446"/>
                  </a:lnTo>
                  <a:lnTo>
                    <a:pt x="429782" y="1619812"/>
                  </a:lnTo>
                  <a:lnTo>
                    <a:pt x="404628" y="1592924"/>
                  </a:lnTo>
                  <a:lnTo>
                    <a:pt x="379474" y="1592924"/>
                  </a:lnTo>
                  <a:lnTo>
                    <a:pt x="345647" y="1574709"/>
                  </a:lnTo>
                  <a:lnTo>
                    <a:pt x="306615" y="1559096"/>
                  </a:lnTo>
                  <a:lnTo>
                    <a:pt x="270186" y="1554760"/>
                  </a:lnTo>
                  <a:lnTo>
                    <a:pt x="249369" y="1531340"/>
                  </a:lnTo>
                  <a:lnTo>
                    <a:pt x="253706" y="1514861"/>
                  </a:lnTo>
                  <a:lnTo>
                    <a:pt x="269318" y="1453277"/>
                  </a:lnTo>
                  <a:lnTo>
                    <a:pt x="276257" y="1436797"/>
                  </a:lnTo>
                  <a:lnTo>
                    <a:pt x="276257" y="1415980"/>
                  </a:lnTo>
                  <a:lnTo>
                    <a:pt x="262379" y="1407307"/>
                  </a:lnTo>
                  <a:lnTo>
                    <a:pt x="258042" y="1382153"/>
                  </a:lnTo>
                  <a:lnTo>
                    <a:pt x="245032" y="1359601"/>
                  </a:lnTo>
                  <a:lnTo>
                    <a:pt x="215541" y="1309294"/>
                  </a:lnTo>
                  <a:lnTo>
                    <a:pt x="204265" y="1282406"/>
                  </a:lnTo>
                  <a:lnTo>
                    <a:pt x="191255" y="1241639"/>
                  </a:lnTo>
                  <a:lnTo>
                    <a:pt x="177377" y="1195669"/>
                  </a:lnTo>
                  <a:lnTo>
                    <a:pt x="149621" y="1157505"/>
                  </a:lnTo>
                  <a:lnTo>
                    <a:pt x="145284" y="1132351"/>
                  </a:lnTo>
                  <a:lnTo>
                    <a:pt x="152223" y="1098523"/>
                  </a:lnTo>
                  <a:lnTo>
                    <a:pt x="161764" y="1098523"/>
                  </a:lnTo>
                  <a:lnTo>
                    <a:pt x="179979" y="1084645"/>
                  </a:lnTo>
                  <a:lnTo>
                    <a:pt x="189520" y="1053420"/>
                  </a:lnTo>
                  <a:lnTo>
                    <a:pt x="180847" y="1030001"/>
                  </a:lnTo>
                  <a:lnTo>
                    <a:pt x="157428" y="1025664"/>
                  </a:lnTo>
                  <a:lnTo>
                    <a:pt x="140948" y="1003113"/>
                  </a:lnTo>
                  <a:lnTo>
                    <a:pt x="122733" y="971020"/>
                  </a:lnTo>
                  <a:lnTo>
                    <a:pt x="120998" y="899896"/>
                  </a:lnTo>
                  <a:lnTo>
                    <a:pt x="126202" y="883416"/>
                  </a:lnTo>
                  <a:lnTo>
                    <a:pt x="131406" y="863466"/>
                  </a:lnTo>
                  <a:lnTo>
                    <a:pt x="135743" y="842649"/>
                  </a:lnTo>
                  <a:lnTo>
                    <a:pt x="86303" y="788005"/>
                  </a:lnTo>
                  <a:lnTo>
                    <a:pt x="86303" y="769790"/>
                  </a:lnTo>
                  <a:lnTo>
                    <a:pt x="88905" y="765453"/>
                  </a:lnTo>
                  <a:lnTo>
                    <a:pt x="91507" y="737698"/>
                  </a:lnTo>
                  <a:lnTo>
                    <a:pt x="80232" y="703003"/>
                  </a:lnTo>
                  <a:lnTo>
                    <a:pt x="60282" y="661369"/>
                  </a:lnTo>
                  <a:lnTo>
                    <a:pt x="36863" y="622338"/>
                  </a:lnTo>
                  <a:lnTo>
                    <a:pt x="21251" y="588510"/>
                  </a:lnTo>
                  <a:lnTo>
                    <a:pt x="29924" y="556417"/>
                  </a:lnTo>
                  <a:lnTo>
                    <a:pt x="35128" y="506110"/>
                  </a:lnTo>
                  <a:lnTo>
                    <a:pt x="50741" y="479222"/>
                  </a:lnTo>
                  <a:lnTo>
                    <a:pt x="53343" y="422843"/>
                  </a:lnTo>
                  <a:lnTo>
                    <a:pt x="43802" y="391617"/>
                  </a:lnTo>
                  <a:lnTo>
                    <a:pt x="29924" y="355188"/>
                  </a:lnTo>
                  <a:lnTo>
                    <a:pt x="6505" y="318758"/>
                  </a:lnTo>
                  <a:lnTo>
                    <a:pt x="13444" y="291002"/>
                  </a:lnTo>
                  <a:lnTo>
                    <a:pt x="26455" y="254573"/>
                  </a:lnTo>
                  <a:lnTo>
                    <a:pt x="42067" y="247634"/>
                  </a:lnTo>
                  <a:lnTo>
                    <a:pt x="44670" y="238093"/>
                  </a:lnTo>
                  <a:lnTo>
                    <a:pt x="71558" y="215541"/>
                  </a:lnTo>
                  <a:lnTo>
                    <a:pt x="116661" y="113192"/>
                  </a:lnTo>
                  <a:lnTo>
                    <a:pt x="118396" y="49006"/>
                  </a:lnTo>
                  <a:lnTo>
                    <a:pt x="133141" y="6505"/>
                  </a:lnTo>
                  <a:lnTo>
                    <a:pt x="468813" y="108855"/>
                  </a:lnTo>
                  <a:lnTo>
                    <a:pt x="690860" y="166101"/>
                  </a:lnTo>
                  <a:lnTo>
                    <a:pt x="621470" y="437588"/>
                  </a:lnTo>
                  <a:lnTo>
                    <a:pt x="546009" y="724687"/>
                  </a:lnTo>
                  <a:lnTo>
                    <a:pt x="655298" y="891222"/>
                  </a:lnTo>
                  <a:lnTo>
                    <a:pt x="1021327" y="1431593"/>
                  </a:lnTo>
                  <a:lnTo>
                    <a:pt x="1169648" y="1657976"/>
                  </a:lnTo>
                  <a:lnTo>
                    <a:pt x="1166178" y="1684865"/>
                  </a:lnTo>
                  <a:lnTo>
                    <a:pt x="1190464" y="1729968"/>
                  </a:lnTo>
                  <a:lnTo>
                    <a:pt x="1200006" y="1776806"/>
                  </a:lnTo>
                  <a:lnTo>
                    <a:pt x="1208679" y="1789817"/>
                  </a:lnTo>
                  <a:lnTo>
                    <a:pt x="1214751" y="1795021"/>
                  </a:lnTo>
                  <a:lnTo>
                    <a:pt x="1213016" y="1807164"/>
                  </a:lnTo>
                  <a:lnTo>
                    <a:pt x="1200873" y="1815838"/>
                  </a:lnTo>
                  <a:lnTo>
                    <a:pt x="1171382" y="1829716"/>
                  </a:lnTo>
                  <a:lnTo>
                    <a:pt x="1154902" y="1847930"/>
                  </a:lnTo>
                  <a:lnTo>
                    <a:pt x="1140157" y="1881758"/>
                  </a:lnTo>
                  <a:lnTo>
                    <a:pt x="1135820" y="1922524"/>
                  </a:lnTo>
                  <a:lnTo>
                    <a:pt x="1113269" y="1944208"/>
                  </a:lnTo>
                  <a:lnTo>
                    <a:pt x="1093319" y="1953749"/>
                  </a:lnTo>
                  <a:lnTo>
                    <a:pt x="1092452" y="2007526"/>
                  </a:lnTo>
                  <a:lnTo>
                    <a:pt x="1087248" y="2024006"/>
                  </a:lnTo>
                  <a:lnTo>
                    <a:pt x="1095921" y="2038752"/>
                  </a:lnTo>
                  <a:lnTo>
                    <a:pt x="1121942" y="2041354"/>
                  </a:lnTo>
                  <a:lnTo>
                    <a:pt x="1118473" y="2055232"/>
                  </a:lnTo>
                  <a:lnTo>
                    <a:pt x="1106330" y="2072579"/>
                  </a:lnTo>
                  <a:lnTo>
                    <a:pt x="1072502" y="2077783"/>
                  </a:lnTo>
                  <a:lnTo>
                    <a:pt x="949336" y="2069977"/>
                  </a:lnTo>
                  <a:close/>
                  <a:moveTo>
                    <a:pt x="308350" y="1645833"/>
                  </a:moveTo>
                  <a:lnTo>
                    <a:pt x="319626" y="1658844"/>
                  </a:lnTo>
                  <a:lnTo>
                    <a:pt x="317891" y="1670120"/>
                  </a:lnTo>
                  <a:lnTo>
                    <a:pt x="290135" y="1669252"/>
                  </a:lnTo>
                  <a:lnTo>
                    <a:pt x="284931" y="1658844"/>
                  </a:lnTo>
                  <a:lnTo>
                    <a:pt x="279727" y="1645833"/>
                  </a:lnTo>
                  <a:lnTo>
                    <a:pt x="308350" y="1645833"/>
                  </a:lnTo>
                  <a:close/>
                  <a:moveTo>
                    <a:pt x="324830" y="1645833"/>
                  </a:moveTo>
                  <a:lnTo>
                    <a:pt x="335238" y="1640629"/>
                  </a:lnTo>
                  <a:lnTo>
                    <a:pt x="366464" y="1658844"/>
                  </a:lnTo>
                  <a:lnTo>
                    <a:pt x="393352" y="1669252"/>
                  </a:lnTo>
                  <a:lnTo>
                    <a:pt x="385546" y="1674456"/>
                  </a:lnTo>
                  <a:lnTo>
                    <a:pt x="346514" y="1672722"/>
                  </a:lnTo>
                  <a:lnTo>
                    <a:pt x="332636" y="1658844"/>
                  </a:lnTo>
                  <a:lnTo>
                    <a:pt x="324830" y="1645833"/>
                  </a:lnTo>
                  <a:close/>
                  <a:moveTo>
                    <a:pt x="504375" y="1817572"/>
                  </a:moveTo>
                  <a:lnTo>
                    <a:pt x="519988" y="1837522"/>
                  </a:lnTo>
                  <a:lnTo>
                    <a:pt x="526927" y="1846196"/>
                  </a:lnTo>
                  <a:lnTo>
                    <a:pt x="539937" y="1851400"/>
                  </a:lnTo>
                  <a:lnTo>
                    <a:pt x="545142" y="1838389"/>
                  </a:lnTo>
                  <a:lnTo>
                    <a:pt x="536468" y="1822777"/>
                  </a:lnTo>
                  <a:lnTo>
                    <a:pt x="513049" y="1805429"/>
                  </a:lnTo>
                  <a:lnTo>
                    <a:pt x="503508" y="1807164"/>
                  </a:lnTo>
                  <a:lnTo>
                    <a:pt x="504375" y="1817572"/>
                  </a:lnTo>
                  <a:lnTo>
                    <a:pt x="504375" y="1817572"/>
                  </a:lnTo>
                  <a:close/>
                  <a:moveTo>
                    <a:pt x="492232" y="1893034"/>
                  </a:moveTo>
                  <a:lnTo>
                    <a:pt x="507845" y="1920790"/>
                  </a:lnTo>
                  <a:lnTo>
                    <a:pt x="518253" y="1937269"/>
                  </a:lnTo>
                  <a:lnTo>
                    <a:pt x="505243" y="1939004"/>
                  </a:lnTo>
                  <a:lnTo>
                    <a:pt x="493967" y="1928596"/>
                  </a:lnTo>
                  <a:cubicBezTo>
                    <a:pt x="493967" y="1928596"/>
                    <a:pt x="487895" y="1915585"/>
                    <a:pt x="487895" y="1912116"/>
                  </a:cubicBezTo>
                  <a:lnTo>
                    <a:pt x="487895" y="1893034"/>
                  </a:lnTo>
                  <a:lnTo>
                    <a:pt x="492232" y="189303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5" name="Freeform: Shape 112">
              <a:extLst>
                <a:ext uri="{FF2B5EF4-FFF2-40B4-BE49-F238E27FC236}">
                  <a16:creationId xmlns:a16="http://schemas.microsoft.com/office/drawing/2014/main" id="{EBE566FA-7D78-C04B-99F4-3DD2CD8F689A}"/>
                </a:ext>
              </a:extLst>
            </p:cNvPr>
            <p:cNvSpPr/>
            <p:nvPr/>
          </p:nvSpPr>
          <p:spPr>
            <a:xfrm>
              <a:off x="2609577" y="1931198"/>
              <a:ext cx="1101559" cy="858696"/>
            </a:xfrm>
            <a:custGeom>
              <a:avLst/>
              <a:gdLst>
                <a:gd name="connsiteX0" fmla="*/ 1101126 w 1101559"/>
                <a:gd name="connsiteY0" fmla="*/ 111457 h 858695"/>
                <a:gd name="connsiteX1" fmla="*/ 788873 w 1101559"/>
                <a:gd name="connsiteY1" fmla="*/ 81099 h 858695"/>
                <a:gd name="connsiteX2" fmla="*/ 102783 w 1101559"/>
                <a:gd name="connsiteY2" fmla="*/ 6505 h 858695"/>
                <a:gd name="connsiteX3" fmla="*/ 83701 w 1101559"/>
                <a:gd name="connsiteY3" fmla="*/ 198194 h 858695"/>
                <a:gd name="connsiteX4" fmla="*/ 22985 w 1101559"/>
                <a:gd name="connsiteY4" fmla="*/ 635348 h 858695"/>
                <a:gd name="connsiteX5" fmla="*/ 6505 w 1101559"/>
                <a:gd name="connsiteY5" fmla="*/ 754178 h 858695"/>
                <a:gd name="connsiteX6" fmla="*/ 301411 w 1101559"/>
                <a:gd name="connsiteY6" fmla="*/ 788005 h 858695"/>
                <a:gd name="connsiteX7" fmla="*/ 626674 w 1101559"/>
                <a:gd name="connsiteY7" fmla="*/ 826169 h 858695"/>
                <a:gd name="connsiteX8" fmla="*/ 927652 w 1101559"/>
                <a:gd name="connsiteY8" fmla="*/ 852190 h 858695"/>
                <a:gd name="connsiteX9" fmla="*/ 1051685 w 1101559"/>
                <a:gd name="connsiteY9" fmla="*/ 857395 h 858695"/>
                <a:gd name="connsiteX10" fmla="*/ 1101126 w 1101559"/>
                <a:gd name="connsiteY10" fmla="*/ 111457 h 8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1559" h="858695">
                  <a:moveTo>
                    <a:pt x="1101126" y="111457"/>
                  </a:moveTo>
                  <a:lnTo>
                    <a:pt x="788873" y="81099"/>
                  </a:lnTo>
                  <a:lnTo>
                    <a:pt x="102783" y="6505"/>
                  </a:lnTo>
                  <a:lnTo>
                    <a:pt x="83701" y="198194"/>
                  </a:lnTo>
                  <a:lnTo>
                    <a:pt x="22985" y="635348"/>
                  </a:lnTo>
                  <a:lnTo>
                    <a:pt x="6505" y="754178"/>
                  </a:lnTo>
                  <a:lnTo>
                    <a:pt x="301411" y="788005"/>
                  </a:lnTo>
                  <a:lnTo>
                    <a:pt x="626674" y="826169"/>
                  </a:lnTo>
                  <a:lnTo>
                    <a:pt x="927652" y="852190"/>
                  </a:lnTo>
                  <a:lnTo>
                    <a:pt x="1051685" y="857395"/>
                  </a:lnTo>
                  <a:lnTo>
                    <a:pt x="1101126" y="11145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6" name="Freeform: Shape 113">
              <a:extLst>
                <a:ext uri="{FF2B5EF4-FFF2-40B4-BE49-F238E27FC236}">
                  <a16:creationId xmlns:a16="http://schemas.microsoft.com/office/drawing/2014/main" id="{1837A828-A42F-2D42-94F5-19F5830C2489}"/>
                </a:ext>
              </a:extLst>
            </p:cNvPr>
            <p:cNvSpPr/>
            <p:nvPr/>
          </p:nvSpPr>
          <p:spPr>
            <a:xfrm>
              <a:off x="7727923" y="1428991"/>
              <a:ext cx="260211" cy="260211"/>
            </a:xfrm>
            <a:custGeom>
              <a:avLst/>
              <a:gdLst>
                <a:gd name="connsiteX0" fmla="*/ 75028 w 260210"/>
                <a:gd name="connsiteY0" fmla="*/ 226817 h 260210"/>
                <a:gd name="connsiteX1" fmla="*/ 106253 w 260210"/>
                <a:gd name="connsiteY1" fmla="*/ 199061 h 260210"/>
                <a:gd name="connsiteX2" fmla="*/ 122733 w 260210"/>
                <a:gd name="connsiteY2" fmla="*/ 180847 h 260210"/>
                <a:gd name="connsiteX3" fmla="*/ 129672 w 260210"/>
                <a:gd name="connsiteY3" fmla="*/ 186051 h 260210"/>
                <a:gd name="connsiteX4" fmla="*/ 153091 w 260210"/>
                <a:gd name="connsiteY4" fmla="*/ 173040 h 260210"/>
                <a:gd name="connsiteX5" fmla="*/ 198194 w 260210"/>
                <a:gd name="connsiteY5" fmla="*/ 163499 h 260210"/>
                <a:gd name="connsiteX6" fmla="*/ 258910 w 260210"/>
                <a:gd name="connsiteY6" fmla="*/ 133141 h 260210"/>
                <a:gd name="connsiteX7" fmla="*/ 253706 w 260210"/>
                <a:gd name="connsiteY7" fmla="*/ 96712 h 260210"/>
                <a:gd name="connsiteX8" fmla="*/ 246767 w 260210"/>
                <a:gd name="connsiteY8" fmla="*/ 58547 h 260210"/>
                <a:gd name="connsiteX9" fmla="*/ 232889 w 260210"/>
                <a:gd name="connsiteY9" fmla="*/ 6505 h 260210"/>
                <a:gd name="connsiteX10" fmla="*/ 195592 w 260210"/>
                <a:gd name="connsiteY10" fmla="*/ 16046 h 260210"/>
                <a:gd name="connsiteX11" fmla="*/ 6505 w 260210"/>
                <a:gd name="connsiteY11" fmla="*/ 56813 h 260210"/>
                <a:gd name="connsiteX12" fmla="*/ 11710 w 260210"/>
                <a:gd name="connsiteY12" fmla="*/ 83701 h 260210"/>
                <a:gd name="connsiteX13" fmla="*/ 24720 w 260210"/>
                <a:gd name="connsiteY13" fmla="*/ 147019 h 260210"/>
                <a:gd name="connsiteX14" fmla="*/ 24720 w 260210"/>
                <a:gd name="connsiteY14" fmla="*/ 219011 h 260210"/>
                <a:gd name="connsiteX15" fmla="*/ 16914 w 260210"/>
                <a:gd name="connsiteY15" fmla="*/ 237226 h 260210"/>
                <a:gd name="connsiteX16" fmla="*/ 31659 w 260210"/>
                <a:gd name="connsiteY16" fmla="*/ 256308 h 260210"/>
                <a:gd name="connsiteX17" fmla="*/ 75028 w 260210"/>
                <a:gd name="connsiteY17" fmla="*/ 226817 h 26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0210" h="260210">
                  <a:moveTo>
                    <a:pt x="75028" y="226817"/>
                  </a:moveTo>
                  <a:lnTo>
                    <a:pt x="106253" y="199061"/>
                  </a:lnTo>
                  <a:lnTo>
                    <a:pt x="122733" y="180847"/>
                  </a:lnTo>
                  <a:lnTo>
                    <a:pt x="129672" y="186051"/>
                  </a:lnTo>
                  <a:lnTo>
                    <a:pt x="153091" y="173040"/>
                  </a:lnTo>
                  <a:lnTo>
                    <a:pt x="198194" y="163499"/>
                  </a:lnTo>
                  <a:lnTo>
                    <a:pt x="258910" y="133141"/>
                  </a:lnTo>
                  <a:lnTo>
                    <a:pt x="253706" y="96712"/>
                  </a:lnTo>
                  <a:lnTo>
                    <a:pt x="246767" y="58547"/>
                  </a:lnTo>
                  <a:lnTo>
                    <a:pt x="232889" y="6505"/>
                  </a:lnTo>
                  <a:lnTo>
                    <a:pt x="195592" y="16046"/>
                  </a:lnTo>
                  <a:lnTo>
                    <a:pt x="6505" y="56813"/>
                  </a:lnTo>
                  <a:lnTo>
                    <a:pt x="11710" y="83701"/>
                  </a:lnTo>
                  <a:lnTo>
                    <a:pt x="24720" y="147019"/>
                  </a:lnTo>
                  <a:lnTo>
                    <a:pt x="24720" y="219011"/>
                  </a:lnTo>
                  <a:lnTo>
                    <a:pt x="16914" y="237226"/>
                  </a:lnTo>
                  <a:lnTo>
                    <a:pt x="31659" y="256308"/>
                  </a:lnTo>
                  <a:lnTo>
                    <a:pt x="75028" y="22681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7" name="Freeform: Shape 114">
              <a:extLst>
                <a:ext uri="{FF2B5EF4-FFF2-40B4-BE49-F238E27FC236}">
                  <a16:creationId xmlns:a16="http://schemas.microsoft.com/office/drawing/2014/main" id="{5D426A9B-E6FE-FC4E-BB7D-85E1E86F6087}"/>
                </a:ext>
              </a:extLst>
            </p:cNvPr>
            <p:cNvSpPr/>
            <p:nvPr/>
          </p:nvSpPr>
          <p:spPr>
            <a:xfrm>
              <a:off x="7504142" y="1962423"/>
              <a:ext cx="164800" cy="260211"/>
            </a:xfrm>
            <a:custGeom>
              <a:avLst/>
              <a:gdLst>
                <a:gd name="connsiteX0" fmla="*/ 146152 w 164800"/>
                <a:gd name="connsiteY0" fmla="*/ 181714 h 260210"/>
                <a:gd name="connsiteX1" fmla="*/ 137478 w 164800"/>
                <a:gd name="connsiteY1" fmla="*/ 186051 h 260210"/>
                <a:gd name="connsiteX2" fmla="*/ 106253 w 164800"/>
                <a:gd name="connsiteY2" fmla="*/ 165234 h 260210"/>
                <a:gd name="connsiteX3" fmla="*/ 90640 w 164800"/>
                <a:gd name="connsiteY3" fmla="*/ 124468 h 260210"/>
                <a:gd name="connsiteX4" fmla="*/ 74160 w 164800"/>
                <a:gd name="connsiteY4" fmla="*/ 93242 h 260210"/>
                <a:gd name="connsiteX5" fmla="*/ 54211 w 164800"/>
                <a:gd name="connsiteY5" fmla="*/ 84569 h 260210"/>
                <a:gd name="connsiteX6" fmla="*/ 35996 w 164800"/>
                <a:gd name="connsiteY6" fmla="*/ 53343 h 260210"/>
                <a:gd name="connsiteX7" fmla="*/ 40333 w 164800"/>
                <a:gd name="connsiteY7" fmla="*/ 35996 h 260210"/>
                <a:gd name="connsiteX8" fmla="*/ 44670 w 164800"/>
                <a:gd name="connsiteY8" fmla="*/ 16046 h 260210"/>
                <a:gd name="connsiteX9" fmla="*/ 45537 w 164800"/>
                <a:gd name="connsiteY9" fmla="*/ 6505 h 260210"/>
                <a:gd name="connsiteX10" fmla="*/ 40333 w 164800"/>
                <a:gd name="connsiteY10" fmla="*/ 7373 h 260210"/>
                <a:gd name="connsiteX11" fmla="*/ 25588 w 164800"/>
                <a:gd name="connsiteY11" fmla="*/ 16046 h 260210"/>
                <a:gd name="connsiteX12" fmla="*/ 8240 w 164800"/>
                <a:gd name="connsiteY12" fmla="*/ 30792 h 260210"/>
                <a:gd name="connsiteX13" fmla="*/ 6505 w 164800"/>
                <a:gd name="connsiteY13" fmla="*/ 33394 h 260210"/>
                <a:gd name="connsiteX14" fmla="*/ 18649 w 164800"/>
                <a:gd name="connsiteY14" fmla="*/ 68956 h 260210"/>
                <a:gd name="connsiteX15" fmla="*/ 38598 w 164800"/>
                <a:gd name="connsiteY15" fmla="*/ 117529 h 260210"/>
                <a:gd name="connsiteX16" fmla="*/ 70691 w 164800"/>
                <a:gd name="connsiteY16" fmla="*/ 257175 h 260210"/>
                <a:gd name="connsiteX17" fmla="*/ 114059 w 164800"/>
                <a:gd name="connsiteY17" fmla="*/ 254573 h 260210"/>
                <a:gd name="connsiteX18" fmla="*/ 166101 w 164800"/>
                <a:gd name="connsiteY18" fmla="*/ 245032 h 260210"/>
                <a:gd name="connsiteX19" fmla="*/ 146152 w 164800"/>
                <a:gd name="connsiteY19" fmla="*/ 181714 h 26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4800" h="260210">
                  <a:moveTo>
                    <a:pt x="146152" y="181714"/>
                  </a:moveTo>
                  <a:lnTo>
                    <a:pt x="137478" y="186051"/>
                  </a:lnTo>
                  <a:lnTo>
                    <a:pt x="106253" y="165234"/>
                  </a:lnTo>
                  <a:lnTo>
                    <a:pt x="90640" y="124468"/>
                  </a:lnTo>
                  <a:lnTo>
                    <a:pt x="74160" y="93242"/>
                  </a:lnTo>
                  <a:lnTo>
                    <a:pt x="54211" y="84569"/>
                  </a:lnTo>
                  <a:lnTo>
                    <a:pt x="35996" y="53343"/>
                  </a:lnTo>
                  <a:lnTo>
                    <a:pt x="40333" y="35996"/>
                  </a:lnTo>
                  <a:lnTo>
                    <a:pt x="44670" y="16046"/>
                  </a:lnTo>
                  <a:lnTo>
                    <a:pt x="45537" y="6505"/>
                  </a:lnTo>
                  <a:lnTo>
                    <a:pt x="40333" y="7373"/>
                  </a:lnTo>
                  <a:lnTo>
                    <a:pt x="25588" y="16046"/>
                  </a:lnTo>
                  <a:lnTo>
                    <a:pt x="8240" y="30792"/>
                  </a:lnTo>
                  <a:lnTo>
                    <a:pt x="6505" y="33394"/>
                  </a:lnTo>
                  <a:lnTo>
                    <a:pt x="18649" y="68956"/>
                  </a:lnTo>
                  <a:lnTo>
                    <a:pt x="38598" y="117529"/>
                  </a:lnTo>
                  <a:lnTo>
                    <a:pt x="70691" y="257175"/>
                  </a:lnTo>
                  <a:lnTo>
                    <a:pt x="114059" y="254573"/>
                  </a:lnTo>
                  <a:lnTo>
                    <a:pt x="166101" y="245032"/>
                  </a:lnTo>
                  <a:lnTo>
                    <a:pt x="146152" y="18171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8" name="Freeform: Shape 115">
              <a:extLst>
                <a:ext uri="{FF2B5EF4-FFF2-40B4-BE49-F238E27FC236}">
                  <a16:creationId xmlns:a16="http://schemas.microsoft.com/office/drawing/2014/main" id="{416BE8C7-63EF-1C40-9830-C7555C4155A2}"/>
                </a:ext>
              </a:extLst>
            </p:cNvPr>
            <p:cNvSpPr/>
            <p:nvPr/>
          </p:nvSpPr>
          <p:spPr>
            <a:xfrm>
              <a:off x="5946347" y="3848951"/>
              <a:ext cx="1387791" cy="1179622"/>
            </a:xfrm>
            <a:custGeom>
              <a:avLst/>
              <a:gdLst>
                <a:gd name="connsiteX0" fmla="*/ 973622 w 1387790"/>
                <a:gd name="connsiteY0" fmla="*/ 12577 h 1179622"/>
                <a:gd name="connsiteX1" fmla="*/ 928519 w 1387790"/>
                <a:gd name="connsiteY1" fmla="*/ 6505 h 1179622"/>
                <a:gd name="connsiteX2" fmla="*/ 922447 w 1387790"/>
                <a:gd name="connsiteY2" fmla="*/ 13444 h 1179622"/>
                <a:gd name="connsiteX3" fmla="*/ 935458 w 1387790"/>
                <a:gd name="connsiteY3" fmla="*/ 51609 h 1179622"/>
                <a:gd name="connsiteX4" fmla="*/ 931988 w 1387790"/>
                <a:gd name="connsiteY4" fmla="*/ 96712 h 1179622"/>
                <a:gd name="connsiteX5" fmla="*/ 896426 w 1387790"/>
                <a:gd name="connsiteY5" fmla="*/ 88038 h 1179622"/>
                <a:gd name="connsiteX6" fmla="*/ 894691 w 1387790"/>
                <a:gd name="connsiteY6" fmla="*/ 63752 h 1179622"/>
                <a:gd name="connsiteX7" fmla="*/ 859129 w 1387790"/>
                <a:gd name="connsiteY7" fmla="*/ 63752 h 1179622"/>
                <a:gd name="connsiteX8" fmla="*/ 813159 w 1387790"/>
                <a:gd name="connsiteY8" fmla="*/ 69823 h 1179622"/>
                <a:gd name="connsiteX9" fmla="*/ 532131 w 1387790"/>
                <a:gd name="connsiteY9" fmla="*/ 86303 h 1179622"/>
                <a:gd name="connsiteX10" fmla="*/ 461007 w 1387790"/>
                <a:gd name="connsiteY10" fmla="*/ 83701 h 1179622"/>
                <a:gd name="connsiteX11" fmla="*/ 446262 w 1387790"/>
                <a:gd name="connsiteY11" fmla="*/ 68956 h 1179622"/>
                <a:gd name="connsiteX12" fmla="*/ 424577 w 1387790"/>
                <a:gd name="connsiteY12" fmla="*/ 32526 h 1179622"/>
                <a:gd name="connsiteX13" fmla="*/ 373402 w 1387790"/>
                <a:gd name="connsiteY13" fmla="*/ 32526 h 1179622"/>
                <a:gd name="connsiteX14" fmla="*/ 316156 w 1387790"/>
                <a:gd name="connsiteY14" fmla="*/ 36863 h 1179622"/>
                <a:gd name="connsiteX15" fmla="*/ 9107 w 1387790"/>
                <a:gd name="connsiteY15" fmla="*/ 73293 h 1179622"/>
                <a:gd name="connsiteX16" fmla="*/ 6505 w 1387790"/>
                <a:gd name="connsiteY16" fmla="*/ 97579 h 1179622"/>
                <a:gd name="connsiteX17" fmla="*/ 20383 w 1387790"/>
                <a:gd name="connsiteY17" fmla="*/ 111457 h 1179622"/>
                <a:gd name="connsiteX18" fmla="*/ 45537 w 1387790"/>
                <a:gd name="connsiteY18" fmla="*/ 128804 h 1179622"/>
                <a:gd name="connsiteX19" fmla="*/ 48139 w 1387790"/>
                <a:gd name="connsiteY19" fmla="*/ 201663 h 1179622"/>
                <a:gd name="connsiteX20" fmla="*/ 76762 w 1387790"/>
                <a:gd name="connsiteY20" fmla="*/ 196459 h 1179622"/>
                <a:gd name="connsiteX21" fmla="*/ 128804 w 1387790"/>
                <a:gd name="connsiteY21" fmla="*/ 178244 h 1179622"/>
                <a:gd name="connsiteX22" fmla="*/ 180846 w 1387790"/>
                <a:gd name="connsiteY22" fmla="*/ 173907 h 1179622"/>
                <a:gd name="connsiteX23" fmla="*/ 219011 w 1387790"/>
                <a:gd name="connsiteY23" fmla="*/ 168703 h 1179622"/>
                <a:gd name="connsiteX24" fmla="*/ 284931 w 1387790"/>
                <a:gd name="connsiteY24" fmla="*/ 184316 h 1179622"/>
                <a:gd name="connsiteX25" fmla="*/ 355188 w 1387790"/>
                <a:gd name="connsiteY25" fmla="*/ 218143 h 1179622"/>
                <a:gd name="connsiteX26" fmla="*/ 369066 w 1387790"/>
                <a:gd name="connsiteY26" fmla="*/ 231154 h 1179622"/>
                <a:gd name="connsiteX27" fmla="*/ 394219 w 1387790"/>
                <a:gd name="connsiteY27" fmla="*/ 240695 h 1179622"/>
                <a:gd name="connsiteX28" fmla="*/ 408097 w 1387790"/>
                <a:gd name="connsiteY28" fmla="*/ 257175 h 1179622"/>
                <a:gd name="connsiteX29" fmla="*/ 410699 w 1387790"/>
                <a:gd name="connsiteY29" fmla="*/ 280594 h 1179622"/>
                <a:gd name="connsiteX30" fmla="*/ 438455 w 1387790"/>
                <a:gd name="connsiteY30" fmla="*/ 269318 h 1179622"/>
                <a:gd name="connsiteX31" fmla="*/ 472283 w 1387790"/>
                <a:gd name="connsiteY31" fmla="*/ 269318 h 1179622"/>
                <a:gd name="connsiteX32" fmla="*/ 503508 w 1387790"/>
                <a:gd name="connsiteY32" fmla="*/ 252838 h 1179622"/>
                <a:gd name="connsiteX33" fmla="*/ 535601 w 1387790"/>
                <a:gd name="connsiteY33" fmla="*/ 221613 h 1179622"/>
                <a:gd name="connsiteX34" fmla="*/ 562489 w 1387790"/>
                <a:gd name="connsiteY34" fmla="*/ 223348 h 1179622"/>
                <a:gd name="connsiteX35" fmla="*/ 566826 w 1387790"/>
                <a:gd name="connsiteY35" fmla="*/ 213806 h 1179622"/>
                <a:gd name="connsiteX36" fmla="*/ 559887 w 1387790"/>
                <a:gd name="connsiteY36" fmla="*/ 205133 h 1179622"/>
                <a:gd name="connsiteX37" fmla="*/ 561622 w 1387790"/>
                <a:gd name="connsiteY37" fmla="*/ 188653 h 1179622"/>
                <a:gd name="connsiteX38" fmla="*/ 596316 w 1387790"/>
                <a:gd name="connsiteY38" fmla="*/ 181714 h 1179622"/>
                <a:gd name="connsiteX39" fmla="*/ 618868 w 1387790"/>
                <a:gd name="connsiteY39" fmla="*/ 181714 h 1179622"/>
                <a:gd name="connsiteX40" fmla="*/ 644022 w 1387790"/>
                <a:gd name="connsiteY40" fmla="*/ 194725 h 1179622"/>
                <a:gd name="connsiteX41" fmla="*/ 680451 w 1387790"/>
                <a:gd name="connsiteY41" fmla="*/ 207735 h 1179622"/>
                <a:gd name="connsiteX42" fmla="*/ 701268 w 1387790"/>
                <a:gd name="connsiteY42" fmla="*/ 239828 h 1179622"/>
                <a:gd name="connsiteX43" fmla="*/ 724687 w 1387790"/>
                <a:gd name="connsiteY43" fmla="*/ 248501 h 1179622"/>
                <a:gd name="connsiteX44" fmla="*/ 734228 w 1387790"/>
                <a:gd name="connsiteY44" fmla="*/ 277992 h 1179622"/>
                <a:gd name="connsiteX45" fmla="*/ 763719 w 1387790"/>
                <a:gd name="connsiteY45" fmla="*/ 291870 h 1179622"/>
                <a:gd name="connsiteX46" fmla="*/ 777596 w 1387790"/>
                <a:gd name="connsiteY46" fmla="*/ 314421 h 1179622"/>
                <a:gd name="connsiteX47" fmla="*/ 794077 w 1387790"/>
                <a:gd name="connsiteY47" fmla="*/ 319626 h 1179622"/>
                <a:gd name="connsiteX48" fmla="*/ 839180 w 1387790"/>
                <a:gd name="connsiteY48" fmla="*/ 330901 h 1179622"/>
                <a:gd name="connsiteX49" fmla="*/ 850456 w 1387790"/>
                <a:gd name="connsiteY49" fmla="*/ 357790 h 1179622"/>
                <a:gd name="connsiteX50" fmla="*/ 876477 w 1387790"/>
                <a:gd name="connsiteY50" fmla="*/ 389883 h 1179622"/>
                <a:gd name="connsiteX51" fmla="*/ 876477 w 1387790"/>
                <a:gd name="connsiteY51" fmla="*/ 472283 h 1179622"/>
                <a:gd name="connsiteX52" fmla="*/ 863466 w 1387790"/>
                <a:gd name="connsiteY52" fmla="*/ 513049 h 1179622"/>
                <a:gd name="connsiteX53" fmla="*/ 866068 w 1387790"/>
                <a:gd name="connsiteY53" fmla="*/ 536468 h 1179622"/>
                <a:gd name="connsiteX54" fmla="*/ 877344 w 1387790"/>
                <a:gd name="connsiteY54" fmla="*/ 578102 h 1179622"/>
                <a:gd name="connsiteX55" fmla="*/ 892957 w 1387790"/>
                <a:gd name="connsiteY55" fmla="*/ 612797 h 1179622"/>
                <a:gd name="connsiteX56" fmla="*/ 899896 w 1387790"/>
                <a:gd name="connsiteY56" fmla="*/ 608460 h 1179622"/>
                <a:gd name="connsiteX57" fmla="*/ 912906 w 1387790"/>
                <a:gd name="connsiteY57" fmla="*/ 569428 h 1179622"/>
                <a:gd name="connsiteX58" fmla="*/ 890354 w 1387790"/>
                <a:gd name="connsiteY58" fmla="*/ 560754 h 1179622"/>
                <a:gd name="connsiteX59" fmla="*/ 887752 w 1387790"/>
                <a:gd name="connsiteY59" fmla="*/ 555550 h 1179622"/>
                <a:gd name="connsiteX60" fmla="*/ 901631 w 1387790"/>
                <a:gd name="connsiteY60" fmla="*/ 550346 h 1179622"/>
                <a:gd name="connsiteX61" fmla="*/ 940662 w 1387790"/>
                <a:gd name="connsiteY61" fmla="*/ 559020 h 1179622"/>
                <a:gd name="connsiteX62" fmla="*/ 942397 w 1387790"/>
                <a:gd name="connsiteY62" fmla="*/ 572897 h 1179622"/>
                <a:gd name="connsiteX63" fmla="*/ 914641 w 1387790"/>
                <a:gd name="connsiteY63" fmla="*/ 620603 h 1179622"/>
                <a:gd name="connsiteX64" fmla="*/ 896426 w 1387790"/>
                <a:gd name="connsiteY64" fmla="*/ 641420 h 1179622"/>
                <a:gd name="connsiteX65" fmla="*/ 927652 w 1387790"/>
                <a:gd name="connsiteY65" fmla="*/ 673513 h 1179622"/>
                <a:gd name="connsiteX66" fmla="*/ 950203 w 1387790"/>
                <a:gd name="connsiteY66" fmla="*/ 700401 h 1179622"/>
                <a:gd name="connsiteX67" fmla="*/ 975357 w 1387790"/>
                <a:gd name="connsiteY67" fmla="*/ 746371 h 1179622"/>
                <a:gd name="connsiteX68" fmla="*/ 1000510 w 1387790"/>
                <a:gd name="connsiteY68" fmla="*/ 780199 h 1179622"/>
                <a:gd name="connsiteX69" fmla="*/ 1018725 w 1387790"/>
                <a:gd name="connsiteY69" fmla="*/ 823567 h 1179622"/>
                <a:gd name="connsiteX70" fmla="*/ 1034338 w 1387790"/>
                <a:gd name="connsiteY70" fmla="*/ 826169 h 1179622"/>
                <a:gd name="connsiteX71" fmla="*/ 1048216 w 1387790"/>
                <a:gd name="connsiteY71" fmla="*/ 807955 h 1179622"/>
                <a:gd name="connsiteX72" fmla="*/ 1063828 w 1387790"/>
                <a:gd name="connsiteY72" fmla="*/ 817496 h 1179622"/>
                <a:gd name="connsiteX73" fmla="*/ 1086380 w 1387790"/>
                <a:gd name="connsiteY73" fmla="*/ 852190 h 1179622"/>
                <a:gd name="connsiteX74" fmla="*/ 1091584 w 1387790"/>
                <a:gd name="connsiteY74" fmla="*/ 883415 h 1179622"/>
                <a:gd name="connsiteX75" fmla="*/ 1118473 w 1387790"/>
                <a:gd name="connsiteY75" fmla="*/ 921580 h 1179622"/>
                <a:gd name="connsiteX76" fmla="*/ 1125412 w 1387790"/>
                <a:gd name="connsiteY76" fmla="*/ 910304 h 1179622"/>
                <a:gd name="connsiteX77" fmla="*/ 1159239 w 1387790"/>
                <a:gd name="connsiteY77" fmla="*/ 912906 h 1179622"/>
                <a:gd name="connsiteX78" fmla="*/ 1190464 w 1387790"/>
                <a:gd name="connsiteY78" fmla="*/ 932856 h 1179622"/>
                <a:gd name="connsiteX79" fmla="*/ 1219955 w 1387790"/>
                <a:gd name="connsiteY79" fmla="*/ 977959 h 1179622"/>
                <a:gd name="connsiteX80" fmla="*/ 1226894 w 1387790"/>
                <a:gd name="connsiteY80" fmla="*/ 1007450 h 1179622"/>
                <a:gd name="connsiteX81" fmla="*/ 1229496 w 1387790"/>
                <a:gd name="connsiteY81" fmla="*/ 1032603 h 1179622"/>
                <a:gd name="connsiteX82" fmla="*/ 1239037 w 1387790"/>
                <a:gd name="connsiteY82" fmla="*/ 1041277 h 1179622"/>
                <a:gd name="connsiteX83" fmla="*/ 1250313 w 1387790"/>
                <a:gd name="connsiteY83" fmla="*/ 1045614 h 1179622"/>
                <a:gd name="connsiteX84" fmla="*/ 1271130 w 1387790"/>
                <a:gd name="connsiteY84" fmla="*/ 1036940 h 1179622"/>
                <a:gd name="connsiteX85" fmla="*/ 1284140 w 1387790"/>
                <a:gd name="connsiteY85" fmla="*/ 1023062 h 1179622"/>
                <a:gd name="connsiteX86" fmla="*/ 1317968 w 1387790"/>
                <a:gd name="connsiteY86" fmla="*/ 1021327 h 1179622"/>
                <a:gd name="connsiteX87" fmla="*/ 1344856 w 1387790"/>
                <a:gd name="connsiteY87" fmla="*/ 1008317 h 1179622"/>
                <a:gd name="connsiteX88" fmla="*/ 1368275 w 1387790"/>
                <a:gd name="connsiteY88" fmla="*/ 980561 h 1179622"/>
                <a:gd name="connsiteX89" fmla="*/ 1363938 w 1387790"/>
                <a:gd name="connsiteY89" fmla="*/ 964081 h 1179622"/>
                <a:gd name="connsiteX90" fmla="*/ 1361336 w 1387790"/>
                <a:gd name="connsiteY90" fmla="*/ 943264 h 1179622"/>
                <a:gd name="connsiteX91" fmla="*/ 1366540 w 1387790"/>
                <a:gd name="connsiteY91" fmla="*/ 926784 h 1179622"/>
                <a:gd name="connsiteX92" fmla="*/ 1363938 w 1387790"/>
                <a:gd name="connsiteY92" fmla="*/ 910304 h 1179622"/>
                <a:gd name="connsiteX93" fmla="*/ 1384755 w 1387790"/>
                <a:gd name="connsiteY93" fmla="*/ 899029 h 1179622"/>
                <a:gd name="connsiteX94" fmla="*/ 1387357 w 1387790"/>
                <a:gd name="connsiteY94" fmla="*/ 869538 h 1179622"/>
                <a:gd name="connsiteX95" fmla="*/ 1382153 w 1387790"/>
                <a:gd name="connsiteY95" fmla="*/ 853925 h 1179622"/>
                <a:gd name="connsiteX96" fmla="*/ 1377816 w 1387790"/>
                <a:gd name="connsiteY96" fmla="*/ 749841 h 1179622"/>
                <a:gd name="connsiteX97" fmla="*/ 1366540 w 1387790"/>
                <a:gd name="connsiteY97" fmla="*/ 683921 h 1179622"/>
                <a:gd name="connsiteX98" fmla="*/ 1327509 w 1387790"/>
                <a:gd name="connsiteY98" fmla="*/ 612797 h 1179622"/>
                <a:gd name="connsiteX99" fmla="*/ 1296284 w 1387790"/>
                <a:gd name="connsiteY99" fmla="*/ 562489 h 1179622"/>
                <a:gd name="connsiteX100" fmla="*/ 1273732 w 1387790"/>
                <a:gd name="connsiteY100" fmla="*/ 516518 h 1179622"/>
                <a:gd name="connsiteX101" fmla="*/ 1248578 w 1387790"/>
                <a:gd name="connsiteY101" fmla="*/ 491365 h 1179622"/>
                <a:gd name="connsiteX102" fmla="*/ 1223424 w 1387790"/>
                <a:gd name="connsiteY102" fmla="*/ 427179 h 1179622"/>
                <a:gd name="connsiteX103" fmla="*/ 1229496 w 1387790"/>
                <a:gd name="connsiteY103" fmla="*/ 415036 h 1179622"/>
                <a:gd name="connsiteX104" fmla="*/ 1239037 w 1387790"/>
                <a:gd name="connsiteY104" fmla="*/ 403760 h 1179622"/>
                <a:gd name="connsiteX105" fmla="*/ 1225159 w 1387790"/>
                <a:gd name="connsiteY105" fmla="*/ 378607 h 1179622"/>
                <a:gd name="connsiteX106" fmla="*/ 1190464 w 1387790"/>
                <a:gd name="connsiteY106" fmla="*/ 346514 h 1179622"/>
                <a:gd name="connsiteX107" fmla="*/ 1148831 w 1387790"/>
                <a:gd name="connsiteY107" fmla="*/ 298809 h 1179622"/>
                <a:gd name="connsiteX108" fmla="*/ 1116738 w 1387790"/>
                <a:gd name="connsiteY108" fmla="*/ 244164 h 1179622"/>
                <a:gd name="connsiteX109" fmla="*/ 1070768 w 1387790"/>
                <a:gd name="connsiteY109" fmla="*/ 162632 h 1179622"/>
                <a:gd name="connsiteX110" fmla="*/ 1038675 w 1387790"/>
                <a:gd name="connsiteY110" fmla="*/ 78497 h 1179622"/>
                <a:gd name="connsiteX111" fmla="*/ 1018725 w 1387790"/>
                <a:gd name="connsiteY111" fmla="*/ 15179 h 1179622"/>
                <a:gd name="connsiteX112" fmla="*/ 973622 w 1387790"/>
                <a:gd name="connsiteY112" fmla="*/ 12577 h 1179622"/>
                <a:gd name="connsiteX113" fmla="*/ 1127147 w 1387790"/>
                <a:gd name="connsiteY113" fmla="*/ 1163576 h 1179622"/>
                <a:gd name="connsiteX114" fmla="*/ 1147963 w 1387790"/>
                <a:gd name="connsiteY114" fmla="*/ 1158372 h 1179622"/>
                <a:gd name="connsiteX115" fmla="*/ 1159239 w 1387790"/>
                <a:gd name="connsiteY115" fmla="*/ 1156637 h 1179622"/>
                <a:gd name="connsiteX116" fmla="*/ 1172249 w 1387790"/>
                <a:gd name="connsiteY116" fmla="*/ 1136687 h 1179622"/>
                <a:gd name="connsiteX117" fmla="*/ 1192199 w 1387790"/>
                <a:gd name="connsiteY117" fmla="*/ 1122810 h 1179622"/>
                <a:gd name="connsiteX118" fmla="*/ 1203475 w 1387790"/>
                <a:gd name="connsiteY118" fmla="*/ 1127147 h 1179622"/>
                <a:gd name="connsiteX119" fmla="*/ 1218220 w 1387790"/>
                <a:gd name="connsiteY119" fmla="*/ 1129749 h 1179622"/>
                <a:gd name="connsiteX120" fmla="*/ 1221690 w 1387790"/>
                <a:gd name="connsiteY120" fmla="*/ 1139289 h 1179622"/>
                <a:gd name="connsiteX121" fmla="*/ 1191332 w 1387790"/>
                <a:gd name="connsiteY121" fmla="*/ 1149698 h 1179622"/>
                <a:gd name="connsiteX122" fmla="*/ 1154902 w 1387790"/>
                <a:gd name="connsiteY122" fmla="*/ 1162709 h 1179622"/>
                <a:gd name="connsiteX123" fmla="*/ 1134953 w 1387790"/>
                <a:gd name="connsiteY123" fmla="*/ 1173117 h 1179622"/>
                <a:gd name="connsiteX124" fmla="*/ 1127147 w 1387790"/>
                <a:gd name="connsiteY124" fmla="*/ 1163576 h 1179622"/>
                <a:gd name="connsiteX125" fmla="*/ 1244241 w 1387790"/>
                <a:gd name="connsiteY125" fmla="*/ 1120208 h 1179622"/>
                <a:gd name="connsiteX126" fmla="*/ 1254649 w 1387790"/>
                <a:gd name="connsiteY126" fmla="*/ 1129749 h 1179622"/>
                <a:gd name="connsiteX127" fmla="*/ 1278069 w 1387790"/>
                <a:gd name="connsiteY127" fmla="*/ 1111534 h 1179622"/>
                <a:gd name="connsiteX128" fmla="*/ 1324039 w 1387790"/>
                <a:gd name="connsiteY128" fmla="*/ 1075104 h 1179622"/>
                <a:gd name="connsiteX129" fmla="*/ 1356132 w 1387790"/>
                <a:gd name="connsiteY129" fmla="*/ 1041277 h 1179622"/>
                <a:gd name="connsiteX130" fmla="*/ 1377816 w 1387790"/>
                <a:gd name="connsiteY130" fmla="*/ 984031 h 1179622"/>
                <a:gd name="connsiteX131" fmla="*/ 1386490 w 1387790"/>
                <a:gd name="connsiteY131" fmla="*/ 969285 h 1179622"/>
                <a:gd name="connsiteX132" fmla="*/ 1388225 w 1387790"/>
                <a:gd name="connsiteY132" fmla="*/ 939794 h 1179622"/>
                <a:gd name="connsiteX133" fmla="*/ 1382153 w 1387790"/>
                <a:gd name="connsiteY133" fmla="*/ 944131 h 1179622"/>
                <a:gd name="connsiteX134" fmla="*/ 1373479 w 1387790"/>
                <a:gd name="connsiteY134" fmla="*/ 968418 h 1179622"/>
                <a:gd name="connsiteX135" fmla="*/ 1360469 w 1387790"/>
                <a:gd name="connsiteY135" fmla="*/ 1008317 h 1179622"/>
                <a:gd name="connsiteX136" fmla="*/ 1332713 w 1387790"/>
                <a:gd name="connsiteY136" fmla="*/ 1054287 h 1179622"/>
                <a:gd name="connsiteX137" fmla="*/ 1294549 w 1387790"/>
                <a:gd name="connsiteY137" fmla="*/ 1090717 h 1179622"/>
                <a:gd name="connsiteX138" fmla="*/ 1265058 w 1387790"/>
                <a:gd name="connsiteY138" fmla="*/ 1107197 h 1179622"/>
                <a:gd name="connsiteX139" fmla="*/ 1244241 w 1387790"/>
                <a:gd name="connsiteY139" fmla="*/ 1120208 h 117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387790" h="1179622">
                  <a:moveTo>
                    <a:pt x="973622" y="12577"/>
                  </a:moveTo>
                  <a:lnTo>
                    <a:pt x="928519" y="6505"/>
                  </a:lnTo>
                  <a:lnTo>
                    <a:pt x="922447" y="13444"/>
                  </a:lnTo>
                  <a:lnTo>
                    <a:pt x="935458" y="51609"/>
                  </a:lnTo>
                  <a:lnTo>
                    <a:pt x="931988" y="96712"/>
                  </a:lnTo>
                  <a:lnTo>
                    <a:pt x="896426" y="88038"/>
                  </a:lnTo>
                  <a:lnTo>
                    <a:pt x="894691" y="63752"/>
                  </a:lnTo>
                  <a:lnTo>
                    <a:pt x="859129" y="63752"/>
                  </a:lnTo>
                  <a:lnTo>
                    <a:pt x="813159" y="69823"/>
                  </a:lnTo>
                  <a:lnTo>
                    <a:pt x="532131" y="86303"/>
                  </a:lnTo>
                  <a:lnTo>
                    <a:pt x="461007" y="83701"/>
                  </a:lnTo>
                  <a:lnTo>
                    <a:pt x="446262" y="68956"/>
                  </a:lnTo>
                  <a:lnTo>
                    <a:pt x="424577" y="32526"/>
                  </a:lnTo>
                  <a:lnTo>
                    <a:pt x="373402" y="32526"/>
                  </a:lnTo>
                  <a:lnTo>
                    <a:pt x="316156" y="36863"/>
                  </a:lnTo>
                  <a:lnTo>
                    <a:pt x="9107" y="73293"/>
                  </a:lnTo>
                  <a:lnTo>
                    <a:pt x="6505" y="97579"/>
                  </a:lnTo>
                  <a:lnTo>
                    <a:pt x="20383" y="111457"/>
                  </a:lnTo>
                  <a:lnTo>
                    <a:pt x="45537" y="128804"/>
                  </a:lnTo>
                  <a:lnTo>
                    <a:pt x="48139" y="201663"/>
                  </a:lnTo>
                  <a:lnTo>
                    <a:pt x="76762" y="196459"/>
                  </a:lnTo>
                  <a:lnTo>
                    <a:pt x="128804" y="178244"/>
                  </a:lnTo>
                  <a:lnTo>
                    <a:pt x="180846" y="173907"/>
                  </a:lnTo>
                  <a:lnTo>
                    <a:pt x="219011" y="168703"/>
                  </a:lnTo>
                  <a:lnTo>
                    <a:pt x="284931" y="184316"/>
                  </a:lnTo>
                  <a:lnTo>
                    <a:pt x="355188" y="218143"/>
                  </a:lnTo>
                  <a:lnTo>
                    <a:pt x="369066" y="231154"/>
                  </a:lnTo>
                  <a:lnTo>
                    <a:pt x="394219" y="240695"/>
                  </a:lnTo>
                  <a:lnTo>
                    <a:pt x="408097" y="257175"/>
                  </a:lnTo>
                  <a:lnTo>
                    <a:pt x="410699" y="280594"/>
                  </a:lnTo>
                  <a:lnTo>
                    <a:pt x="438455" y="269318"/>
                  </a:lnTo>
                  <a:lnTo>
                    <a:pt x="472283" y="269318"/>
                  </a:lnTo>
                  <a:lnTo>
                    <a:pt x="503508" y="252838"/>
                  </a:lnTo>
                  <a:lnTo>
                    <a:pt x="535601" y="221613"/>
                  </a:lnTo>
                  <a:lnTo>
                    <a:pt x="562489" y="223348"/>
                  </a:lnTo>
                  <a:lnTo>
                    <a:pt x="566826" y="213806"/>
                  </a:lnTo>
                  <a:lnTo>
                    <a:pt x="559887" y="205133"/>
                  </a:lnTo>
                  <a:lnTo>
                    <a:pt x="561622" y="188653"/>
                  </a:lnTo>
                  <a:lnTo>
                    <a:pt x="596316" y="181714"/>
                  </a:lnTo>
                  <a:lnTo>
                    <a:pt x="618868" y="181714"/>
                  </a:lnTo>
                  <a:lnTo>
                    <a:pt x="644022" y="194725"/>
                  </a:lnTo>
                  <a:lnTo>
                    <a:pt x="680451" y="207735"/>
                  </a:lnTo>
                  <a:lnTo>
                    <a:pt x="701268" y="239828"/>
                  </a:lnTo>
                  <a:lnTo>
                    <a:pt x="724687" y="248501"/>
                  </a:lnTo>
                  <a:lnTo>
                    <a:pt x="734228" y="277992"/>
                  </a:lnTo>
                  <a:lnTo>
                    <a:pt x="763719" y="291870"/>
                  </a:lnTo>
                  <a:lnTo>
                    <a:pt x="777596" y="314421"/>
                  </a:lnTo>
                  <a:lnTo>
                    <a:pt x="794077" y="319626"/>
                  </a:lnTo>
                  <a:lnTo>
                    <a:pt x="839180" y="330901"/>
                  </a:lnTo>
                  <a:lnTo>
                    <a:pt x="850456" y="357790"/>
                  </a:lnTo>
                  <a:lnTo>
                    <a:pt x="876477" y="389883"/>
                  </a:lnTo>
                  <a:lnTo>
                    <a:pt x="876477" y="472283"/>
                  </a:lnTo>
                  <a:lnTo>
                    <a:pt x="863466" y="513049"/>
                  </a:lnTo>
                  <a:lnTo>
                    <a:pt x="866068" y="536468"/>
                  </a:lnTo>
                  <a:lnTo>
                    <a:pt x="877344" y="578102"/>
                  </a:lnTo>
                  <a:lnTo>
                    <a:pt x="892957" y="612797"/>
                  </a:lnTo>
                  <a:lnTo>
                    <a:pt x="899896" y="608460"/>
                  </a:lnTo>
                  <a:lnTo>
                    <a:pt x="912906" y="569428"/>
                  </a:lnTo>
                  <a:lnTo>
                    <a:pt x="890354" y="560754"/>
                  </a:lnTo>
                  <a:lnTo>
                    <a:pt x="887752" y="555550"/>
                  </a:lnTo>
                  <a:lnTo>
                    <a:pt x="901631" y="550346"/>
                  </a:lnTo>
                  <a:lnTo>
                    <a:pt x="940662" y="559020"/>
                  </a:lnTo>
                  <a:lnTo>
                    <a:pt x="942397" y="572897"/>
                  </a:lnTo>
                  <a:lnTo>
                    <a:pt x="914641" y="620603"/>
                  </a:lnTo>
                  <a:lnTo>
                    <a:pt x="896426" y="641420"/>
                  </a:lnTo>
                  <a:lnTo>
                    <a:pt x="927652" y="673513"/>
                  </a:lnTo>
                  <a:lnTo>
                    <a:pt x="950203" y="700401"/>
                  </a:lnTo>
                  <a:lnTo>
                    <a:pt x="975357" y="746371"/>
                  </a:lnTo>
                  <a:lnTo>
                    <a:pt x="1000510" y="780199"/>
                  </a:lnTo>
                  <a:lnTo>
                    <a:pt x="1018725" y="823567"/>
                  </a:lnTo>
                  <a:lnTo>
                    <a:pt x="1034338" y="826169"/>
                  </a:lnTo>
                  <a:lnTo>
                    <a:pt x="1048216" y="807955"/>
                  </a:lnTo>
                  <a:lnTo>
                    <a:pt x="1063828" y="817496"/>
                  </a:lnTo>
                  <a:lnTo>
                    <a:pt x="1086380" y="852190"/>
                  </a:lnTo>
                  <a:lnTo>
                    <a:pt x="1091584" y="883415"/>
                  </a:lnTo>
                  <a:lnTo>
                    <a:pt x="1118473" y="921580"/>
                  </a:lnTo>
                  <a:lnTo>
                    <a:pt x="1125412" y="910304"/>
                  </a:lnTo>
                  <a:lnTo>
                    <a:pt x="1159239" y="912906"/>
                  </a:lnTo>
                  <a:lnTo>
                    <a:pt x="1190464" y="932856"/>
                  </a:lnTo>
                  <a:lnTo>
                    <a:pt x="1219955" y="977959"/>
                  </a:lnTo>
                  <a:lnTo>
                    <a:pt x="1226894" y="1007450"/>
                  </a:lnTo>
                  <a:lnTo>
                    <a:pt x="1229496" y="1032603"/>
                  </a:lnTo>
                  <a:lnTo>
                    <a:pt x="1239037" y="1041277"/>
                  </a:lnTo>
                  <a:lnTo>
                    <a:pt x="1250313" y="1045614"/>
                  </a:lnTo>
                  <a:lnTo>
                    <a:pt x="1271130" y="1036940"/>
                  </a:lnTo>
                  <a:lnTo>
                    <a:pt x="1284140" y="1023062"/>
                  </a:lnTo>
                  <a:lnTo>
                    <a:pt x="1317968" y="1021327"/>
                  </a:lnTo>
                  <a:lnTo>
                    <a:pt x="1344856" y="1008317"/>
                  </a:lnTo>
                  <a:lnTo>
                    <a:pt x="1368275" y="980561"/>
                  </a:lnTo>
                  <a:lnTo>
                    <a:pt x="1363938" y="964081"/>
                  </a:lnTo>
                  <a:lnTo>
                    <a:pt x="1361336" y="943264"/>
                  </a:lnTo>
                  <a:lnTo>
                    <a:pt x="1366540" y="926784"/>
                  </a:lnTo>
                  <a:lnTo>
                    <a:pt x="1363938" y="910304"/>
                  </a:lnTo>
                  <a:lnTo>
                    <a:pt x="1384755" y="899029"/>
                  </a:lnTo>
                  <a:lnTo>
                    <a:pt x="1387357" y="869538"/>
                  </a:lnTo>
                  <a:lnTo>
                    <a:pt x="1382153" y="853925"/>
                  </a:lnTo>
                  <a:lnTo>
                    <a:pt x="1377816" y="749841"/>
                  </a:lnTo>
                  <a:lnTo>
                    <a:pt x="1366540" y="683921"/>
                  </a:lnTo>
                  <a:lnTo>
                    <a:pt x="1327509" y="612797"/>
                  </a:lnTo>
                  <a:lnTo>
                    <a:pt x="1296284" y="562489"/>
                  </a:lnTo>
                  <a:lnTo>
                    <a:pt x="1273732" y="516518"/>
                  </a:lnTo>
                  <a:lnTo>
                    <a:pt x="1248578" y="491365"/>
                  </a:lnTo>
                  <a:lnTo>
                    <a:pt x="1223424" y="427179"/>
                  </a:lnTo>
                  <a:lnTo>
                    <a:pt x="1229496" y="415036"/>
                  </a:lnTo>
                  <a:lnTo>
                    <a:pt x="1239037" y="403760"/>
                  </a:lnTo>
                  <a:lnTo>
                    <a:pt x="1225159" y="378607"/>
                  </a:lnTo>
                  <a:lnTo>
                    <a:pt x="1190464" y="346514"/>
                  </a:lnTo>
                  <a:lnTo>
                    <a:pt x="1148831" y="298809"/>
                  </a:lnTo>
                  <a:lnTo>
                    <a:pt x="1116738" y="244164"/>
                  </a:lnTo>
                  <a:lnTo>
                    <a:pt x="1070768" y="162632"/>
                  </a:lnTo>
                  <a:lnTo>
                    <a:pt x="1038675" y="78497"/>
                  </a:lnTo>
                  <a:lnTo>
                    <a:pt x="1018725" y="15179"/>
                  </a:lnTo>
                  <a:lnTo>
                    <a:pt x="973622" y="12577"/>
                  </a:lnTo>
                  <a:close/>
                  <a:moveTo>
                    <a:pt x="1127147" y="1163576"/>
                  </a:moveTo>
                  <a:lnTo>
                    <a:pt x="1147963" y="1158372"/>
                  </a:lnTo>
                  <a:lnTo>
                    <a:pt x="1159239" y="1156637"/>
                  </a:lnTo>
                  <a:lnTo>
                    <a:pt x="1172249" y="1136687"/>
                  </a:lnTo>
                  <a:lnTo>
                    <a:pt x="1192199" y="1122810"/>
                  </a:lnTo>
                  <a:lnTo>
                    <a:pt x="1203475" y="1127147"/>
                  </a:lnTo>
                  <a:lnTo>
                    <a:pt x="1218220" y="1129749"/>
                  </a:lnTo>
                  <a:lnTo>
                    <a:pt x="1221690" y="1139289"/>
                  </a:lnTo>
                  <a:lnTo>
                    <a:pt x="1191332" y="1149698"/>
                  </a:lnTo>
                  <a:lnTo>
                    <a:pt x="1154902" y="1162709"/>
                  </a:lnTo>
                  <a:lnTo>
                    <a:pt x="1134953" y="1173117"/>
                  </a:lnTo>
                  <a:lnTo>
                    <a:pt x="1127147" y="1163576"/>
                  </a:lnTo>
                  <a:close/>
                  <a:moveTo>
                    <a:pt x="1244241" y="1120208"/>
                  </a:moveTo>
                  <a:lnTo>
                    <a:pt x="1254649" y="1129749"/>
                  </a:lnTo>
                  <a:lnTo>
                    <a:pt x="1278069" y="1111534"/>
                  </a:lnTo>
                  <a:lnTo>
                    <a:pt x="1324039" y="1075104"/>
                  </a:lnTo>
                  <a:lnTo>
                    <a:pt x="1356132" y="1041277"/>
                  </a:lnTo>
                  <a:lnTo>
                    <a:pt x="1377816" y="984031"/>
                  </a:lnTo>
                  <a:lnTo>
                    <a:pt x="1386490" y="969285"/>
                  </a:lnTo>
                  <a:lnTo>
                    <a:pt x="1388225" y="939794"/>
                  </a:lnTo>
                  <a:lnTo>
                    <a:pt x="1382153" y="944131"/>
                  </a:lnTo>
                  <a:lnTo>
                    <a:pt x="1373479" y="968418"/>
                  </a:lnTo>
                  <a:lnTo>
                    <a:pt x="1360469" y="1008317"/>
                  </a:lnTo>
                  <a:lnTo>
                    <a:pt x="1332713" y="1054287"/>
                  </a:lnTo>
                  <a:lnTo>
                    <a:pt x="1294549" y="1090717"/>
                  </a:lnTo>
                  <a:lnTo>
                    <a:pt x="1265058" y="1107197"/>
                  </a:lnTo>
                  <a:lnTo>
                    <a:pt x="1244241" y="112020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89" name="Freeform: Shape 116">
              <a:extLst>
                <a:ext uri="{FF2B5EF4-FFF2-40B4-BE49-F238E27FC236}">
                  <a16:creationId xmlns:a16="http://schemas.microsoft.com/office/drawing/2014/main" id="{FC295E65-477E-B645-9A51-91F93DBB1F20}"/>
                </a:ext>
              </a:extLst>
            </p:cNvPr>
            <p:cNvSpPr/>
            <p:nvPr/>
          </p:nvSpPr>
          <p:spPr>
            <a:xfrm>
              <a:off x="6197884" y="3079595"/>
              <a:ext cx="815327" cy="858696"/>
            </a:xfrm>
            <a:custGeom>
              <a:avLst/>
              <a:gdLst>
                <a:gd name="connsiteX0" fmla="*/ 722085 w 815327"/>
                <a:gd name="connsiteY0" fmla="*/ 773260 h 858695"/>
                <a:gd name="connsiteX1" fmla="*/ 673512 w 815327"/>
                <a:gd name="connsiteY1" fmla="*/ 767188 h 858695"/>
                <a:gd name="connsiteX2" fmla="*/ 661369 w 815327"/>
                <a:gd name="connsiteY2" fmla="*/ 781066 h 858695"/>
                <a:gd name="connsiteX3" fmla="*/ 675247 w 815327"/>
                <a:gd name="connsiteY3" fmla="*/ 821832 h 858695"/>
                <a:gd name="connsiteX4" fmla="*/ 672645 w 815327"/>
                <a:gd name="connsiteY4" fmla="*/ 855660 h 858695"/>
                <a:gd name="connsiteX5" fmla="*/ 653563 w 815327"/>
                <a:gd name="connsiteY5" fmla="*/ 850456 h 858695"/>
                <a:gd name="connsiteX6" fmla="*/ 651828 w 815327"/>
                <a:gd name="connsiteY6" fmla="*/ 824435 h 858695"/>
                <a:gd name="connsiteX7" fmla="*/ 606725 w 815327"/>
                <a:gd name="connsiteY7" fmla="*/ 824435 h 858695"/>
                <a:gd name="connsiteX8" fmla="*/ 560754 w 815327"/>
                <a:gd name="connsiteY8" fmla="*/ 830506 h 858695"/>
                <a:gd name="connsiteX9" fmla="*/ 280594 w 815327"/>
                <a:gd name="connsiteY9" fmla="*/ 846986 h 858695"/>
                <a:gd name="connsiteX10" fmla="*/ 213806 w 815327"/>
                <a:gd name="connsiteY10" fmla="*/ 844384 h 858695"/>
                <a:gd name="connsiteX11" fmla="*/ 201663 w 815327"/>
                <a:gd name="connsiteY11" fmla="*/ 833976 h 858695"/>
                <a:gd name="connsiteX12" fmla="*/ 179979 w 815327"/>
                <a:gd name="connsiteY12" fmla="*/ 796679 h 858695"/>
                <a:gd name="connsiteX13" fmla="*/ 173040 w 815327"/>
                <a:gd name="connsiteY13" fmla="*/ 768056 h 858695"/>
                <a:gd name="connsiteX14" fmla="*/ 159162 w 815327"/>
                <a:gd name="connsiteY14" fmla="*/ 760249 h 858695"/>
                <a:gd name="connsiteX15" fmla="*/ 154825 w 815327"/>
                <a:gd name="connsiteY15" fmla="*/ 755913 h 858695"/>
                <a:gd name="connsiteX16" fmla="*/ 162632 w 815327"/>
                <a:gd name="connsiteY16" fmla="*/ 736830 h 858695"/>
                <a:gd name="connsiteX17" fmla="*/ 159162 w 815327"/>
                <a:gd name="connsiteY17" fmla="*/ 689125 h 858695"/>
                <a:gd name="connsiteX18" fmla="*/ 145284 w 815327"/>
                <a:gd name="connsiteY18" fmla="*/ 650093 h 858695"/>
                <a:gd name="connsiteX19" fmla="*/ 152223 w 815327"/>
                <a:gd name="connsiteY19" fmla="*/ 607592 h 858695"/>
                <a:gd name="connsiteX20" fmla="*/ 166969 w 815327"/>
                <a:gd name="connsiteY20" fmla="*/ 565959 h 858695"/>
                <a:gd name="connsiteX21" fmla="*/ 165234 w 815327"/>
                <a:gd name="connsiteY21" fmla="*/ 544274 h 858695"/>
                <a:gd name="connsiteX22" fmla="*/ 148754 w 815327"/>
                <a:gd name="connsiteY22" fmla="*/ 538203 h 858695"/>
                <a:gd name="connsiteX23" fmla="*/ 145284 w 815327"/>
                <a:gd name="connsiteY23" fmla="*/ 510447 h 858695"/>
                <a:gd name="connsiteX24" fmla="*/ 120998 w 815327"/>
                <a:gd name="connsiteY24" fmla="*/ 480089 h 858695"/>
                <a:gd name="connsiteX25" fmla="*/ 104518 w 815327"/>
                <a:gd name="connsiteY25" fmla="*/ 426312 h 858695"/>
                <a:gd name="connsiteX26" fmla="*/ 91507 w 815327"/>
                <a:gd name="connsiteY26" fmla="*/ 365596 h 858695"/>
                <a:gd name="connsiteX27" fmla="*/ 76762 w 815327"/>
                <a:gd name="connsiteY27" fmla="*/ 323963 h 858695"/>
                <a:gd name="connsiteX28" fmla="*/ 43802 w 815327"/>
                <a:gd name="connsiteY28" fmla="*/ 185183 h 858695"/>
                <a:gd name="connsiteX29" fmla="*/ 13444 w 815327"/>
                <a:gd name="connsiteY29" fmla="*/ 115794 h 858695"/>
                <a:gd name="connsiteX30" fmla="*/ 6505 w 815327"/>
                <a:gd name="connsiteY30" fmla="*/ 69823 h 858695"/>
                <a:gd name="connsiteX31" fmla="*/ 7372 w 815327"/>
                <a:gd name="connsiteY31" fmla="*/ 49874 h 858695"/>
                <a:gd name="connsiteX32" fmla="*/ 35996 w 815327"/>
                <a:gd name="connsiteY32" fmla="*/ 47272 h 858695"/>
                <a:gd name="connsiteX33" fmla="*/ 153958 w 815327"/>
                <a:gd name="connsiteY33" fmla="*/ 33394 h 858695"/>
                <a:gd name="connsiteX34" fmla="*/ 315289 w 815327"/>
                <a:gd name="connsiteY34" fmla="*/ 16046 h 858695"/>
                <a:gd name="connsiteX35" fmla="*/ 369933 w 815327"/>
                <a:gd name="connsiteY35" fmla="*/ 6505 h 858695"/>
                <a:gd name="connsiteX36" fmla="*/ 374270 w 815327"/>
                <a:gd name="connsiteY36" fmla="*/ 18649 h 858695"/>
                <a:gd name="connsiteX37" fmla="*/ 355188 w 815327"/>
                <a:gd name="connsiteY37" fmla="*/ 26455 h 858695"/>
                <a:gd name="connsiteX38" fmla="*/ 347381 w 815327"/>
                <a:gd name="connsiteY38" fmla="*/ 45537 h 858695"/>
                <a:gd name="connsiteX39" fmla="*/ 350851 w 815327"/>
                <a:gd name="connsiteY39" fmla="*/ 62884 h 858695"/>
                <a:gd name="connsiteX40" fmla="*/ 362994 w 815327"/>
                <a:gd name="connsiteY40" fmla="*/ 76762 h 858695"/>
                <a:gd name="connsiteX41" fmla="*/ 400291 w 815327"/>
                <a:gd name="connsiteY41" fmla="*/ 100181 h 858695"/>
                <a:gd name="connsiteX42" fmla="*/ 428047 w 815327"/>
                <a:gd name="connsiteY42" fmla="*/ 99314 h 858695"/>
                <a:gd name="connsiteX43" fmla="*/ 455802 w 815327"/>
                <a:gd name="connsiteY43" fmla="*/ 140080 h 858695"/>
                <a:gd name="connsiteX44" fmla="*/ 461007 w 815327"/>
                <a:gd name="connsiteY44" fmla="*/ 153958 h 858695"/>
                <a:gd name="connsiteX45" fmla="*/ 480956 w 815327"/>
                <a:gd name="connsiteY45" fmla="*/ 178245 h 858695"/>
                <a:gd name="connsiteX46" fmla="*/ 485293 w 815327"/>
                <a:gd name="connsiteY46" fmla="*/ 192990 h 858695"/>
                <a:gd name="connsiteX47" fmla="*/ 526059 w 815327"/>
                <a:gd name="connsiteY47" fmla="*/ 208602 h 858695"/>
                <a:gd name="connsiteX48" fmla="*/ 552080 w 815327"/>
                <a:gd name="connsiteY48" fmla="*/ 227684 h 858695"/>
                <a:gd name="connsiteX49" fmla="*/ 572030 w 815327"/>
                <a:gd name="connsiteY49" fmla="*/ 253706 h 858695"/>
                <a:gd name="connsiteX50" fmla="*/ 591980 w 815327"/>
                <a:gd name="connsiteY50" fmla="*/ 264981 h 858695"/>
                <a:gd name="connsiteX51" fmla="*/ 609327 w 815327"/>
                <a:gd name="connsiteY51" fmla="*/ 280594 h 858695"/>
                <a:gd name="connsiteX52" fmla="*/ 621470 w 815327"/>
                <a:gd name="connsiteY52" fmla="*/ 304013 h 858695"/>
                <a:gd name="connsiteX53" fmla="*/ 639685 w 815327"/>
                <a:gd name="connsiteY53" fmla="*/ 320493 h 858695"/>
                <a:gd name="connsiteX54" fmla="*/ 675247 w 815327"/>
                <a:gd name="connsiteY54" fmla="*/ 336106 h 858695"/>
                <a:gd name="connsiteX55" fmla="*/ 698666 w 815327"/>
                <a:gd name="connsiteY55" fmla="*/ 388148 h 858695"/>
                <a:gd name="connsiteX56" fmla="*/ 713411 w 815327"/>
                <a:gd name="connsiteY56" fmla="*/ 432384 h 858695"/>
                <a:gd name="connsiteX57" fmla="*/ 737698 w 815327"/>
                <a:gd name="connsiteY57" fmla="*/ 438455 h 858695"/>
                <a:gd name="connsiteX58" fmla="*/ 755912 w 815327"/>
                <a:gd name="connsiteY58" fmla="*/ 454935 h 858695"/>
                <a:gd name="connsiteX59" fmla="*/ 773259 w 815327"/>
                <a:gd name="connsiteY59" fmla="*/ 504375 h 858695"/>
                <a:gd name="connsiteX60" fmla="*/ 798413 w 815327"/>
                <a:gd name="connsiteY60" fmla="*/ 518253 h 858695"/>
                <a:gd name="connsiteX61" fmla="*/ 813159 w 815327"/>
                <a:gd name="connsiteY61" fmla="*/ 511314 h 858695"/>
                <a:gd name="connsiteX62" fmla="*/ 816628 w 815327"/>
                <a:gd name="connsiteY62" fmla="*/ 521723 h 858695"/>
                <a:gd name="connsiteX63" fmla="*/ 788005 w 815327"/>
                <a:gd name="connsiteY63" fmla="*/ 575500 h 858695"/>
                <a:gd name="connsiteX64" fmla="*/ 792342 w 815327"/>
                <a:gd name="connsiteY64" fmla="*/ 598051 h 858695"/>
                <a:gd name="connsiteX65" fmla="*/ 779331 w 815327"/>
                <a:gd name="connsiteY65" fmla="*/ 634481 h 858695"/>
                <a:gd name="connsiteX66" fmla="*/ 759382 w 815327"/>
                <a:gd name="connsiteY66" fmla="*/ 721218 h 858695"/>
                <a:gd name="connsiteX67" fmla="*/ 766321 w 815327"/>
                <a:gd name="connsiteY67" fmla="*/ 775862 h 858695"/>
                <a:gd name="connsiteX68" fmla="*/ 722085 w 815327"/>
                <a:gd name="connsiteY68" fmla="*/ 773260 h 8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815327" h="858695">
                  <a:moveTo>
                    <a:pt x="722085" y="773260"/>
                  </a:moveTo>
                  <a:lnTo>
                    <a:pt x="673512" y="767188"/>
                  </a:lnTo>
                  <a:lnTo>
                    <a:pt x="661369" y="781066"/>
                  </a:lnTo>
                  <a:lnTo>
                    <a:pt x="675247" y="821832"/>
                  </a:lnTo>
                  <a:lnTo>
                    <a:pt x="672645" y="855660"/>
                  </a:lnTo>
                  <a:lnTo>
                    <a:pt x="653563" y="850456"/>
                  </a:lnTo>
                  <a:lnTo>
                    <a:pt x="651828" y="824435"/>
                  </a:lnTo>
                  <a:lnTo>
                    <a:pt x="606725" y="824435"/>
                  </a:lnTo>
                  <a:lnTo>
                    <a:pt x="560754" y="830506"/>
                  </a:lnTo>
                  <a:lnTo>
                    <a:pt x="280594" y="846986"/>
                  </a:lnTo>
                  <a:lnTo>
                    <a:pt x="213806" y="844384"/>
                  </a:lnTo>
                  <a:lnTo>
                    <a:pt x="201663" y="833976"/>
                  </a:lnTo>
                  <a:lnTo>
                    <a:pt x="179979" y="796679"/>
                  </a:lnTo>
                  <a:lnTo>
                    <a:pt x="173040" y="768056"/>
                  </a:lnTo>
                  <a:lnTo>
                    <a:pt x="159162" y="760249"/>
                  </a:lnTo>
                  <a:lnTo>
                    <a:pt x="154825" y="755913"/>
                  </a:lnTo>
                  <a:lnTo>
                    <a:pt x="162632" y="736830"/>
                  </a:lnTo>
                  <a:lnTo>
                    <a:pt x="159162" y="689125"/>
                  </a:lnTo>
                  <a:lnTo>
                    <a:pt x="145284" y="650093"/>
                  </a:lnTo>
                  <a:lnTo>
                    <a:pt x="152223" y="607592"/>
                  </a:lnTo>
                  <a:lnTo>
                    <a:pt x="166969" y="565959"/>
                  </a:lnTo>
                  <a:lnTo>
                    <a:pt x="165234" y="544274"/>
                  </a:lnTo>
                  <a:lnTo>
                    <a:pt x="148754" y="538203"/>
                  </a:lnTo>
                  <a:lnTo>
                    <a:pt x="145284" y="510447"/>
                  </a:lnTo>
                  <a:lnTo>
                    <a:pt x="120998" y="480089"/>
                  </a:lnTo>
                  <a:lnTo>
                    <a:pt x="104518" y="426312"/>
                  </a:lnTo>
                  <a:lnTo>
                    <a:pt x="91507" y="365596"/>
                  </a:lnTo>
                  <a:lnTo>
                    <a:pt x="76762" y="323963"/>
                  </a:lnTo>
                  <a:lnTo>
                    <a:pt x="43802" y="185183"/>
                  </a:lnTo>
                  <a:lnTo>
                    <a:pt x="13444" y="115794"/>
                  </a:lnTo>
                  <a:lnTo>
                    <a:pt x="6505" y="69823"/>
                  </a:lnTo>
                  <a:lnTo>
                    <a:pt x="7372" y="49874"/>
                  </a:lnTo>
                  <a:lnTo>
                    <a:pt x="35996" y="47272"/>
                  </a:lnTo>
                  <a:lnTo>
                    <a:pt x="153958" y="33394"/>
                  </a:lnTo>
                  <a:lnTo>
                    <a:pt x="315289" y="16046"/>
                  </a:lnTo>
                  <a:lnTo>
                    <a:pt x="369933" y="6505"/>
                  </a:lnTo>
                  <a:lnTo>
                    <a:pt x="374270" y="18649"/>
                  </a:lnTo>
                  <a:lnTo>
                    <a:pt x="355188" y="26455"/>
                  </a:lnTo>
                  <a:lnTo>
                    <a:pt x="347381" y="45537"/>
                  </a:lnTo>
                  <a:lnTo>
                    <a:pt x="350851" y="62884"/>
                  </a:lnTo>
                  <a:lnTo>
                    <a:pt x="362994" y="76762"/>
                  </a:lnTo>
                  <a:lnTo>
                    <a:pt x="400291" y="100181"/>
                  </a:lnTo>
                  <a:lnTo>
                    <a:pt x="428047" y="99314"/>
                  </a:lnTo>
                  <a:lnTo>
                    <a:pt x="455802" y="140080"/>
                  </a:lnTo>
                  <a:lnTo>
                    <a:pt x="461007" y="153958"/>
                  </a:lnTo>
                  <a:lnTo>
                    <a:pt x="480956" y="178245"/>
                  </a:lnTo>
                  <a:lnTo>
                    <a:pt x="485293" y="192990"/>
                  </a:lnTo>
                  <a:lnTo>
                    <a:pt x="526059" y="208602"/>
                  </a:lnTo>
                  <a:lnTo>
                    <a:pt x="552080" y="227684"/>
                  </a:lnTo>
                  <a:lnTo>
                    <a:pt x="572030" y="253706"/>
                  </a:lnTo>
                  <a:lnTo>
                    <a:pt x="591980" y="264981"/>
                  </a:lnTo>
                  <a:lnTo>
                    <a:pt x="609327" y="280594"/>
                  </a:lnTo>
                  <a:lnTo>
                    <a:pt x="621470" y="304013"/>
                  </a:lnTo>
                  <a:lnTo>
                    <a:pt x="639685" y="320493"/>
                  </a:lnTo>
                  <a:lnTo>
                    <a:pt x="675247" y="336106"/>
                  </a:lnTo>
                  <a:lnTo>
                    <a:pt x="698666" y="388148"/>
                  </a:lnTo>
                  <a:lnTo>
                    <a:pt x="713411" y="432384"/>
                  </a:lnTo>
                  <a:lnTo>
                    <a:pt x="737698" y="438455"/>
                  </a:lnTo>
                  <a:lnTo>
                    <a:pt x="755912" y="454935"/>
                  </a:lnTo>
                  <a:lnTo>
                    <a:pt x="773259" y="504375"/>
                  </a:lnTo>
                  <a:lnTo>
                    <a:pt x="798413" y="518253"/>
                  </a:lnTo>
                  <a:lnTo>
                    <a:pt x="813159" y="511314"/>
                  </a:lnTo>
                  <a:lnTo>
                    <a:pt x="816628" y="521723"/>
                  </a:lnTo>
                  <a:lnTo>
                    <a:pt x="788005" y="575500"/>
                  </a:lnTo>
                  <a:lnTo>
                    <a:pt x="792342" y="598051"/>
                  </a:lnTo>
                  <a:lnTo>
                    <a:pt x="779331" y="634481"/>
                  </a:lnTo>
                  <a:lnTo>
                    <a:pt x="759382" y="721218"/>
                  </a:lnTo>
                  <a:lnTo>
                    <a:pt x="766321" y="775862"/>
                  </a:lnTo>
                  <a:lnTo>
                    <a:pt x="722085" y="77326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0" name="Freeform: Shape 117">
              <a:extLst>
                <a:ext uri="{FF2B5EF4-FFF2-40B4-BE49-F238E27FC236}">
                  <a16:creationId xmlns:a16="http://schemas.microsoft.com/office/drawing/2014/main" id="{40D70A6B-12A9-C840-BF00-0F9500DDAAFA}"/>
                </a:ext>
              </a:extLst>
            </p:cNvPr>
            <p:cNvSpPr/>
            <p:nvPr/>
          </p:nvSpPr>
          <p:spPr>
            <a:xfrm>
              <a:off x="4492636" y="1557362"/>
              <a:ext cx="910738" cy="598485"/>
            </a:xfrm>
            <a:custGeom>
              <a:avLst/>
              <a:gdLst>
                <a:gd name="connsiteX0" fmla="*/ 749841 w 910737"/>
                <a:gd name="connsiteY0" fmla="*/ 35128 h 598484"/>
                <a:gd name="connsiteX1" fmla="*/ 768056 w 910737"/>
                <a:gd name="connsiteY1" fmla="*/ 53343 h 598484"/>
                <a:gd name="connsiteX2" fmla="*/ 770658 w 910737"/>
                <a:gd name="connsiteY2" fmla="*/ 59415 h 598484"/>
                <a:gd name="connsiteX3" fmla="*/ 753310 w 910737"/>
                <a:gd name="connsiteY3" fmla="*/ 85436 h 598484"/>
                <a:gd name="connsiteX4" fmla="*/ 755912 w 910737"/>
                <a:gd name="connsiteY4" fmla="*/ 120131 h 598484"/>
                <a:gd name="connsiteX5" fmla="*/ 778464 w 910737"/>
                <a:gd name="connsiteY5" fmla="*/ 155693 h 598484"/>
                <a:gd name="connsiteX6" fmla="*/ 805353 w 910737"/>
                <a:gd name="connsiteY6" fmla="*/ 169571 h 598484"/>
                <a:gd name="connsiteX7" fmla="*/ 826169 w 910737"/>
                <a:gd name="connsiteY7" fmla="*/ 172173 h 598484"/>
                <a:gd name="connsiteX8" fmla="*/ 833976 w 910737"/>
                <a:gd name="connsiteY8" fmla="*/ 187785 h 598484"/>
                <a:gd name="connsiteX9" fmla="*/ 835710 w 910737"/>
                <a:gd name="connsiteY9" fmla="*/ 208602 h 598484"/>
                <a:gd name="connsiteX10" fmla="*/ 857395 w 910737"/>
                <a:gd name="connsiteY10" fmla="*/ 217276 h 598484"/>
                <a:gd name="connsiteX11" fmla="*/ 865201 w 910737"/>
                <a:gd name="connsiteY11" fmla="*/ 226817 h 598484"/>
                <a:gd name="connsiteX12" fmla="*/ 869538 w 910737"/>
                <a:gd name="connsiteY12" fmla="*/ 240695 h 598484"/>
                <a:gd name="connsiteX13" fmla="*/ 902498 w 910737"/>
                <a:gd name="connsiteY13" fmla="*/ 269318 h 598484"/>
                <a:gd name="connsiteX14" fmla="*/ 907702 w 910737"/>
                <a:gd name="connsiteY14" fmla="*/ 285798 h 598484"/>
                <a:gd name="connsiteX15" fmla="*/ 901630 w 910737"/>
                <a:gd name="connsiteY15" fmla="*/ 311819 h 598484"/>
                <a:gd name="connsiteX16" fmla="*/ 886885 w 910737"/>
                <a:gd name="connsiteY16" fmla="*/ 343912 h 598484"/>
                <a:gd name="connsiteX17" fmla="*/ 881681 w 910737"/>
                <a:gd name="connsiteY17" fmla="*/ 364729 h 598484"/>
                <a:gd name="connsiteX18" fmla="*/ 863466 w 910737"/>
                <a:gd name="connsiteY18" fmla="*/ 378607 h 598484"/>
                <a:gd name="connsiteX19" fmla="*/ 849588 w 910737"/>
                <a:gd name="connsiteY19" fmla="*/ 382944 h 598484"/>
                <a:gd name="connsiteX20" fmla="*/ 800148 w 910737"/>
                <a:gd name="connsiteY20" fmla="*/ 395954 h 598484"/>
                <a:gd name="connsiteX21" fmla="*/ 786270 w 910737"/>
                <a:gd name="connsiteY21" fmla="*/ 437588 h 598484"/>
                <a:gd name="connsiteX22" fmla="*/ 793209 w 910737"/>
                <a:gd name="connsiteY22" fmla="*/ 453200 h 598484"/>
                <a:gd name="connsiteX23" fmla="*/ 807955 w 910737"/>
                <a:gd name="connsiteY23" fmla="*/ 466211 h 598484"/>
                <a:gd name="connsiteX24" fmla="*/ 806220 w 910737"/>
                <a:gd name="connsiteY24" fmla="*/ 496569 h 598484"/>
                <a:gd name="connsiteX25" fmla="*/ 789740 w 910737"/>
                <a:gd name="connsiteY25" fmla="*/ 508712 h 598484"/>
                <a:gd name="connsiteX26" fmla="*/ 783668 w 910737"/>
                <a:gd name="connsiteY26" fmla="*/ 524325 h 598484"/>
                <a:gd name="connsiteX27" fmla="*/ 783668 w 910737"/>
                <a:gd name="connsiteY27" fmla="*/ 545142 h 598484"/>
                <a:gd name="connsiteX28" fmla="*/ 771525 w 910737"/>
                <a:gd name="connsiteY28" fmla="*/ 548611 h 598484"/>
                <a:gd name="connsiteX29" fmla="*/ 756780 w 910737"/>
                <a:gd name="connsiteY29" fmla="*/ 560754 h 598484"/>
                <a:gd name="connsiteX30" fmla="*/ 752443 w 910737"/>
                <a:gd name="connsiteY30" fmla="*/ 575499 h 598484"/>
                <a:gd name="connsiteX31" fmla="*/ 755912 w 910737"/>
                <a:gd name="connsiteY31" fmla="*/ 590245 h 598484"/>
                <a:gd name="connsiteX32" fmla="*/ 744637 w 910737"/>
                <a:gd name="connsiteY32" fmla="*/ 598919 h 598484"/>
                <a:gd name="connsiteX33" fmla="*/ 724687 w 910737"/>
                <a:gd name="connsiteY33" fmla="*/ 575499 h 598484"/>
                <a:gd name="connsiteX34" fmla="*/ 712544 w 910737"/>
                <a:gd name="connsiteY34" fmla="*/ 551213 h 598484"/>
                <a:gd name="connsiteX35" fmla="*/ 640552 w 910737"/>
                <a:gd name="connsiteY35" fmla="*/ 558152 h 598484"/>
                <a:gd name="connsiteX36" fmla="*/ 553815 w 910737"/>
                <a:gd name="connsiteY36" fmla="*/ 563356 h 598484"/>
                <a:gd name="connsiteX37" fmla="*/ 127070 w 910737"/>
                <a:gd name="connsiteY37" fmla="*/ 573765 h 598484"/>
                <a:gd name="connsiteX38" fmla="*/ 113192 w 910737"/>
                <a:gd name="connsiteY38" fmla="*/ 536468 h 598484"/>
                <a:gd name="connsiteX39" fmla="*/ 109722 w 910737"/>
                <a:gd name="connsiteY39" fmla="*/ 478354 h 598484"/>
                <a:gd name="connsiteX40" fmla="*/ 97579 w 910737"/>
                <a:gd name="connsiteY40" fmla="*/ 441925 h 598484"/>
                <a:gd name="connsiteX41" fmla="*/ 91507 w 910737"/>
                <a:gd name="connsiteY41" fmla="*/ 396821 h 598484"/>
                <a:gd name="connsiteX42" fmla="*/ 72425 w 910737"/>
                <a:gd name="connsiteY42" fmla="*/ 364729 h 598484"/>
                <a:gd name="connsiteX43" fmla="*/ 63752 w 910737"/>
                <a:gd name="connsiteY43" fmla="*/ 324830 h 598484"/>
                <a:gd name="connsiteX44" fmla="*/ 40333 w 910737"/>
                <a:gd name="connsiteY44" fmla="*/ 257175 h 598484"/>
                <a:gd name="connsiteX45" fmla="*/ 30792 w 910737"/>
                <a:gd name="connsiteY45" fmla="*/ 208602 h 598484"/>
                <a:gd name="connsiteX46" fmla="*/ 18648 w 910737"/>
                <a:gd name="connsiteY46" fmla="*/ 192122 h 598484"/>
                <a:gd name="connsiteX47" fmla="*/ 7373 w 910737"/>
                <a:gd name="connsiteY47" fmla="*/ 166969 h 598484"/>
                <a:gd name="connsiteX48" fmla="*/ 22118 w 910737"/>
                <a:gd name="connsiteY48" fmla="*/ 134009 h 598484"/>
                <a:gd name="connsiteX49" fmla="*/ 32526 w 910737"/>
                <a:gd name="connsiteY49" fmla="*/ 81099 h 598484"/>
                <a:gd name="connsiteX50" fmla="*/ 9107 w 910737"/>
                <a:gd name="connsiteY50" fmla="*/ 62017 h 598484"/>
                <a:gd name="connsiteX51" fmla="*/ 6505 w 910737"/>
                <a:gd name="connsiteY51" fmla="*/ 41200 h 598484"/>
                <a:gd name="connsiteX52" fmla="*/ 12577 w 910737"/>
                <a:gd name="connsiteY52" fmla="*/ 20383 h 598484"/>
                <a:gd name="connsiteX53" fmla="*/ 28190 w 910737"/>
                <a:gd name="connsiteY53" fmla="*/ 17781 h 598484"/>
                <a:gd name="connsiteX54" fmla="*/ 558152 w 910737"/>
                <a:gd name="connsiteY54" fmla="*/ 12577 h 598484"/>
                <a:gd name="connsiteX55" fmla="*/ 742035 w 910737"/>
                <a:gd name="connsiteY55" fmla="*/ 6505 h 598484"/>
                <a:gd name="connsiteX56" fmla="*/ 749841 w 910737"/>
                <a:gd name="connsiteY56" fmla="*/ 35128 h 59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10737" h="598484">
                  <a:moveTo>
                    <a:pt x="749841" y="35128"/>
                  </a:moveTo>
                  <a:lnTo>
                    <a:pt x="768056" y="53343"/>
                  </a:lnTo>
                  <a:lnTo>
                    <a:pt x="770658" y="59415"/>
                  </a:lnTo>
                  <a:lnTo>
                    <a:pt x="753310" y="85436"/>
                  </a:lnTo>
                  <a:lnTo>
                    <a:pt x="755912" y="120131"/>
                  </a:lnTo>
                  <a:lnTo>
                    <a:pt x="778464" y="155693"/>
                  </a:lnTo>
                  <a:lnTo>
                    <a:pt x="805353" y="169571"/>
                  </a:lnTo>
                  <a:lnTo>
                    <a:pt x="826169" y="172173"/>
                  </a:lnTo>
                  <a:lnTo>
                    <a:pt x="833976" y="187785"/>
                  </a:lnTo>
                  <a:lnTo>
                    <a:pt x="835710" y="208602"/>
                  </a:lnTo>
                  <a:lnTo>
                    <a:pt x="857395" y="217276"/>
                  </a:lnTo>
                  <a:lnTo>
                    <a:pt x="865201" y="226817"/>
                  </a:lnTo>
                  <a:lnTo>
                    <a:pt x="869538" y="240695"/>
                  </a:lnTo>
                  <a:lnTo>
                    <a:pt x="902498" y="269318"/>
                  </a:lnTo>
                  <a:lnTo>
                    <a:pt x="907702" y="285798"/>
                  </a:lnTo>
                  <a:lnTo>
                    <a:pt x="901630" y="311819"/>
                  </a:lnTo>
                  <a:lnTo>
                    <a:pt x="886885" y="343912"/>
                  </a:lnTo>
                  <a:lnTo>
                    <a:pt x="881681" y="364729"/>
                  </a:lnTo>
                  <a:lnTo>
                    <a:pt x="863466" y="378607"/>
                  </a:lnTo>
                  <a:lnTo>
                    <a:pt x="849588" y="382944"/>
                  </a:lnTo>
                  <a:lnTo>
                    <a:pt x="800148" y="395954"/>
                  </a:lnTo>
                  <a:lnTo>
                    <a:pt x="786270" y="437588"/>
                  </a:lnTo>
                  <a:lnTo>
                    <a:pt x="793209" y="453200"/>
                  </a:lnTo>
                  <a:lnTo>
                    <a:pt x="807955" y="466211"/>
                  </a:lnTo>
                  <a:lnTo>
                    <a:pt x="806220" y="496569"/>
                  </a:lnTo>
                  <a:lnTo>
                    <a:pt x="789740" y="508712"/>
                  </a:lnTo>
                  <a:lnTo>
                    <a:pt x="783668" y="524325"/>
                  </a:lnTo>
                  <a:lnTo>
                    <a:pt x="783668" y="545142"/>
                  </a:lnTo>
                  <a:lnTo>
                    <a:pt x="771525" y="548611"/>
                  </a:lnTo>
                  <a:lnTo>
                    <a:pt x="756780" y="560754"/>
                  </a:lnTo>
                  <a:lnTo>
                    <a:pt x="752443" y="575499"/>
                  </a:lnTo>
                  <a:lnTo>
                    <a:pt x="755912" y="590245"/>
                  </a:lnTo>
                  <a:lnTo>
                    <a:pt x="744637" y="598919"/>
                  </a:lnTo>
                  <a:lnTo>
                    <a:pt x="724687" y="575499"/>
                  </a:lnTo>
                  <a:lnTo>
                    <a:pt x="712544" y="551213"/>
                  </a:lnTo>
                  <a:lnTo>
                    <a:pt x="640552" y="558152"/>
                  </a:lnTo>
                  <a:lnTo>
                    <a:pt x="553815" y="563356"/>
                  </a:lnTo>
                  <a:lnTo>
                    <a:pt x="127070" y="573765"/>
                  </a:lnTo>
                  <a:lnTo>
                    <a:pt x="113192" y="536468"/>
                  </a:lnTo>
                  <a:lnTo>
                    <a:pt x="109722" y="478354"/>
                  </a:lnTo>
                  <a:lnTo>
                    <a:pt x="97579" y="441925"/>
                  </a:lnTo>
                  <a:lnTo>
                    <a:pt x="91507" y="396821"/>
                  </a:lnTo>
                  <a:lnTo>
                    <a:pt x="72425" y="364729"/>
                  </a:lnTo>
                  <a:lnTo>
                    <a:pt x="63752" y="324830"/>
                  </a:lnTo>
                  <a:lnTo>
                    <a:pt x="40333" y="257175"/>
                  </a:lnTo>
                  <a:lnTo>
                    <a:pt x="30792" y="208602"/>
                  </a:lnTo>
                  <a:lnTo>
                    <a:pt x="18648" y="192122"/>
                  </a:lnTo>
                  <a:lnTo>
                    <a:pt x="7373" y="166969"/>
                  </a:lnTo>
                  <a:lnTo>
                    <a:pt x="22118" y="134009"/>
                  </a:lnTo>
                  <a:lnTo>
                    <a:pt x="32526" y="81099"/>
                  </a:lnTo>
                  <a:lnTo>
                    <a:pt x="9107" y="62017"/>
                  </a:lnTo>
                  <a:lnTo>
                    <a:pt x="6505" y="41200"/>
                  </a:lnTo>
                  <a:lnTo>
                    <a:pt x="12577" y="20383"/>
                  </a:lnTo>
                  <a:lnTo>
                    <a:pt x="28190" y="17781"/>
                  </a:lnTo>
                  <a:lnTo>
                    <a:pt x="558152" y="12577"/>
                  </a:lnTo>
                  <a:lnTo>
                    <a:pt x="742035" y="6505"/>
                  </a:lnTo>
                  <a:lnTo>
                    <a:pt x="749841" y="3512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1" name="Freeform: Shape 118">
              <a:extLst>
                <a:ext uri="{FF2B5EF4-FFF2-40B4-BE49-F238E27FC236}">
                  <a16:creationId xmlns:a16="http://schemas.microsoft.com/office/drawing/2014/main" id="{E500AA4A-57E0-B340-9A54-F0D4C8BA51C6}"/>
                </a:ext>
              </a:extLst>
            </p:cNvPr>
            <p:cNvSpPr/>
            <p:nvPr/>
          </p:nvSpPr>
          <p:spPr>
            <a:xfrm>
              <a:off x="1631184" y="232889"/>
              <a:ext cx="910738" cy="1465854"/>
            </a:xfrm>
            <a:custGeom>
              <a:avLst/>
              <a:gdLst>
                <a:gd name="connsiteX0" fmla="*/ 302278 w 910737"/>
                <a:gd name="connsiteY0" fmla="*/ 6505 h 1465854"/>
                <a:gd name="connsiteX1" fmla="*/ 260645 w 910737"/>
                <a:gd name="connsiteY1" fmla="*/ 157428 h 1465854"/>
                <a:gd name="connsiteX2" fmla="*/ 221613 w 910737"/>
                <a:gd name="connsiteY2" fmla="*/ 338708 h 1465854"/>
                <a:gd name="connsiteX3" fmla="*/ 192122 w 910737"/>
                <a:gd name="connsiteY3" fmla="*/ 479222 h 1465854"/>
                <a:gd name="connsiteX4" fmla="*/ 188653 w 910737"/>
                <a:gd name="connsiteY4" fmla="*/ 563356 h 1465854"/>
                <a:gd name="connsiteX5" fmla="*/ 199061 w 910737"/>
                <a:gd name="connsiteY5" fmla="*/ 601521 h 1465854"/>
                <a:gd name="connsiteX6" fmla="*/ 229419 w 910737"/>
                <a:gd name="connsiteY6" fmla="*/ 624940 h 1465854"/>
                <a:gd name="connsiteX7" fmla="*/ 227684 w 910737"/>
                <a:gd name="connsiteY7" fmla="*/ 658767 h 1465854"/>
                <a:gd name="connsiteX8" fmla="*/ 193857 w 910737"/>
                <a:gd name="connsiteY8" fmla="*/ 696931 h 1465854"/>
                <a:gd name="connsiteX9" fmla="*/ 154825 w 910737"/>
                <a:gd name="connsiteY9" fmla="*/ 754178 h 1465854"/>
                <a:gd name="connsiteX10" fmla="*/ 147019 w 910737"/>
                <a:gd name="connsiteY10" fmla="*/ 779331 h 1465854"/>
                <a:gd name="connsiteX11" fmla="*/ 136611 w 910737"/>
                <a:gd name="connsiteY11" fmla="*/ 788872 h 1465854"/>
                <a:gd name="connsiteX12" fmla="*/ 120998 w 910737"/>
                <a:gd name="connsiteY12" fmla="*/ 795811 h 1465854"/>
                <a:gd name="connsiteX13" fmla="*/ 83701 w 910737"/>
                <a:gd name="connsiteY13" fmla="*/ 841782 h 1465854"/>
                <a:gd name="connsiteX14" fmla="*/ 80232 w 910737"/>
                <a:gd name="connsiteY14" fmla="*/ 868670 h 1465854"/>
                <a:gd name="connsiteX15" fmla="*/ 76762 w 910737"/>
                <a:gd name="connsiteY15" fmla="*/ 878212 h 1465854"/>
                <a:gd name="connsiteX16" fmla="*/ 81966 w 910737"/>
                <a:gd name="connsiteY16" fmla="*/ 886885 h 1465854"/>
                <a:gd name="connsiteX17" fmla="*/ 104518 w 910737"/>
                <a:gd name="connsiteY17" fmla="*/ 886018 h 1465854"/>
                <a:gd name="connsiteX18" fmla="*/ 114059 w 910737"/>
                <a:gd name="connsiteY18" fmla="*/ 905967 h 1465854"/>
                <a:gd name="connsiteX19" fmla="*/ 93242 w 910737"/>
                <a:gd name="connsiteY19" fmla="*/ 956275 h 1465854"/>
                <a:gd name="connsiteX20" fmla="*/ 82834 w 910737"/>
                <a:gd name="connsiteY20" fmla="*/ 992704 h 1465854"/>
                <a:gd name="connsiteX21" fmla="*/ 6505 w 910737"/>
                <a:gd name="connsiteY21" fmla="*/ 1298886 h 1465854"/>
                <a:gd name="connsiteX22" fmla="*/ 186051 w 910737"/>
                <a:gd name="connsiteY22" fmla="*/ 1337917 h 1465854"/>
                <a:gd name="connsiteX23" fmla="*/ 528662 w 910737"/>
                <a:gd name="connsiteY23" fmla="*/ 1406439 h 1465854"/>
                <a:gd name="connsiteX24" fmla="*/ 830506 w 910737"/>
                <a:gd name="connsiteY24" fmla="*/ 1459349 h 1465854"/>
                <a:gd name="connsiteX25" fmla="*/ 873007 w 910737"/>
                <a:gd name="connsiteY25" fmla="*/ 1206077 h 1465854"/>
                <a:gd name="connsiteX26" fmla="*/ 905967 w 910737"/>
                <a:gd name="connsiteY26" fmla="*/ 997041 h 1465854"/>
                <a:gd name="connsiteX27" fmla="*/ 882548 w 910737"/>
                <a:gd name="connsiteY27" fmla="*/ 976224 h 1465854"/>
                <a:gd name="connsiteX28" fmla="*/ 879079 w 910737"/>
                <a:gd name="connsiteY28" fmla="*/ 953673 h 1465854"/>
                <a:gd name="connsiteX29" fmla="*/ 872140 w 910737"/>
                <a:gd name="connsiteY29" fmla="*/ 944131 h 1465854"/>
                <a:gd name="connsiteX30" fmla="*/ 853925 w 910737"/>
                <a:gd name="connsiteY30" fmla="*/ 952805 h 1465854"/>
                <a:gd name="connsiteX31" fmla="*/ 847854 w 910737"/>
                <a:gd name="connsiteY31" fmla="*/ 975357 h 1465854"/>
                <a:gd name="connsiteX32" fmla="*/ 820098 w 910737"/>
                <a:gd name="connsiteY32" fmla="*/ 979694 h 1465854"/>
                <a:gd name="connsiteX33" fmla="*/ 786270 w 910737"/>
                <a:gd name="connsiteY33" fmla="*/ 965816 h 1465854"/>
                <a:gd name="connsiteX34" fmla="*/ 753310 w 910737"/>
                <a:gd name="connsiteY34" fmla="*/ 966683 h 1465854"/>
                <a:gd name="connsiteX35" fmla="*/ 731626 w 910737"/>
                <a:gd name="connsiteY35" fmla="*/ 972755 h 1465854"/>
                <a:gd name="connsiteX36" fmla="*/ 702135 w 910737"/>
                <a:gd name="connsiteY36" fmla="*/ 959744 h 1465854"/>
                <a:gd name="connsiteX37" fmla="*/ 681319 w 910737"/>
                <a:gd name="connsiteY37" fmla="*/ 961479 h 1465854"/>
                <a:gd name="connsiteX38" fmla="*/ 660502 w 910737"/>
                <a:gd name="connsiteY38" fmla="*/ 978826 h 1465854"/>
                <a:gd name="connsiteX39" fmla="*/ 643154 w 910737"/>
                <a:gd name="connsiteY39" fmla="*/ 969285 h 1465854"/>
                <a:gd name="connsiteX40" fmla="*/ 637083 w 910737"/>
                <a:gd name="connsiteY40" fmla="*/ 934591 h 1465854"/>
                <a:gd name="connsiteX41" fmla="*/ 643154 w 910737"/>
                <a:gd name="connsiteY41" fmla="*/ 909437 h 1465854"/>
                <a:gd name="connsiteX42" fmla="*/ 621470 w 910737"/>
                <a:gd name="connsiteY42" fmla="*/ 884283 h 1465854"/>
                <a:gd name="connsiteX43" fmla="*/ 592847 w 910737"/>
                <a:gd name="connsiteY43" fmla="*/ 861731 h 1465854"/>
                <a:gd name="connsiteX44" fmla="*/ 569428 w 910737"/>
                <a:gd name="connsiteY44" fmla="*/ 748106 h 1465854"/>
                <a:gd name="connsiteX45" fmla="*/ 568561 w 910737"/>
                <a:gd name="connsiteY45" fmla="*/ 707340 h 1465854"/>
                <a:gd name="connsiteX46" fmla="*/ 565959 w 910737"/>
                <a:gd name="connsiteY46" fmla="*/ 706472 h 1465854"/>
                <a:gd name="connsiteX47" fmla="*/ 564224 w 910737"/>
                <a:gd name="connsiteY47" fmla="*/ 709942 h 1465854"/>
                <a:gd name="connsiteX48" fmla="*/ 519988 w 910737"/>
                <a:gd name="connsiteY48" fmla="*/ 740300 h 1465854"/>
                <a:gd name="connsiteX49" fmla="*/ 505243 w 910737"/>
                <a:gd name="connsiteY49" fmla="*/ 738565 h 1465854"/>
                <a:gd name="connsiteX50" fmla="*/ 480089 w 910737"/>
                <a:gd name="connsiteY50" fmla="*/ 709074 h 1465854"/>
                <a:gd name="connsiteX51" fmla="*/ 478354 w 910737"/>
                <a:gd name="connsiteY51" fmla="*/ 682186 h 1465854"/>
                <a:gd name="connsiteX52" fmla="*/ 539070 w 910737"/>
                <a:gd name="connsiteY52" fmla="*/ 533866 h 1465854"/>
                <a:gd name="connsiteX53" fmla="*/ 535601 w 910737"/>
                <a:gd name="connsiteY53" fmla="*/ 517386 h 1465854"/>
                <a:gd name="connsiteX54" fmla="*/ 506110 w 910737"/>
                <a:gd name="connsiteY54" fmla="*/ 506977 h 1465854"/>
                <a:gd name="connsiteX55" fmla="*/ 500906 w 910737"/>
                <a:gd name="connsiteY55" fmla="*/ 496569 h 1465854"/>
                <a:gd name="connsiteX56" fmla="*/ 478354 w 910737"/>
                <a:gd name="connsiteY56" fmla="*/ 466211 h 1465854"/>
                <a:gd name="connsiteX57" fmla="*/ 438455 w 910737"/>
                <a:gd name="connsiteY57" fmla="*/ 377739 h 1465854"/>
                <a:gd name="connsiteX58" fmla="*/ 410699 w 910737"/>
                <a:gd name="connsiteY58" fmla="*/ 364729 h 1465854"/>
                <a:gd name="connsiteX59" fmla="*/ 393352 w 910737"/>
                <a:gd name="connsiteY59" fmla="*/ 321360 h 1465854"/>
                <a:gd name="connsiteX60" fmla="*/ 404628 w 910737"/>
                <a:gd name="connsiteY60" fmla="*/ 281461 h 1465854"/>
                <a:gd name="connsiteX61" fmla="*/ 376872 w 910737"/>
                <a:gd name="connsiteY61" fmla="*/ 215541 h 1465854"/>
                <a:gd name="connsiteX62" fmla="*/ 415036 w 910737"/>
                <a:gd name="connsiteY62" fmla="*/ 29057 h 1465854"/>
                <a:gd name="connsiteX63" fmla="*/ 302278 w 910737"/>
                <a:gd name="connsiteY63" fmla="*/ 6505 h 146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910737" h="1465854">
                  <a:moveTo>
                    <a:pt x="302278" y="6505"/>
                  </a:moveTo>
                  <a:lnTo>
                    <a:pt x="260645" y="157428"/>
                  </a:lnTo>
                  <a:lnTo>
                    <a:pt x="221613" y="338708"/>
                  </a:lnTo>
                  <a:lnTo>
                    <a:pt x="192122" y="479222"/>
                  </a:lnTo>
                  <a:lnTo>
                    <a:pt x="188653" y="563356"/>
                  </a:lnTo>
                  <a:lnTo>
                    <a:pt x="199061" y="601521"/>
                  </a:lnTo>
                  <a:lnTo>
                    <a:pt x="229419" y="624940"/>
                  </a:lnTo>
                  <a:lnTo>
                    <a:pt x="227684" y="658767"/>
                  </a:lnTo>
                  <a:lnTo>
                    <a:pt x="193857" y="696931"/>
                  </a:lnTo>
                  <a:lnTo>
                    <a:pt x="154825" y="754178"/>
                  </a:lnTo>
                  <a:lnTo>
                    <a:pt x="147019" y="779331"/>
                  </a:lnTo>
                  <a:lnTo>
                    <a:pt x="136611" y="788872"/>
                  </a:lnTo>
                  <a:lnTo>
                    <a:pt x="120998" y="795811"/>
                  </a:lnTo>
                  <a:lnTo>
                    <a:pt x="83701" y="841782"/>
                  </a:lnTo>
                  <a:lnTo>
                    <a:pt x="80232" y="868670"/>
                  </a:lnTo>
                  <a:lnTo>
                    <a:pt x="76762" y="878212"/>
                  </a:lnTo>
                  <a:lnTo>
                    <a:pt x="81966" y="886885"/>
                  </a:lnTo>
                  <a:lnTo>
                    <a:pt x="104518" y="886018"/>
                  </a:lnTo>
                  <a:lnTo>
                    <a:pt x="114059" y="905967"/>
                  </a:lnTo>
                  <a:lnTo>
                    <a:pt x="93242" y="956275"/>
                  </a:lnTo>
                  <a:lnTo>
                    <a:pt x="82834" y="992704"/>
                  </a:lnTo>
                  <a:lnTo>
                    <a:pt x="6505" y="1298886"/>
                  </a:lnTo>
                  <a:lnTo>
                    <a:pt x="186051" y="1337917"/>
                  </a:lnTo>
                  <a:lnTo>
                    <a:pt x="528662" y="1406439"/>
                  </a:lnTo>
                  <a:lnTo>
                    <a:pt x="830506" y="1459349"/>
                  </a:lnTo>
                  <a:lnTo>
                    <a:pt x="873007" y="1206077"/>
                  </a:lnTo>
                  <a:lnTo>
                    <a:pt x="905967" y="997041"/>
                  </a:lnTo>
                  <a:lnTo>
                    <a:pt x="882548" y="976224"/>
                  </a:lnTo>
                  <a:lnTo>
                    <a:pt x="879079" y="953673"/>
                  </a:lnTo>
                  <a:lnTo>
                    <a:pt x="872140" y="944131"/>
                  </a:lnTo>
                  <a:lnTo>
                    <a:pt x="853925" y="952805"/>
                  </a:lnTo>
                  <a:lnTo>
                    <a:pt x="847854" y="975357"/>
                  </a:lnTo>
                  <a:lnTo>
                    <a:pt x="820098" y="979694"/>
                  </a:lnTo>
                  <a:lnTo>
                    <a:pt x="786270" y="965816"/>
                  </a:lnTo>
                  <a:lnTo>
                    <a:pt x="753310" y="966683"/>
                  </a:lnTo>
                  <a:lnTo>
                    <a:pt x="731626" y="972755"/>
                  </a:lnTo>
                  <a:lnTo>
                    <a:pt x="702135" y="959744"/>
                  </a:lnTo>
                  <a:lnTo>
                    <a:pt x="681319" y="961479"/>
                  </a:lnTo>
                  <a:lnTo>
                    <a:pt x="660502" y="978826"/>
                  </a:lnTo>
                  <a:lnTo>
                    <a:pt x="643154" y="969285"/>
                  </a:lnTo>
                  <a:lnTo>
                    <a:pt x="637083" y="934591"/>
                  </a:lnTo>
                  <a:lnTo>
                    <a:pt x="643154" y="909437"/>
                  </a:lnTo>
                  <a:lnTo>
                    <a:pt x="621470" y="884283"/>
                  </a:lnTo>
                  <a:lnTo>
                    <a:pt x="592847" y="861731"/>
                  </a:lnTo>
                  <a:lnTo>
                    <a:pt x="569428" y="748106"/>
                  </a:lnTo>
                  <a:lnTo>
                    <a:pt x="568561" y="707340"/>
                  </a:lnTo>
                  <a:lnTo>
                    <a:pt x="565959" y="706472"/>
                  </a:lnTo>
                  <a:lnTo>
                    <a:pt x="564224" y="709942"/>
                  </a:lnTo>
                  <a:lnTo>
                    <a:pt x="519988" y="740300"/>
                  </a:lnTo>
                  <a:lnTo>
                    <a:pt x="505243" y="738565"/>
                  </a:lnTo>
                  <a:lnTo>
                    <a:pt x="480089" y="709074"/>
                  </a:lnTo>
                  <a:lnTo>
                    <a:pt x="478354" y="682186"/>
                  </a:lnTo>
                  <a:lnTo>
                    <a:pt x="539070" y="533866"/>
                  </a:lnTo>
                  <a:lnTo>
                    <a:pt x="535601" y="517386"/>
                  </a:lnTo>
                  <a:lnTo>
                    <a:pt x="506110" y="506977"/>
                  </a:lnTo>
                  <a:lnTo>
                    <a:pt x="500906" y="496569"/>
                  </a:lnTo>
                  <a:lnTo>
                    <a:pt x="478354" y="466211"/>
                  </a:lnTo>
                  <a:lnTo>
                    <a:pt x="438455" y="377739"/>
                  </a:lnTo>
                  <a:lnTo>
                    <a:pt x="410699" y="364729"/>
                  </a:lnTo>
                  <a:lnTo>
                    <a:pt x="393352" y="321360"/>
                  </a:lnTo>
                  <a:lnTo>
                    <a:pt x="404628" y="281461"/>
                  </a:lnTo>
                  <a:lnTo>
                    <a:pt x="376872" y="215541"/>
                  </a:lnTo>
                  <a:lnTo>
                    <a:pt x="415036" y="29057"/>
                  </a:lnTo>
                  <a:lnTo>
                    <a:pt x="302278" y="650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2" name="Freeform: Shape 119">
              <a:extLst>
                <a:ext uri="{FF2B5EF4-FFF2-40B4-BE49-F238E27FC236}">
                  <a16:creationId xmlns:a16="http://schemas.microsoft.com/office/drawing/2014/main" id="{08E8CCDD-A01E-2E4A-BE2E-EE09356DDCB1}"/>
                </a:ext>
              </a:extLst>
            </p:cNvPr>
            <p:cNvSpPr/>
            <p:nvPr/>
          </p:nvSpPr>
          <p:spPr>
            <a:xfrm>
              <a:off x="5229032" y="1711753"/>
              <a:ext cx="607159" cy="1084212"/>
            </a:xfrm>
            <a:custGeom>
              <a:avLst/>
              <a:gdLst>
                <a:gd name="connsiteX0" fmla="*/ 550346 w 607158"/>
                <a:gd name="connsiteY0" fmla="*/ 147019 h 1084211"/>
                <a:gd name="connsiteX1" fmla="*/ 543407 w 607158"/>
                <a:gd name="connsiteY1" fmla="*/ 124467 h 1084211"/>
                <a:gd name="connsiteX2" fmla="*/ 532131 w 607158"/>
                <a:gd name="connsiteY2" fmla="*/ 92375 h 1084211"/>
                <a:gd name="connsiteX3" fmla="*/ 518253 w 607158"/>
                <a:gd name="connsiteY3" fmla="*/ 76762 h 1084211"/>
                <a:gd name="connsiteX4" fmla="*/ 505243 w 607158"/>
                <a:gd name="connsiteY4" fmla="*/ 54211 h 1084211"/>
                <a:gd name="connsiteX5" fmla="*/ 501773 w 607158"/>
                <a:gd name="connsiteY5" fmla="*/ 6505 h 1084211"/>
                <a:gd name="connsiteX6" fmla="*/ 363862 w 607158"/>
                <a:gd name="connsiteY6" fmla="*/ 22118 h 1084211"/>
                <a:gd name="connsiteX7" fmla="*/ 212939 w 607158"/>
                <a:gd name="connsiteY7" fmla="*/ 30792 h 1084211"/>
                <a:gd name="connsiteX8" fmla="*/ 106253 w 607158"/>
                <a:gd name="connsiteY8" fmla="*/ 30792 h 1084211"/>
                <a:gd name="connsiteX9" fmla="*/ 107988 w 607158"/>
                <a:gd name="connsiteY9" fmla="*/ 49006 h 1084211"/>
                <a:gd name="connsiteX10" fmla="*/ 127070 w 607158"/>
                <a:gd name="connsiteY10" fmla="*/ 56813 h 1084211"/>
                <a:gd name="connsiteX11" fmla="*/ 136611 w 607158"/>
                <a:gd name="connsiteY11" fmla="*/ 68956 h 1084211"/>
                <a:gd name="connsiteX12" fmla="*/ 140080 w 607158"/>
                <a:gd name="connsiteY12" fmla="*/ 81099 h 1084211"/>
                <a:gd name="connsiteX13" fmla="*/ 173907 w 607158"/>
                <a:gd name="connsiteY13" fmla="*/ 110590 h 1084211"/>
                <a:gd name="connsiteX14" fmla="*/ 179979 w 607158"/>
                <a:gd name="connsiteY14" fmla="*/ 131406 h 1084211"/>
                <a:gd name="connsiteX15" fmla="*/ 173907 w 607158"/>
                <a:gd name="connsiteY15" fmla="*/ 160030 h 1084211"/>
                <a:gd name="connsiteX16" fmla="*/ 159162 w 607158"/>
                <a:gd name="connsiteY16" fmla="*/ 192122 h 1084211"/>
                <a:gd name="connsiteX17" fmla="*/ 152223 w 607158"/>
                <a:gd name="connsiteY17" fmla="*/ 215541 h 1084211"/>
                <a:gd name="connsiteX18" fmla="*/ 131407 w 607158"/>
                <a:gd name="connsiteY18" fmla="*/ 232021 h 1084211"/>
                <a:gd name="connsiteX19" fmla="*/ 114926 w 607158"/>
                <a:gd name="connsiteY19" fmla="*/ 237225 h 1084211"/>
                <a:gd name="connsiteX20" fmla="*/ 69823 w 607158"/>
                <a:gd name="connsiteY20" fmla="*/ 248501 h 1084211"/>
                <a:gd name="connsiteX21" fmla="*/ 58547 w 607158"/>
                <a:gd name="connsiteY21" fmla="*/ 284063 h 1084211"/>
                <a:gd name="connsiteX22" fmla="*/ 63751 w 607158"/>
                <a:gd name="connsiteY22" fmla="*/ 293604 h 1084211"/>
                <a:gd name="connsiteX23" fmla="*/ 80232 w 607158"/>
                <a:gd name="connsiteY23" fmla="*/ 309217 h 1084211"/>
                <a:gd name="connsiteX24" fmla="*/ 78497 w 607158"/>
                <a:gd name="connsiteY24" fmla="*/ 346514 h 1084211"/>
                <a:gd name="connsiteX25" fmla="*/ 60282 w 607158"/>
                <a:gd name="connsiteY25" fmla="*/ 360392 h 1084211"/>
                <a:gd name="connsiteX26" fmla="*/ 55945 w 607158"/>
                <a:gd name="connsiteY26" fmla="*/ 371668 h 1084211"/>
                <a:gd name="connsiteX27" fmla="*/ 55945 w 607158"/>
                <a:gd name="connsiteY27" fmla="*/ 395954 h 1084211"/>
                <a:gd name="connsiteX28" fmla="*/ 40333 w 607158"/>
                <a:gd name="connsiteY28" fmla="*/ 401158 h 1084211"/>
                <a:gd name="connsiteX29" fmla="*/ 28190 w 607158"/>
                <a:gd name="connsiteY29" fmla="*/ 411567 h 1084211"/>
                <a:gd name="connsiteX30" fmla="*/ 24720 w 607158"/>
                <a:gd name="connsiteY30" fmla="*/ 421975 h 1084211"/>
                <a:gd name="connsiteX31" fmla="*/ 28190 w 607158"/>
                <a:gd name="connsiteY31" fmla="*/ 439323 h 1084211"/>
                <a:gd name="connsiteX32" fmla="*/ 14312 w 607158"/>
                <a:gd name="connsiteY32" fmla="*/ 450598 h 1084211"/>
                <a:gd name="connsiteX33" fmla="*/ 6505 w 607158"/>
                <a:gd name="connsiteY33" fmla="*/ 474885 h 1084211"/>
                <a:gd name="connsiteX34" fmla="*/ 9107 w 607158"/>
                <a:gd name="connsiteY34" fmla="*/ 508712 h 1084211"/>
                <a:gd name="connsiteX35" fmla="*/ 29057 w 607158"/>
                <a:gd name="connsiteY35" fmla="*/ 569428 h 1084211"/>
                <a:gd name="connsiteX36" fmla="*/ 89773 w 607158"/>
                <a:gd name="connsiteY36" fmla="*/ 635348 h 1084211"/>
                <a:gd name="connsiteX37" fmla="*/ 139213 w 607158"/>
                <a:gd name="connsiteY37" fmla="*/ 667441 h 1084211"/>
                <a:gd name="connsiteX38" fmla="*/ 139213 w 607158"/>
                <a:gd name="connsiteY38" fmla="*/ 705605 h 1084211"/>
                <a:gd name="connsiteX39" fmla="*/ 145284 w 607158"/>
                <a:gd name="connsiteY39" fmla="*/ 716013 h 1084211"/>
                <a:gd name="connsiteX40" fmla="*/ 202531 w 607158"/>
                <a:gd name="connsiteY40" fmla="*/ 721218 h 1084211"/>
                <a:gd name="connsiteX41" fmla="*/ 225950 w 607158"/>
                <a:gd name="connsiteY41" fmla="*/ 733361 h 1084211"/>
                <a:gd name="connsiteX42" fmla="*/ 219878 w 607158"/>
                <a:gd name="connsiteY42" fmla="*/ 763719 h 1084211"/>
                <a:gd name="connsiteX43" fmla="*/ 200796 w 607158"/>
                <a:gd name="connsiteY43" fmla="*/ 817496 h 1084211"/>
                <a:gd name="connsiteX44" fmla="*/ 193857 w 607158"/>
                <a:gd name="connsiteY44" fmla="*/ 843517 h 1084211"/>
                <a:gd name="connsiteX45" fmla="*/ 211204 w 607158"/>
                <a:gd name="connsiteY45" fmla="*/ 875609 h 1084211"/>
                <a:gd name="connsiteX46" fmla="*/ 266716 w 607158"/>
                <a:gd name="connsiteY46" fmla="*/ 921580 h 1084211"/>
                <a:gd name="connsiteX47" fmla="*/ 308350 w 607158"/>
                <a:gd name="connsiteY47" fmla="*/ 928519 h 1084211"/>
                <a:gd name="connsiteX48" fmla="*/ 327432 w 607158"/>
                <a:gd name="connsiteY48" fmla="*/ 972755 h 1084211"/>
                <a:gd name="connsiteX49" fmla="*/ 344779 w 607158"/>
                <a:gd name="connsiteY49" fmla="*/ 1002245 h 1084211"/>
                <a:gd name="connsiteX50" fmla="*/ 336973 w 607158"/>
                <a:gd name="connsiteY50" fmla="*/ 1026532 h 1084211"/>
                <a:gd name="connsiteX51" fmla="*/ 349983 w 607158"/>
                <a:gd name="connsiteY51" fmla="*/ 1059492 h 1084211"/>
                <a:gd name="connsiteX52" fmla="*/ 364729 w 607158"/>
                <a:gd name="connsiteY52" fmla="*/ 1077706 h 1084211"/>
                <a:gd name="connsiteX53" fmla="*/ 378607 w 607158"/>
                <a:gd name="connsiteY53" fmla="*/ 1075104 h 1084211"/>
                <a:gd name="connsiteX54" fmla="*/ 387281 w 607158"/>
                <a:gd name="connsiteY54" fmla="*/ 1056022 h 1084211"/>
                <a:gd name="connsiteX55" fmla="*/ 408097 w 607158"/>
                <a:gd name="connsiteY55" fmla="*/ 1041277 h 1084211"/>
                <a:gd name="connsiteX56" fmla="*/ 432383 w 607158"/>
                <a:gd name="connsiteY56" fmla="*/ 1032603 h 1084211"/>
                <a:gd name="connsiteX57" fmla="*/ 485293 w 607158"/>
                <a:gd name="connsiteY57" fmla="*/ 1054287 h 1084211"/>
                <a:gd name="connsiteX58" fmla="*/ 489630 w 607158"/>
                <a:gd name="connsiteY58" fmla="*/ 1052553 h 1084211"/>
                <a:gd name="connsiteX59" fmla="*/ 489630 w 607158"/>
                <a:gd name="connsiteY59" fmla="*/ 1043012 h 1084211"/>
                <a:gd name="connsiteX60" fmla="*/ 479222 w 607158"/>
                <a:gd name="connsiteY60" fmla="*/ 1019593 h 1084211"/>
                <a:gd name="connsiteX61" fmla="*/ 482691 w 607158"/>
                <a:gd name="connsiteY61" fmla="*/ 995306 h 1084211"/>
                <a:gd name="connsiteX62" fmla="*/ 503508 w 607158"/>
                <a:gd name="connsiteY62" fmla="*/ 981428 h 1084211"/>
                <a:gd name="connsiteX63" fmla="*/ 532999 w 607158"/>
                <a:gd name="connsiteY63" fmla="*/ 971020 h 1084211"/>
                <a:gd name="connsiteX64" fmla="*/ 528662 w 607158"/>
                <a:gd name="connsiteY64" fmla="*/ 959744 h 1084211"/>
                <a:gd name="connsiteX65" fmla="*/ 521723 w 607158"/>
                <a:gd name="connsiteY65" fmla="*/ 942397 h 1084211"/>
                <a:gd name="connsiteX66" fmla="*/ 532131 w 607158"/>
                <a:gd name="connsiteY66" fmla="*/ 931121 h 1084211"/>
                <a:gd name="connsiteX67" fmla="*/ 540805 w 607158"/>
                <a:gd name="connsiteY67" fmla="*/ 907702 h 1084211"/>
                <a:gd name="connsiteX68" fmla="*/ 540805 w 607158"/>
                <a:gd name="connsiteY68" fmla="*/ 873007 h 1084211"/>
                <a:gd name="connsiteX69" fmla="*/ 544274 w 607158"/>
                <a:gd name="connsiteY69" fmla="*/ 830506 h 1084211"/>
                <a:gd name="connsiteX70" fmla="*/ 565959 w 607158"/>
                <a:gd name="connsiteY70" fmla="*/ 804485 h 1084211"/>
                <a:gd name="connsiteX71" fmla="*/ 581571 w 607158"/>
                <a:gd name="connsiteY71" fmla="*/ 771525 h 1084211"/>
                <a:gd name="connsiteX72" fmla="*/ 603255 w 607158"/>
                <a:gd name="connsiteY72" fmla="*/ 736830 h 1084211"/>
                <a:gd name="connsiteX73" fmla="*/ 598918 w 607158"/>
                <a:gd name="connsiteY73" fmla="*/ 690860 h 1084211"/>
                <a:gd name="connsiteX74" fmla="*/ 583306 w 607158"/>
                <a:gd name="connsiteY74" fmla="*/ 663104 h 1084211"/>
                <a:gd name="connsiteX75" fmla="*/ 580704 w 607158"/>
                <a:gd name="connsiteY75" fmla="*/ 634481 h 1084211"/>
                <a:gd name="connsiteX76" fmla="*/ 587643 w 607158"/>
                <a:gd name="connsiteY76" fmla="*/ 588510 h 1084211"/>
                <a:gd name="connsiteX77" fmla="*/ 581571 w 607158"/>
                <a:gd name="connsiteY77" fmla="*/ 526059 h 1084211"/>
                <a:gd name="connsiteX78" fmla="*/ 572030 w 607158"/>
                <a:gd name="connsiteY78" fmla="*/ 389015 h 1084211"/>
                <a:gd name="connsiteX79" fmla="*/ 559887 w 607158"/>
                <a:gd name="connsiteY79" fmla="*/ 256308 h 1084211"/>
                <a:gd name="connsiteX80" fmla="*/ 552081 w 607158"/>
                <a:gd name="connsiteY80" fmla="*/ 154825 h 1084211"/>
                <a:gd name="connsiteX81" fmla="*/ 550346 w 607158"/>
                <a:gd name="connsiteY81" fmla="*/ 147019 h 1084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607158" h="1084211">
                  <a:moveTo>
                    <a:pt x="550346" y="147019"/>
                  </a:moveTo>
                  <a:lnTo>
                    <a:pt x="543407" y="124467"/>
                  </a:lnTo>
                  <a:lnTo>
                    <a:pt x="532131" y="92375"/>
                  </a:lnTo>
                  <a:lnTo>
                    <a:pt x="518253" y="76762"/>
                  </a:lnTo>
                  <a:lnTo>
                    <a:pt x="505243" y="54211"/>
                  </a:lnTo>
                  <a:lnTo>
                    <a:pt x="501773" y="6505"/>
                  </a:lnTo>
                  <a:lnTo>
                    <a:pt x="363862" y="22118"/>
                  </a:lnTo>
                  <a:lnTo>
                    <a:pt x="212939" y="30792"/>
                  </a:lnTo>
                  <a:lnTo>
                    <a:pt x="106253" y="30792"/>
                  </a:lnTo>
                  <a:lnTo>
                    <a:pt x="107988" y="49006"/>
                  </a:lnTo>
                  <a:lnTo>
                    <a:pt x="127070" y="56813"/>
                  </a:lnTo>
                  <a:lnTo>
                    <a:pt x="136611" y="68956"/>
                  </a:lnTo>
                  <a:lnTo>
                    <a:pt x="140080" y="81099"/>
                  </a:lnTo>
                  <a:lnTo>
                    <a:pt x="173907" y="110590"/>
                  </a:lnTo>
                  <a:lnTo>
                    <a:pt x="179979" y="131406"/>
                  </a:lnTo>
                  <a:lnTo>
                    <a:pt x="173907" y="160030"/>
                  </a:lnTo>
                  <a:lnTo>
                    <a:pt x="159162" y="192122"/>
                  </a:lnTo>
                  <a:lnTo>
                    <a:pt x="152223" y="215541"/>
                  </a:lnTo>
                  <a:lnTo>
                    <a:pt x="131407" y="232021"/>
                  </a:lnTo>
                  <a:lnTo>
                    <a:pt x="114926" y="237225"/>
                  </a:lnTo>
                  <a:lnTo>
                    <a:pt x="69823" y="248501"/>
                  </a:lnTo>
                  <a:lnTo>
                    <a:pt x="58547" y="284063"/>
                  </a:lnTo>
                  <a:lnTo>
                    <a:pt x="63751" y="293604"/>
                  </a:lnTo>
                  <a:lnTo>
                    <a:pt x="80232" y="309217"/>
                  </a:lnTo>
                  <a:lnTo>
                    <a:pt x="78497" y="346514"/>
                  </a:lnTo>
                  <a:lnTo>
                    <a:pt x="60282" y="360392"/>
                  </a:lnTo>
                  <a:lnTo>
                    <a:pt x="55945" y="371668"/>
                  </a:lnTo>
                  <a:lnTo>
                    <a:pt x="55945" y="395954"/>
                  </a:lnTo>
                  <a:lnTo>
                    <a:pt x="40333" y="401158"/>
                  </a:lnTo>
                  <a:lnTo>
                    <a:pt x="28190" y="411567"/>
                  </a:lnTo>
                  <a:lnTo>
                    <a:pt x="24720" y="421975"/>
                  </a:lnTo>
                  <a:lnTo>
                    <a:pt x="28190" y="439323"/>
                  </a:lnTo>
                  <a:lnTo>
                    <a:pt x="14312" y="450598"/>
                  </a:lnTo>
                  <a:lnTo>
                    <a:pt x="6505" y="474885"/>
                  </a:lnTo>
                  <a:lnTo>
                    <a:pt x="9107" y="508712"/>
                  </a:lnTo>
                  <a:lnTo>
                    <a:pt x="29057" y="569428"/>
                  </a:lnTo>
                  <a:lnTo>
                    <a:pt x="89773" y="635348"/>
                  </a:lnTo>
                  <a:lnTo>
                    <a:pt x="139213" y="667441"/>
                  </a:lnTo>
                  <a:lnTo>
                    <a:pt x="139213" y="705605"/>
                  </a:lnTo>
                  <a:lnTo>
                    <a:pt x="145284" y="716013"/>
                  </a:lnTo>
                  <a:lnTo>
                    <a:pt x="202531" y="721218"/>
                  </a:lnTo>
                  <a:lnTo>
                    <a:pt x="225950" y="733361"/>
                  </a:lnTo>
                  <a:lnTo>
                    <a:pt x="219878" y="763719"/>
                  </a:lnTo>
                  <a:lnTo>
                    <a:pt x="200796" y="817496"/>
                  </a:lnTo>
                  <a:lnTo>
                    <a:pt x="193857" y="843517"/>
                  </a:lnTo>
                  <a:lnTo>
                    <a:pt x="211204" y="875609"/>
                  </a:lnTo>
                  <a:lnTo>
                    <a:pt x="266716" y="921580"/>
                  </a:lnTo>
                  <a:lnTo>
                    <a:pt x="308350" y="928519"/>
                  </a:lnTo>
                  <a:lnTo>
                    <a:pt x="327432" y="972755"/>
                  </a:lnTo>
                  <a:lnTo>
                    <a:pt x="344779" y="1002245"/>
                  </a:lnTo>
                  <a:lnTo>
                    <a:pt x="336973" y="1026532"/>
                  </a:lnTo>
                  <a:lnTo>
                    <a:pt x="349983" y="1059492"/>
                  </a:lnTo>
                  <a:lnTo>
                    <a:pt x="364729" y="1077706"/>
                  </a:lnTo>
                  <a:lnTo>
                    <a:pt x="378607" y="1075104"/>
                  </a:lnTo>
                  <a:lnTo>
                    <a:pt x="387281" y="1056022"/>
                  </a:lnTo>
                  <a:lnTo>
                    <a:pt x="408097" y="1041277"/>
                  </a:lnTo>
                  <a:lnTo>
                    <a:pt x="432383" y="1032603"/>
                  </a:lnTo>
                  <a:lnTo>
                    <a:pt x="485293" y="1054287"/>
                  </a:lnTo>
                  <a:lnTo>
                    <a:pt x="489630" y="1052553"/>
                  </a:lnTo>
                  <a:lnTo>
                    <a:pt x="489630" y="1043012"/>
                  </a:lnTo>
                  <a:lnTo>
                    <a:pt x="479222" y="1019593"/>
                  </a:lnTo>
                  <a:lnTo>
                    <a:pt x="482691" y="995306"/>
                  </a:lnTo>
                  <a:lnTo>
                    <a:pt x="503508" y="981428"/>
                  </a:lnTo>
                  <a:lnTo>
                    <a:pt x="532999" y="971020"/>
                  </a:lnTo>
                  <a:lnTo>
                    <a:pt x="528662" y="959744"/>
                  </a:lnTo>
                  <a:lnTo>
                    <a:pt x="521723" y="942397"/>
                  </a:lnTo>
                  <a:lnTo>
                    <a:pt x="532131" y="931121"/>
                  </a:lnTo>
                  <a:lnTo>
                    <a:pt x="540805" y="907702"/>
                  </a:lnTo>
                  <a:lnTo>
                    <a:pt x="540805" y="873007"/>
                  </a:lnTo>
                  <a:lnTo>
                    <a:pt x="544274" y="830506"/>
                  </a:lnTo>
                  <a:lnTo>
                    <a:pt x="565959" y="804485"/>
                  </a:lnTo>
                  <a:lnTo>
                    <a:pt x="581571" y="771525"/>
                  </a:lnTo>
                  <a:lnTo>
                    <a:pt x="603255" y="736830"/>
                  </a:lnTo>
                  <a:lnTo>
                    <a:pt x="598918" y="690860"/>
                  </a:lnTo>
                  <a:lnTo>
                    <a:pt x="583306" y="663104"/>
                  </a:lnTo>
                  <a:lnTo>
                    <a:pt x="580704" y="634481"/>
                  </a:lnTo>
                  <a:lnTo>
                    <a:pt x="587643" y="588510"/>
                  </a:lnTo>
                  <a:lnTo>
                    <a:pt x="581571" y="526059"/>
                  </a:lnTo>
                  <a:lnTo>
                    <a:pt x="572030" y="389015"/>
                  </a:lnTo>
                  <a:lnTo>
                    <a:pt x="559887" y="256308"/>
                  </a:lnTo>
                  <a:lnTo>
                    <a:pt x="552081" y="154825"/>
                  </a:lnTo>
                  <a:lnTo>
                    <a:pt x="550346" y="14701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3" name="Freeform: Shape 120">
              <a:extLst>
                <a:ext uri="{FF2B5EF4-FFF2-40B4-BE49-F238E27FC236}">
                  <a16:creationId xmlns:a16="http://schemas.microsoft.com/office/drawing/2014/main" id="{AF098BB9-FE43-994C-B169-6429475CD64A}"/>
                </a:ext>
              </a:extLst>
            </p:cNvPr>
            <p:cNvSpPr/>
            <p:nvPr/>
          </p:nvSpPr>
          <p:spPr>
            <a:xfrm>
              <a:off x="5772005" y="1816705"/>
              <a:ext cx="459706" cy="797980"/>
            </a:xfrm>
            <a:custGeom>
              <a:avLst/>
              <a:gdLst>
                <a:gd name="connsiteX0" fmla="*/ 43803 w 459705"/>
                <a:gd name="connsiteY0" fmla="*/ 57680 h 797979"/>
                <a:gd name="connsiteX1" fmla="*/ 56813 w 459705"/>
                <a:gd name="connsiteY1" fmla="*/ 66354 h 797979"/>
                <a:gd name="connsiteX2" fmla="*/ 66354 w 459705"/>
                <a:gd name="connsiteY2" fmla="*/ 63752 h 797979"/>
                <a:gd name="connsiteX3" fmla="*/ 84569 w 459705"/>
                <a:gd name="connsiteY3" fmla="*/ 47272 h 797979"/>
                <a:gd name="connsiteX4" fmla="*/ 106253 w 459705"/>
                <a:gd name="connsiteY4" fmla="*/ 31659 h 797979"/>
                <a:gd name="connsiteX5" fmla="*/ 230287 w 459705"/>
                <a:gd name="connsiteY5" fmla="*/ 22118 h 797979"/>
                <a:gd name="connsiteX6" fmla="*/ 389883 w 459705"/>
                <a:gd name="connsiteY6" fmla="*/ 6505 h 797979"/>
                <a:gd name="connsiteX7" fmla="*/ 403761 w 459705"/>
                <a:gd name="connsiteY7" fmla="*/ 140948 h 797979"/>
                <a:gd name="connsiteX8" fmla="*/ 446262 w 459705"/>
                <a:gd name="connsiteY8" fmla="*/ 510447 h 797979"/>
                <a:gd name="connsiteX9" fmla="*/ 441058 w 459705"/>
                <a:gd name="connsiteY9" fmla="*/ 535601 h 797979"/>
                <a:gd name="connsiteX10" fmla="*/ 452333 w 459705"/>
                <a:gd name="connsiteY10" fmla="*/ 549478 h 797979"/>
                <a:gd name="connsiteX11" fmla="*/ 454068 w 459705"/>
                <a:gd name="connsiteY11" fmla="*/ 560754 h 797979"/>
                <a:gd name="connsiteX12" fmla="*/ 434119 w 459705"/>
                <a:gd name="connsiteY12" fmla="*/ 574632 h 797979"/>
                <a:gd name="connsiteX13" fmla="*/ 402893 w 459705"/>
                <a:gd name="connsiteY13" fmla="*/ 589377 h 797979"/>
                <a:gd name="connsiteX14" fmla="*/ 375137 w 459705"/>
                <a:gd name="connsiteY14" fmla="*/ 592847 h 797979"/>
                <a:gd name="connsiteX15" fmla="*/ 370800 w 459705"/>
                <a:gd name="connsiteY15" fmla="*/ 634481 h 797979"/>
                <a:gd name="connsiteX16" fmla="*/ 330034 w 459705"/>
                <a:gd name="connsiteY16" fmla="*/ 665706 h 797979"/>
                <a:gd name="connsiteX17" fmla="*/ 304881 w 459705"/>
                <a:gd name="connsiteY17" fmla="*/ 700401 h 797979"/>
                <a:gd name="connsiteX18" fmla="*/ 306615 w 459705"/>
                <a:gd name="connsiteY18" fmla="*/ 721218 h 797979"/>
                <a:gd name="connsiteX19" fmla="*/ 302279 w 459705"/>
                <a:gd name="connsiteY19" fmla="*/ 733361 h 797979"/>
                <a:gd name="connsiteX20" fmla="*/ 271921 w 459705"/>
                <a:gd name="connsiteY20" fmla="*/ 733361 h 797979"/>
                <a:gd name="connsiteX21" fmla="*/ 259777 w 459705"/>
                <a:gd name="connsiteY21" fmla="*/ 718615 h 797979"/>
                <a:gd name="connsiteX22" fmla="*/ 214674 w 459705"/>
                <a:gd name="connsiteY22" fmla="*/ 744637 h 797979"/>
                <a:gd name="connsiteX23" fmla="*/ 216409 w 459705"/>
                <a:gd name="connsiteY23" fmla="*/ 771525 h 797979"/>
                <a:gd name="connsiteX24" fmla="*/ 208603 w 459705"/>
                <a:gd name="connsiteY24" fmla="*/ 773260 h 797979"/>
                <a:gd name="connsiteX25" fmla="*/ 204266 w 459705"/>
                <a:gd name="connsiteY25" fmla="*/ 765454 h 797979"/>
                <a:gd name="connsiteX26" fmla="*/ 183449 w 459705"/>
                <a:gd name="connsiteY26" fmla="*/ 750708 h 797979"/>
                <a:gd name="connsiteX27" fmla="*/ 152224 w 459705"/>
                <a:gd name="connsiteY27" fmla="*/ 763719 h 797979"/>
                <a:gd name="connsiteX28" fmla="*/ 140080 w 459705"/>
                <a:gd name="connsiteY28" fmla="*/ 788872 h 797979"/>
                <a:gd name="connsiteX29" fmla="*/ 129672 w 459705"/>
                <a:gd name="connsiteY29" fmla="*/ 783668 h 797979"/>
                <a:gd name="connsiteX30" fmla="*/ 115794 w 459705"/>
                <a:gd name="connsiteY30" fmla="*/ 768056 h 797979"/>
                <a:gd name="connsiteX31" fmla="*/ 77630 w 459705"/>
                <a:gd name="connsiteY31" fmla="*/ 772392 h 797979"/>
                <a:gd name="connsiteX32" fmla="*/ 28190 w 459705"/>
                <a:gd name="connsiteY32" fmla="*/ 781066 h 797979"/>
                <a:gd name="connsiteX33" fmla="*/ 6505 w 459705"/>
                <a:gd name="connsiteY33" fmla="*/ 792342 h 797979"/>
                <a:gd name="connsiteX34" fmla="*/ 6505 w 459705"/>
                <a:gd name="connsiteY34" fmla="*/ 769790 h 797979"/>
                <a:gd name="connsiteX35" fmla="*/ 9975 w 459705"/>
                <a:gd name="connsiteY35" fmla="*/ 729024 h 797979"/>
                <a:gd name="connsiteX36" fmla="*/ 29924 w 459705"/>
                <a:gd name="connsiteY36" fmla="*/ 703870 h 797979"/>
                <a:gd name="connsiteX37" fmla="*/ 45537 w 459705"/>
                <a:gd name="connsiteY37" fmla="*/ 670043 h 797979"/>
                <a:gd name="connsiteX38" fmla="*/ 68956 w 459705"/>
                <a:gd name="connsiteY38" fmla="*/ 633613 h 797979"/>
                <a:gd name="connsiteX39" fmla="*/ 64619 w 459705"/>
                <a:gd name="connsiteY39" fmla="*/ 583306 h 797979"/>
                <a:gd name="connsiteX40" fmla="*/ 49007 w 459705"/>
                <a:gd name="connsiteY40" fmla="*/ 556418 h 797979"/>
                <a:gd name="connsiteX41" fmla="*/ 46405 w 459705"/>
                <a:gd name="connsiteY41" fmla="*/ 528662 h 797979"/>
                <a:gd name="connsiteX42" fmla="*/ 53343 w 459705"/>
                <a:gd name="connsiteY42" fmla="*/ 482691 h 797979"/>
                <a:gd name="connsiteX43" fmla="*/ 47272 w 459705"/>
                <a:gd name="connsiteY43" fmla="*/ 421108 h 797979"/>
                <a:gd name="connsiteX44" fmla="*/ 39466 w 459705"/>
                <a:gd name="connsiteY44" fmla="*/ 311819 h 797979"/>
                <a:gd name="connsiteX45" fmla="*/ 17781 w 459705"/>
                <a:gd name="connsiteY45" fmla="*/ 50741 h 797979"/>
                <a:gd name="connsiteX46" fmla="*/ 43803 w 459705"/>
                <a:gd name="connsiteY46" fmla="*/ 57680 h 79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59705" h="797979">
                  <a:moveTo>
                    <a:pt x="43803" y="57680"/>
                  </a:moveTo>
                  <a:lnTo>
                    <a:pt x="56813" y="66354"/>
                  </a:lnTo>
                  <a:lnTo>
                    <a:pt x="66354" y="63752"/>
                  </a:lnTo>
                  <a:lnTo>
                    <a:pt x="84569" y="47272"/>
                  </a:lnTo>
                  <a:lnTo>
                    <a:pt x="106253" y="31659"/>
                  </a:lnTo>
                  <a:lnTo>
                    <a:pt x="230287" y="22118"/>
                  </a:lnTo>
                  <a:lnTo>
                    <a:pt x="389883" y="6505"/>
                  </a:lnTo>
                  <a:lnTo>
                    <a:pt x="403761" y="140948"/>
                  </a:lnTo>
                  <a:lnTo>
                    <a:pt x="446262" y="510447"/>
                  </a:lnTo>
                  <a:lnTo>
                    <a:pt x="441058" y="535601"/>
                  </a:lnTo>
                  <a:lnTo>
                    <a:pt x="452333" y="549478"/>
                  </a:lnTo>
                  <a:lnTo>
                    <a:pt x="454068" y="560754"/>
                  </a:lnTo>
                  <a:lnTo>
                    <a:pt x="434119" y="574632"/>
                  </a:lnTo>
                  <a:lnTo>
                    <a:pt x="402893" y="589377"/>
                  </a:lnTo>
                  <a:lnTo>
                    <a:pt x="375137" y="592847"/>
                  </a:lnTo>
                  <a:lnTo>
                    <a:pt x="370800" y="634481"/>
                  </a:lnTo>
                  <a:lnTo>
                    <a:pt x="330034" y="665706"/>
                  </a:lnTo>
                  <a:lnTo>
                    <a:pt x="304881" y="700401"/>
                  </a:lnTo>
                  <a:lnTo>
                    <a:pt x="306615" y="721218"/>
                  </a:lnTo>
                  <a:lnTo>
                    <a:pt x="302279" y="733361"/>
                  </a:lnTo>
                  <a:lnTo>
                    <a:pt x="271921" y="733361"/>
                  </a:lnTo>
                  <a:lnTo>
                    <a:pt x="259777" y="718615"/>
                  </a:lnTo>
                  <a:lnTo>
                    <a:pt x="214674" y="744637"/>
                  </a:lnTo>
                  <a:lnTo>
                    <a:pt x="216409" y="771525"/>
                  </a:lnTo>
                  <a:lnTo>
                    <a:pt x="208603" y="773260"/>
                  </a:lnTo>
                  <a:lnTo>
                    <a:pt x="204266" y="765454"/>
                  </a:lnTo>
                  <a:lnTo>
                    <a:pt x="183449" y="750708"/>
                  </a:lnTo>
                  <a:lnTo>
                    <a:pt x="152224" y="763719"/>
                  </a:lnTo>
                  <a:lnTo>
                    <a:pt x="140080" y="788872"/>
                  </a:lnTo>
                  <a:lnTo>
                    <a:pt x="129672" y="783668"/>
                  </a:lnTo>
                  <a:lnTo>
                    <a:pt x="115794" y="768056"/>
                  </a:lnTo>
                  <a:lnTo>
                    <a:pt x="77630" y="772392"/>
                  </a:lnTo>
                  <a:lnTo>
                    <a:pt x="28190" y="781066"/>
                  </a:lnTo>
                  <a:lnTo>
                    <a:pt x="6505" y="792342"/>
                  </a:lnTo>
                  <a:lnTo>
                    <a:pt x="6505" y="769790"/>
                  </a:lnTo>
                  <a:lnTo>
                    <a:pt x="9975" y="729024"/>
                  </a:lnTo>
                  <a:lnTo>
                    <a:pt x="29924" y="703870"/>
                  </a:lnTo>
                  <a:lnTo>
                    <a:pt x="45537" y="670043"/>
                  </a:lnTo>
                  <a:lnTo>
                    <a:pt x="68956" y="633613"/>
                  </a:lnTo>
                  <a:lnTo>
                    <a:pt x="64619" y="583306"/>
                  </a:lnTo>
                  <a:lnTo>
                    <a:pt x="49007" y="556418"/>
                  </a:lnTo>
                  <a:lnTo>
                    <a:pt x="46405" y="528662"/>
                  </a:lnTo>
                  <a:lnTo>
                    <a:pt x="53343" y="482691"/>
                  </a:lnTo>
                  <a:lnTo>
                    <a:pt x="47272" y="421108"/>
                  </a:lnTo>
                  <a:lnTo>
                    <a:pt x="39466" y="311819"/>
                  </a:lnTo>
                  <a:lnTo>
                    <a:pt x="17781" y="50741"/>
                  </a:lnTo>
                  <a:lnTo>
                    <a:pt x="43803" y="5768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4" name="Freeform: Shape 121">
              <a:extLst>
                <a:ext uri="{FF2B5EF4-FFF2-40B4-BE49-F238E27FC236}">
                  <a16:creationId xmlns:a16="http://schemas.microsoft.com/office/drawing/2014/main" id="{81297852-99A1-4242-B239-F6D586D320B2}"/>
                </a:ext>
              </a:extLst>
            </p:cNvPr>
            <p:cNvSpPr/>
            <p:nvPr/>
          </p:nvSpPr>
          <p:spPr>
            <a:xfrm>
              <a:off x="3663431" y="2220899"/>
              <a:ext cx="1127580" cy="607159"/>
            </a:xfrm>
            <a:custGeom>
              <a:avLst/>
              <a:gdLst>
                <a:gd name="connsiteX0" fmla="*/ 964081 w 1127580"/>
                <a:gd name="connsiteY0" fmla="*/ 29924 h 607158"/>
                <a:gd name="connsiteX1" fmla="*/ 584173 w 1127580"/>
                <a:gd name="connsiteY1" fmla="*/ 24720 h 607158"/>
                <a:gd name="connsiteX2" fmla="*/ 232021 w 1127580"/>
                <a:gd name="connsiteY2" fmla="*/ 14312 h 607158"/>
                <a:gd name="connsiteX3" fmla="*/ 43802 w 1127580"/>
                <a:gd name="connsiteY3" fmla="*/ 6505 h 607158"/>
                <a:gd name="connsiteX4" fmla="*/ 6505 w 1127580"/>
                <a:gd name="connsiteY4" fmla="*/ 568561 h 607158"/>
                <a:gd name="connsiteX5" fmla="*/ 217276 w 1127580"/>
                <a:gd name="connsiteY5" fmla="*/ 577234 h 607158"/>
                <a:gd name="connsiteX6" fmla="*/ 604990 w 1127580"/>
                <a:gd name="connsiteY6" fmla="*/ 595449 h 607158"/>
                <a:gd name="connsiteX7" fmla="*/ 1006582 w 1127580"/>
                <a:gd name="connsiteY7" fmla="*/ 600653 h 607158"/>
                <a:gd name="connsiteX8" fmla="*/ 1115871 w 1127580"/>
                <a:gd name="connsiteY8" fmla="*/ 598051 h 607158"/>
                <a:gd name="connsiteX9" fmla="*/ 1121942 w 1127580"/>
                <a:gd name="connsiteY9" fmla="*/ 294472 h 607158"/>
                <a:gd name="connsiteX10" fmla="*/ 1111534 w 1127580"/>
                <a:gd name="connsiteY10" fmla="*/ 198194 h 607158"/>
                <a:gd name="connsiteX11" fmla="*/ 1089850 w 1127580"/>
                <a:gd name="connsiteY11" fmla="*/ 180847 h 607158"/>
                <a:gd name="connsiteX12" fmla="*/ 1069033 w 1127580"/>
                <a:gd name="connsiteY12" fmla="*/ 154825 h 607158"/>
                <a:gd name="connsiteX13" fmla="*/ 1049083 w 1127580"/>
                <a:gd name="connsiteY13" fmla="*/ 123600 h 607158"/>
                <a:gd name="connsiteX14" fmla="*/ 1054287 w 1127580"/>
                <a:gd name="connsiteY14" fmla="*/ 97579 h 607158"/>
                <a:gd name="connsiteX15" fmla="*/ 1069033 w 1127580"/>
                <a:gd name="connsiteY15" fmla="*/ 85436 h 607158"/>
                <a:gd name="connsiteX16" fmla="*/ 1069033 w 1127580"/>
                <a:gd name="connsiteY16" fmla="*/ 67221 h 607158"/>
                <a:gd name="connsiteX17" fmla="*/ 1062094 w 1127580"/>
                <a:gd name="connsiteY17" fmla="*/ 61150 h 607158"/>
                <a:gd name="connsiteX18" fmla="*/ 1039542 w 1127580"/>
                <a:gd name="connsiteY18" fmla="*/ 59415 h 607158"/>
                <a:gd name="connsiteX19" fmla="*/ 1009184 w 1127580"/>
                <a:gd name="connsiteY19" fmla="*/ 29924 h 607158"/>
                <a:gd name="connsiteX20" fmla="*/ 964081 w 1127580"/>
                <a:gd name="connsiteY20" fmla="*/ 29924 h 607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7580" h="607158">
                  <a:moveTo>
                    <a:pt x="964081" y="29924"/>
                  </a:moveTo>
                  <a:lnTo>
                    <a:pt x="584173" y="24720"/>
                  </a:lnTo>
                  <a:lnTo>
                    <a:pt x="232021" y="14312"/>
                  </a:lnTo>
                  <a:lnTo>
                    <a:pt x="43802" y="6505"/>
                  </a:lnTo>
                  <a:lnTo>
                    <a:pt x="6505" y="568561"/>
                  </a:lnTo>
                  <a:lnTo>
                    <a:pt x="217276" y="577234"/>
                  </a:lnTo>
                  <a:lnTo>
                    <a:pt x="604990" y="595449"/>
                  </a:lnTo>
                  <a:lnTo>
                    <a:pt x="1006582" y="600653"/>
                  </a:lnTo>
                  <a:lnTo>
                    <a:pt x="1115871" y="598051"/>
                  </a:lnTo>
                  <a:lnTo>
                    <a:pt x="1121942" y="294472"/>
                  </a:lnTo>
                  <a:lnTo>
                    <a:pt x="1111534" y="198194"/>
                  </a:lnTo>
                  <a:lnTo>
                    <a:pt x="1089850" y="180847"/>
                  </a:lnTo>
                  <a:lnTo>
                    <a:pt x="1069033" y="154825"/>
                  </a:lnTo>
                  <a:lnTo>
                    <a:pt x="1049083" y="123600"/>
                  </a:lnTo>
                  <a:lnTo>
                    <a:pt x="1054287" y="97579"/>
                  </a:lnTo>
                  <a:lnTo>
                    <a:pt x="1069033" y="85436"/>
                  </a:lnTo>
                  <a:lnTo>
                    <a:pt x="1069033" y="67221"/>
                  </a:lnTo>
                  <a:lnTo>
                    <a:pt x="1062094" y="61150"/>
                  </a:lnTo>
                  <a:lnTo>
                    <a:pt x="1039542" y="59415"/>
                  </a:lnTo>
                  <a:lnTo>
                    <a:pt x="1009184" y="29924"/>
                  </a:lnTo>
                  <a:lnTo>
                    <a:pt x="964081" y="2992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5" name="Freeform: Shape 122">
              <a:extLst>
                <a:ext uri="{FF2B5EF4-FFF2-40B4-BE49-F238E27FC236}">
                  <a16:creationId xmlns:a16="http://schemas.microsoft.com/office/drawing/2014/main" id="{DFE6BEA6-3348-3443-AE3E-D1456E729C10}"/>
                </a:ext>
              </a:extLst>
            </p:cNvPr>
            <p:cNvSpPr/>
            <p:nvPr/>
          </p:nvSpPr>
          <p:spPr>
            <a:xfrm>
              <a:off x="5576847" y="2316310"/>
              <a:ext cx="1092885" cy="563790"/>
            </a:xfrm>
            <a:custGeom>
              <a:avLst/>
              <a:gdLst>
                <a:gd name="connsiteX0" fmla="*/ 102784 w 1092885"/>
                <a:gd name="connsiteY0" fmla="*/ 561622 h 563790"/>
                <a:gd name="connsiteX1" fmla="*/ 212072 w 1092885"/>
                <a:gd name="connsiteY1" fmla="*/ 555550 h 563790"/>
                <a:gd name="connsiteX2" fmla="*/ 212940 w 1092885"/>
                <a:gd name="connsiteY2" fmla="*/ 519988 h 563790"/>
                <a:gd name="connsiteX3" fmla="*/ 250236 w 1092885"/>
                <a:gd name="connsiteY3" fmla="*/ 519988 h 563790"/>
                <a:gd name="connsiteX4" fmla="*/ 513916 w 1092885"/>
                <a:gd name="connsiteY4" fmla="*/ 492232 h 563790"/>
                <a:gd name="connsiteX5" fmla="*/ 905100 w 1092885"/>
                <a:gd name="connsiteY5" fmla="*/ 454935 h 563790"/>
                <a:gd name="connsiteX6" fmla="*/ 953673 w 1092885"/>
                <a:gd name="connsiteY6" fmla="*/ 423710 h 563790"/>
                <a:gd name="connsiteX7" fmla="*/ 987500 w 1092885"/>
                <a:gd name="connsiteY7" fmla="*/ 405495 h 563790"/>
                <a:gd name="connsiteX8" fmla="*/ 988368 w 1092885"/>
                <a:gd name="connsiteY8" fmla="*/ 389015 h 563790"/>
                <a:gd name="connsiteX9" fmla="*/ 1040410 w 1092885"/>
                <a:gd name="connsiteY9" fmla="*/ 321361 h 563790"/>
                <a:gd name="connsiteX10" fmla="*/ 1075972 w 1092885"/>
                <a:gd name="connsiteY10" fmla="*/ 290135 h 563790"/>
                <a:gd name="connsiteX11" fmla="*/ 1094187 w 1092885"/>
                <a:gd name="connsiteY11" fmla="*/ 269318 h 563790"/>
                <a:gd name="connsiteX12" fmla="*/ 1065564 w 1092885"/>
                <a:gd name="connsiteY12" fmla="*/ 251971 h 563790"/>
                <a:gd name="connsiteX13" fmla="*/ 1043879 w 1092885"/>
                <a:gd name="connsiteY13" fmla="*/ 228552 h 563790"/>
                <a:gd name="connsiteX14" fmla="*/ 1017858 w 1092885"/>
                <a:gd name="connsiteY14" fmla="*/ 195592 h 563790"/>
                <a:gd name="connsiteX15" fmla="*/ 1013521 w 1092885"/>
                <a:gd name="connsiteY15" fmla="*/ 176510 h 563790"/>
                <a:gd name="connsiteX16" fmla="*/ 990970 w 1092885"/>
                <a:gd name="connsiteY16" fmla="*/ 164367 h 563790"/>
                <a:gd name="connsiteX17" fmla="*/ 983163 w 1092885"/>
                <a:gd name="connsiteY17" fmla="*/ 147887 h 563790"/>
                <a:gd name="connsiteX18" fmla="*/ 981429 w 1092885"/>
                <a:gd name="connsiteY18" fmla="*/ 94977 h 563790"/>
                <a:gd name="connsiteX19" fmla="*/ 958877 w 1092885"/>
                <a:gd name="connsiteY19" fmla="*/ 77630 h 563790"/>
                <a:gd name="connsiteX20" fmla="*/ 942397 w 1092885"/>
                <a:gd name="connsiteY20" fmla="*/ 68089 h 563790"/>
                <a:gd name="connsiteX21" fmla="*/ 938060 w 1092885"/>
                <a:gd name="connsiteY21" fmla="*/ 48139 h 563790"/>
                <a:gd name="connsiteX22" fmla="*/ 926784 w 1092885"/>
                <a:gd name="connsiteY22" fmla="*/ 49874 h 563790"/>
                <a:gd name="connsiteX23" fmla="*/ 909437 w 1092885"/>
                <a:gd name="connsiteY23" fmla="*/ 60282 h 563790"/>
                <a:gd name="connsiteX24" fmla="*/ 887753 w 1092885"/>
                <a:gd name="connsiteY24" fmla="*/ 83701 h 563790"/>
                <a:gd name="connsiteX25" fmla="*/ 871273 w 1092885"/>
                <a:gd name="connsiteY25" fmla="*/ 68956 h 563790"/>
                <a:gd name="connsiteX26" fmla="*/ 849588 w 1092885"/>
                <a:gd name="connsiteY26" fmla="*/ 64619 h 563790"/>
                <a:gd name="connsiteX27" fmla="*/ 828772 w 1092885"/>
                <a:gd name="connsiteY27" fmla="*/ 76762 h 563790"/>
                <a:gd name="connsiteX28" fmla="*/ 808822 w 1092885"/>
                <a:gd name="connsiteY28" fmla="*/ 76762 h 563790"/>
                <a:gd name="connsiteX29" fmla="*/ 793209 w 1092885"/>
                <a:gd name="connsiteY29" fmla="*/ 59415 h 563790"/>
                <a:gd name="connsiteX30" fmla="*/ 744637 w 1092885"/>
                <a:gd name="connsiteY30" fmla="*/ 58547 h 563790"/>
                <a:gd name="connsiteX31" fmla="*/ 729024 w 1092885"/>
                <a:gd name="connsiteY31" fmla="*/ 19516 h 563790"/>
                <a:gd name="connsiteX32" fmla="*/ 703870 w 1092885"/>
                <a:gd name="connsiteY32" fmla="*/ 6505 h 563790"/>
                <a:gd name="connsiteX33" fmla="*/ 685656 w 1092885"/>
                <a:gd name="connsiteY33" fmla="*/ 13444 h 563790"/>
                <a:gd name="connsiteX34" fmla="*/ 649226 w 1092885"/>
                <a:gd name="connsiteY34" fmla="*/ 15179 h 563790"/>
                <a:gd name="connsiteX35" fmla="*/ 644889 w 1092885"/>
                <a:gd name="connsiteY35" fmla="*/ 33394 h 563790"/>
                <a:gd name="connsiteX36" fmla="*/ 655298 w 1092885"/>
                <a:gd name="connsiteY36" fmla="*/ 46404 h 563790"/>
                <a:gd name="connsiteX37" fmla="*/ 657900 w 1092885"/>
                <a:gd name="connsiteY37" fmla="*/ 64619 h 563790"/>
                <a:gd name="connsiteX38" fmla="*/ 633614 w 1092885"/>
                <a:gd name="connsiteY38" fmla="*/ 81967 h 563790"/>
                <a:gd name="connsiteX39" fmla="*/ 600653 w 1092885"/>
                <a:gd name="connsiteY39" fmla="*/ 97579 h 563790"/>
                <a:gd name="connsiteX40" fmla="*/ 578102 w 1092885"/>
                <a:gd name="connsiteY40" fmla="*/ 101049 h 563790"/>
                <a:gd name="connsiteX41" fmla="*/ 573765 w 1092885"/>
                <a:gd name="connsiteY41" fmla="*/ 140080 h 563790"/>
                <a:gd name="connsiteX42" fmla="*/ 531264 w 1092885"/>
                <a:gd name="connsiteY42" fmla="*/ 171305 h 563790"/>
                <a:gd name="connsiteX43" fmla="*/ 508712 w 1092885"/>
                <a:gd name="connsiteY43" fmla="*/ 203398 h 563790"/>
                <a:gd name="connsiteX44" fmla="*/ 510447 w 1092885"/>
                <a:gd name="connsiteY44" fmla="*/ 222480 h 563790"/>
                <a:gd name="connsiteX45" fmla="*/ 502641 w 1092885"/>
                <a:gd name="connsiteY45" fmla="*/ 242430 h 563790"/>
                <a:gd name="connsiteX46" fmla="*/ 463609 w 1092885"/>
                <a:gd name="connsiteY46" fmla="*/ 241562 h 563790"/>
                <a:gd name="connsiteX47" fmla="*/ 452333 w 1092885"/>
                <a:gd name="connsiteY47" fmla="*/ 230287 h 563790"/>
                <a:gd name="connsiteX48" fmla="*/ 418506 w 1092885"/>
                <a:gd name="connsiteY48" fmla="*/ 249369 h 563790"/>
                <a:gd name="connsiteX49" fmla="*/ 420241 w 1092885"/>
                <a:gd name="connsiteY49" fmla="*/ 277992 h 563790"/>
                <a:gd name="connsiteX50" fmla="*/ 399424 w 1092885"/>
                <a:gd name="connsiteY50" fmla="*/ 283196 h 563790"/>
                <a:gd name="connsiteX51" fmla="*/ 392485 w 1092885"/>
                <a:gd name="connsiteY51" fmla="*/ 271053 h 563790"/>
                <a:gd name="connsiteX52" fmla="*/ 377740 w 1092885"/>
                <a:gd name="connsiteY52" fmla="*/ 260645 h 563790"/>
                <a:gd name="connsiteX53" fmla="*/ 354321 w 1092885"/>
                <a:gd name="connsiteY53" fmla="*/ 270186 h 563790"/>
                <a:gd name="connsiteX54" fmla="*/ 338708 w 1092885"/>
                <a:gd name="connsiteY54" fmla="*/ 300544 h 563790"/>
                <a:gd name="connsiteX55" fmla="*/ 319626 w 1092885"/>
                <a:gd name="connsiteY55" fmla="*/ 291870 h 563790"/>
                <a:gd name="connsiteX56" fmla="*/ 307483 w 1092885"/>
                <a:gd name="connsiteY56" fmla="*/ 277992 h 563790"/>
                <a:gd name="connsiteX57" fmla="*/ 275390 w 1092885"/>
                <a:gd name="connsiteY57" fmla="*/ 281461 h 563790"/>
                <a:gd name="connsiteX58" fmla="*/ 226817 w 1092885"/>
                <a:gd name="connsiteY58" fmla="*/ 290135 h 563790"/>
                <a:gd name="connsiteX59" fmla="*/ 202531 w 1092885"/>
                <a:gd name="connsiteY59" fmla="*/ 301411 h 563790"/>
                <a:gd name="connsiteX60" fmla="*/ 192123 w 1092885"/>
                <a:gd name="connsiteY60" fmla="*/ 330902 h 563790"/>
                <a:gd name="connsiteX61" fmla="*/ 183449 w 1092885"/>
                <a:gd name="connsiteY61" fmla="*/ 339575 h 563790"/>
                <a:gd name="connsiteX62" fmla="*/ 196459 w 1092885"/>
                <a:gd name="connsiteY62" fmla="*/ 371668 h 563790"/>
                <a:gd name="connsiteX63" fmla="*/ 160030 w 1092885"/>
                <a:gd name="connsiteY63" fmla="*/ 383811 h 563790"/>
                <a:gd name="connsiteX64" fmla="*/ 143550 w 1092885"/>
                <a:gd name="connsiteY64" fmla="*/ 395954 h 563790"/>
                <a:gd name="connsiteX65" fmla="*/ 140080 w 1092885"/>
                <a:gd name="connsiteY65" fmla="*/ 415036 h 563790"/>
                <a:gd name="connsiteX66" fmla="*/ 150489 w 1092885"/>
                <a:gd name="connsiteY66" fmla="*/ 435853 h 563790"/>
                <a:gd name="connsiteX67" fmla="*/ 150489 w 1092885"/>
                <a:gd name="connsiteY67" fmla="*/ 454935 h 563790"/>
                <a:gd name="connsiteX68" fmla="*/ 136611 w 1092885"/>
                <a:gd name="connsiteY68" fmla="*/ 458405 h 563790"/>
                <a:gd name="connsiteX69" fmla="*/ 83701 w 1092885"/>
                <a:gd name="connsiteY69" fmla="*/ 436721 h 563790"/>
                <a:gd name="connsiteX70" fmla="*/ 63752 w 1092885"/>
                <a:gd name="connsiteY70" fmla="*/ 444527 h 563790"/>
                <a:gd name="connsiteX71" fmla="*/ 46405 w 1092885"/>
                <a:gd name="connsiteY71" fmla="*/ 456670 h 563790"/>
                <a:gd name="connsiteX72" fmla="*/ 39466 w 1092885"/>
                <a:gd name="connsiteY72" fmla="*/ 472283 h 563790"/>
                <a:gd name="connsiteX73" fmla="*/ 54211 w 1092885"/>
                <a:gd name="connsiteY73" fmla="*/ 493100 h 563790"/>
                <a:gd name="connsiteX74" fmla="*/ 46405 w 1092885"/>
                <a:gd name="connsiteY74" fmla="*/ 508712 h 563790"/>
                <a:gd name="connsiteX75" fmla="*/ 45537 w 1092885"/>
                <a:gd name="connsiteY75" fmla="*/ 537335 h 563790"/>
                <a:gd name="connsiteX76" fmla="*/ 24720 w 1092885"/>
                <a:gd name="connsiteY76" fmla="*/ 548611 h 563790"/>
                <a:gd name="connsiteX77" fmla="*/ 6505 w 1092885"/>
                <a:gd name="connsiteY77" fmla="*/ 563357 h 563790"/>
                <a:gd name="connsiteX78" fmla="*/ 102784 w 1092885"/>
                <a:gd name="connsiteY78" fmla="*/ 561622 h 56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92885" h="563790">
                  <a:moveTo>
                    <a:pt x="102784" y="561622"/>
                  </a:moveTo>
                  <a:lnTo>
                    <a:pt x="212072" y="555550"/>
                  </a:lnTo>
                  <a:lnTo>
                    <a:pt x="212940" y="519988"/>
                  </a:lnTo>
                  <a:lnTo>
                    <a:pt x="250236" y="519988"/>
                  </a:lnTo>
                  <a:lnTo>
                    <a:pt x="513916" y="492232"/>
                  </a:lnTo>
                  <a:lnTo>
                    <a:pt x="905100" y="454935"/>
                  </a:lnTo>
                  <a:lnTo>
                    <a:pt x="953673" y="423710"/>
                  </a:lnTo>
                  <a:lnTo>
                    <a:pt x="987500" y="405495"/>
                  </a:lnTo>
                  <a:lnTo>
                    <a:pt x="988368" y="389015"/>
                  </a:lnTo>
                  <a:lnTo>
                    <a:pt x="1040410" y="321361"/>
                  </a:lnTo>
                  <a:lnTo>
                    <a:pt x="1075972" y="290135"/>
                  </a:lnTo>
                  <a:lnTo>
                    <a:pt x="1094187" y="269318"/>
                  </a:lnTo>
                  <a:lnTo>
                    <a:pt x="1065564" y="251971"/>
                  </a:lnTo>
                  <a:lnTo>
                    <a:pt x="1043879" y="228552"/>
                  </a:lnTo>
                  <a:lnTo>
                    <a:pt x="1017858" y="195592"/>
                  </a:lnTo>
                  <a:lnTo>
                    <a:pt x="1013521" y="176510"/>
                  </a:lnTo>
                  <a:lnTo>
                    <a:pt x="990970" y="164367"/>
                  </a:lnTo>
                  <a:lnTo>
                    <a:pt x="983163" y="147887"/>
                  </a:lnTo>
                  <a:lnTo>
                    <a:pt x="981429" y="94977"/>
                  </a:lnTo>
                  <a:lnTo>
                    <a:pt x="958877" y="77630"/>
                  </a:lnTo>
                  <a:lnTo>
                    <a:pt x="942397" y="68089"/>
                  </a:lnTo>
                  <a:lnTo>
                    <a:pt x="938060" y="48139"/>
                  </a:lnTo>
                  <a:lnTo>
                    <a:pt x="926784" y="49874"/>
                  </a:lnTo>
                  <a:lnTo>
                    <a:pt x="909437" y="60282"/>
                  </a:lnTo>
                  <a:lnTo>
                    <a:pt x="887753" y="83701"/>
                  </a:lnTo>
                  <a:lnTo>
                    <a:pt x="871273" y="68956"/>
                  </a:lnTo>
                  <a:lnTo>
                    <a:pt x="849588" y="64619"/>
                  </a:lnTo>
                  <a:lnTo>
                    <a:pt x="828772" y="76762"/>
                  </a:lnTo>
                  <a:lnTo>
                    <a:pt x="808822" y="76762"/>
                  </a:lnTo>
                  <a:lnTo>
                    <a:pt x="793209" y="59415"/>
                  </a:lnTo>
                  <a:lnTo>
                    <a:pt x="744637" y="58547"/>
                  </a:lnTo>
                  <a:lnTo>
                    <a:pt x="729024" y="19516"/>
                  </a:lnTo>
                  <a:lnTo>
                    <a:pt x="703870" y="6505"/>
                  </a:lnTo>
                  <a:lnTo>
                    <a:pt x="685656" y="13444"/>
                  </a:lnTo>
                  <a:lnTo>
                    <a:pt x="649226" y="15179"/>
                  </a:lnTo>
                  <a:lnTo>
                    <a:pt x="644889" y="33394"/>
                  </a:lnTo>
                  <a:lnTo>
                    <a:pt x="655298" y="46404"/>
                  </a:lnTo>
                  <a:lnTo>
                    <a:pt x="657900" y="64619"/>
                  </a:lnTo>
                  <a:lnTo>
                    <a:pt x="633614" y="81967"/>
                  </a:lnTo>
                  <a:lnTo>
                    <a:pt x="600653" y="97579"/>
                  </a:lnTo>
                  <a:lnTo>
                    <a:pt x="578102" y="101049"/>
                  </a:lnTo>
                  <a:lnTo>
                    <a:pt x="573765" y="140080"/>
                  </a:lnTo>
                  <a:lnTo>
                    <a:pt x="531264" y="171305"/>
                  </a:lnTo>
                  <a:lnTo>
                    <a:pt x="508712" y="203398"/>
                  </a:lnTo>
                  <a:lnTo>
                    <a:pt x="510447" y="222480"/>
                  </a:lnTo>
                  <a:lnTo>
                    <a:pt x="502641" y="242430"/>
                  </a:lnTo>
                  <a:lnTo>
                    <a:pt x="463609" y="241562"/>
                  </a:lnTo>
                  <a:lnTo>
                    <a:pt x="452333" y="230287"/>
                  </a:lnTo>
                  <a:lnTo>
                    <a:pt x="418506" y="249369"/>
                  </a:lnTo>
                  <a:lnTo>
                    <a:pt x="420241" y="277992"/>
                  </a:lnTo>
                  <a:lnTo>
                    <a:pt x="399424" y="283196"/>
                  </a:lnTo>
                  <a:lnTo>
                    <a:pt x="392485" y="271053"/>
                  </a:lnTo>
                  <a:lnTo>
                    <a:pt x="377740" y="260645"/>
                  </a:lnTo>
                  <a:lnTo>
                    <a:pt x="354321" y="270186"/>
                  </a:lnTo>
                  <a:lnTo>
                    <a:pt x="338708" y="300544"/>
                  </a:lnTo>
                  <a:lnTo>
                    <a:pt x="319626" y="291870"/>
                  </a:lnTo>
                  <a:lnTo>
                    <a:pt x="307483" y="277992"/>
                  </a:lnTo>
                  <a:lnTo>
                    <a:pt x="275390" y="281461"/>
                  </a:lnTo>
                  <a:lnTo>
                    <a:pt x="226817" y="290135"/>
                  </a:lnTo>
                  <a:lnTo>
                    <a:pt x="202531" y="301411"/>
                  </a:lnTo>
                  <a:lnTo>
                    <a:pt x="192123" y="330902"/>
                  </a:lnTo>
                  <a:lnTo>
                    <a:pt x="183449" y="339575"/>
                  </a:lnTo>
                  <a:lnTo>
                    <a:pt x="196459" y="371668"/>
                  </a:lnTo>
                  <a:lnTo>
                    <a:pt x="160030" y="383811"/>
                  </a:lnTo>
                  <a:lnTo>
                    <a:pt x="143550" y="395954"/>
                  </a:lnTo>
                  <a:lnTo>
                    <a:pt x="140080" y="415036"/>
                  </a:lnTo>
                  <a:lnTo>
                    <a:pt x="150489" y="435853"/>
                  </a:lnTo>
                  <a:lnTo>
                    <a:pt x="150489" y="454935"/>
                  </a:lnTo>
                  <a:lnTo>
                    <a:pt x="136611" y="458405"/>
                  </a:lnTo>
                  <a:lnTo>
                    <a:pt x="83701" y="436721"/>
                  </a:lnTo>
                  <a:lnTo>
                    <a:pt x="63752" y="444527"/>
                  </a:lnTo>
                  <a:lnTo>
                    <a:pt x="46405" y="456670"/>
                  </a:lnTo>
                  <a:lnTo>
                    <a:pt x="39466" y="472283"/>
                  </a:lnTo>
                  <a:lnTo>
                    <a:pt x="54211" y="493100"/>
                  </a:lnTo>
                  <a:lnTo>
                    <a:pt x="46405" y="508712"/>
                  </a:lnTo>
                  <a:lnTo>
                    <a:pt x="45537" y="537335"/>
                  </a:lnTo>
                  <a:lnTo>
                    <a:pt x="24720" y="548611"/>
                  </a:lnTo>
                  <a:lnTo>
                    <a:pt x="6505" y="563357"/>
                  </a:lnTo>
                  <a:lnTo>
                    <a:pt x="102784" y="56162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6" name="Freeform: Shape 123">
              <a:extLst>
                <a:ext uri="{FF2B5EF4-FFF2-40B4-BE49-F238E27FC236}">
                  <a16:creationId xmlns:a16="http://schemas.microsoft.com/office/drawing/2014/main" id="{978638B7-2674-9F4A-A80B-DA4479A5F04F}"/>
                </a:ext>
              </a:extLst>
            </p:cNvPr>
            <p:cNvSpPr/>
            <p:nvPr/>
          </p:nvSpPr>
          <p:spPr>
            <a:xfrm>
              <a:off x="4887289" y="3574863"/>
              <a:ext cx="867369" cy="763285"/>
            </a:xfrm>
            <a:custGeom>
              <a:avLst/>
              <a:gdLst>
                <a:gd name="connsiteX0" fmla="*/ 95845 w 867369"/>
                <a:gd name="connsiteY0" fmla="*/ 639685 h 763284"/>
                <a:gd name="connsiteX1" fmla="*/ 166101 w 867369"/>
                <a:gd name="connsiteY1" fmla="*/ 637083 h 763284"/>
                <a:gd name="connsiteX2" fmla="*/ 255440 w 867369"/>
                <a:gd name="connsiteY2" fmla="*/ 668308 h 763284"/>
                <a:gd name="connsiteX3" fmla="*/ 311819 w 867369"/>
                <a:gd name="connsiteY3" fmla="*/ 677849 h 763284"/>
                <a:gd name="connsiteX4" fmla="*/ 343912 w 867369"/>
                <a:gd name="connsiteY4" fmla="*/ 664839 h 763284"/>
                <a:gd name="connsiteX5" fmla="*/ 371668 w 867369"/>
                <a:gd name="connsiteY5" fmla="*/ 674380 h 763284"/>
                <a:gd name="connsiteX6" fmla="*/ 399424 w 867369"/>
                <a:gd name="connsiteY6" fmla="*/ 683053 h 763284"/>
                <a:gd name="connsiteX7" fmla="*/ 406363 w 867369"/>
                <a:gd name="connsiteY7" fmla="*/ 664839 h 763284"/>
                <a:gd name="connsiteX8" fmla="*/ 378607 w 867369"/>
                <a:gd name="connsiteY8" fmla="*/ 655298 h 763284"/>
                <a:gd name="connsiteX9" fmla="*/ 356056 w 867369"/>
                <a:gd name="connsiteY9" fmla="*/ 659635 h 763284"/>
                <a:gd name="connsiteX10" fmla="*/ 332636 w 867369"/>
                <a:gd name="connsiteY10" fmla="*/ 645757 h 763284"/>
                <a:gd name="connsiteX11" fmla="*/ 339575 w 867369"/>
                <a:gd name="connsiteY11" fmla="*/ 632746 h 763284"/>
                <a:gd name="connsiteX12" fmla="*/ 366464 w 867369"/>
                <a:gd name="connsiteY12" fmla="*/ 624072 h 763284"/>
                <a:gd name="connsiteX13" fmla="*/ 382077 w 867369"/>
                <a:gd name="connsiteY13" fmla="*/ 637083 h 763284"/>
                <a:gd name="connsiteX14" fmla="*/ 397689 w 867369"/>
                <a:gd name="connsiteY14" fmla="*/ 628409 h 763284"/>
                <a:gd name="connsiteX15" fmla="*/ 425445 w 867369"/>
                <a:gd name="connsiteY15" fmla="*/ 633613 h 763284"/>
                <a:gd name="connsiteX16" fmla="*/ 438456 w 867369"/>
                <a:gd name="connsiteY16" fmla="*/ 654430 h 763284"/>
                <a:gd name="connsiteX17" fmla="*/ 441058 w 867369"/>
                <a:gd name="connsiteY17" fmla="*/ 674380 h 763284"/>
                <a:gd name="connsiteX18" fmla="*/ 480089 w 867369"/>
                <a:gd name="connsiteY18" fmla="*/ 676982 h 763284"/>
                <a:gd name="connsiteX19" fmla="*/ 495702 w 867369"/>
                <a:gd name="connsiteY19" fmla="*/ 692594 h 763284"/>
                <a:gd name="connsiteX20" fmla="*/ 488763 w 867369"/>
                <a:gd name="connsiteY20" fmla="*/ 706472 h 763284"/>
                <a:gd name="connsiteX21" fmla="*/ 477487 w 867369"/>
                <a:gd name="connsiteY21" fmla="*/ 713411 h 763284"/>
                <a:gd name="connsiteX22" fmla="*/ 491365 w 867369"/>
                <a:gd name="connsiteY22" fmla="*/ 727289 h 763284"/>
                <a:gd name="connsiteX23" fmla="*/ 564224 w 867369"/>
                <a:gd name="connsiteY23" fmla="*/ 758515 h 763284"/>
                <a:gd name="connsiteX24" fmla="*/ 595449 w 867369"/>
                <a:gd name="connsiteY24" fmla="*/ 747239 h 763284"/>
                <a:gd name="connsiteX25" fmla="*/ 604123 w 867369"/>
                <a:gd name="connsiteY25" fmla="*/ 726422 h 763284"/>
                <a:gd name="connsiteX26" fmla="*/ 626674 w 867369"/>
                <a:gd name="connsiteY26" fmla="*/ 721218 h 763284"/>
                <a:gd name="connsiteX27" fmla="*/ 642287 w 867369"/>
                <a:gd name="connsiteY27" fmla="*/ 708207 h 763284"/>
                <a:gd name="connsiteX28" fmla="*/ 653563 w 867369"/>
                <a:gd name="connsiteY28" fmla="*/ 716881 h 763284"/>
                <a:gd name="connsiteX29" fmla="*/ 660502 w 867369"/>
                <a:gd name="connsiteY29" fmla="*/ 742035 h 763284"/>
                <a:gd name="connsiteX30" fmla="*/ 640553 w 867369"/>
                <a:gd name="connsiteY30" fmla="*/ 748973 h 763284"/>
                <a:gd name="connsiteX31" fmla="*/ 645757 w 867369"/>
                <a:gd name="connsiteY31" fmla="*/ 754178 h 763284"/>
                <a:gd name="connsiteX32" fmla="*/ 675247 w 867369"/>
                <a:gd name="connsiteY32" fmla="*/ 742902 h 763284"/>
                <a:gd name="connsiteX33" fmla="*/ 695197 w 867369"/>
                <a:gd name="connsiteY33" fmla="*/ 713411 h 763284"/>
                <a:gd name="connsiteX34" fmla="*/ 702136 w 867369"/>
                <a:gd name="connsiteY34" fmla="*/ 709074 h 763284"/>
                <a:gd name="connsiteX35" fmla="*/ 683921 w 867369"/>
                <a:gd name="connsiteY35" fmla="*/ 706472 h 763284"/>
                <a:gd name="connsiteX36" fmla="*/ 690860 w 867369"/>
                <a:gd name="connsiteY36" fmla="*/ 692594 h 763284"/>
                <a:gd name="connsiteX37" fmla="*/ 689125 w 867369"/>
                <a:gd name="connsiteY37" fmla="*/ 679584 h 763284"/>
                <a:gd name="connsiteX38" fmla="*/ 707340 w 867369"/>
                <a:gd name="connsiteY38" fmla="*/ 675247 h 763284"/>
                <a:gd name="connsiteX39" fmla="*/ 716881 w 867369"/>
                <a:gd name="connsiteY39" fmla="*/ 663971 h 763284"/>
                <a:gd name="connsiteX40" fmla="*/ 722085 w 867369"/>
                <a:gd name="connsiteY40" fmla="*/ 670910 h 763284"/>
                <a:gd name="connsiteX41" fmla="*/ 727290 w 867369"/>
                <a:gd name="connsiteY41" fmla="*/ 697799 h 763284"/>
                <a:gd name="connsiteX42" fmla="*/ 763719 w 867369"/>
                <a:gd name="connsiteY42" fmla="*/ 703003 h 763284"/>
                <a:gd name="connsiteX43" fmla="*/ 798414 w 867369"/>
                <a:gd name="connsiteY43" fmla="*/ 719483 h 763284"/>
                <a:gd name="connsiteX44" fmla="*/ 807088 w 867369"/>
                <a:gd name="connsiteY44" fmla="*/ 732494 h 763284"/>
                <a:gd name="connsiteX45" fmla="*/ 832241 w 867369"/>
                <a:gd name="connsiteY45" fmla="*/ 732494 h 763284"/>
                <a:gd name="connsiteX46" fmla="*/ 841782 w 867369"/>
                <a:gd name="connsiteY46" fmla="*/ 741167 h 763284"/>
                <a:gd name="connsiteX47" fmla="*/ 861732 w 867369"/>
                <a:gd name="connsiteY47" fmla="*/ 714279 h 763284"/>
                <a:gd name="connsiteX48" fmla="*/ 861732 w 867369"/>
                <a:gd name="connsiteY48" fmla="*/ 701268 h 763284"/>
                <a:gd name="connsiteX49" fmla="*/ 850456 w 867369"/>
                <a:gd name="connsiteY49" fmla="*/ 701268 h 763284"/>
                <a:gd name="connsiteX50" fmla="*/ 820965 w 867369"/>
                <a:gd name="connsiteY50" fmla="*/ 677849 h 763284"/>
                <a:gd name="connsiteX51" fmla="*/ 770658 w 867369"/>
                <a:gd name="connsiteY51" fmla="*/ 670910 h 763284"/>
                <a:gd name="connsiteX52" fmla="*/ 742902 w 867369"/>
                <a:gd name="connsiteY52" fmla="*/ 650961 h 763284"/>
                <a:gd name="connsiteX53" fmla="*/ 752443 w 867369"/>
                <a:gd name="connsiteY53" fmla="*/ 627542 h 763284"/>
                <a:gd name="connsiteX54" fmla="*/ 772393 w 867369"/>
                <a:gd name="connsiteY54" fmla="*/ 630144 h 763284"/>
                <a:gd name="connsiteX55" fmla="*/ 774127 w 867369"/>
                <a:gd name="connsiteY55" fmla="*/ 624940 h 763284"/>
                <a:gd name="connsiteX56" fmla="*/ 758515 w 867369"/>
                <a:gd name="connsiteY56" fmla="*/ 616266 h 763284"/>
                <a:gd name="connsiteX57" fmla="*/ 758515 w 867369"/>
                <a:gd name="connsiteY57" fmla="*/ 611929 h 763284"/>
                <a:gd name="connsiteX58" fmla="*/ 786271 w 867369"/>
                <a:gd name="connsiteY58" fmla="*/ 611929 h 763284"/>
                <a:gd name="connsiteX59" fmla="*/ 801883 w 867369"/>
                <a:gd name="connsiteY59" fmla="*/ 585041 h 763284"/>
                <a:gd name="connsiteX60" fmla="*/ 790607 w 867369"/>
                <a:gd name="connsiteY60" fmla="*/ 568561 h 763284"/>
                <a:gd name="connsiteX61" fmla="*/ 788005 w 867369"/>
                <a:gd name="connsiteY61" fmla="*/ 545142 h 763284"/>
                <a:gd name="connsiteX62" fmla="*/ 774995 w 867369"/>
                <a:gd name="connsiteY62" fmla="*/ 546877 h 763284"/>
                <a:gd name="connsiteX63" fmla="*/ 758515 w 867369"/>
                <a:gd name="connsiteY63" fmla="*/ 565091 h 763284"/>
                <a:gd name="connsiteX64" fmla="*/ 753311 w 867369"/>
                <a:gd name="connsiteY64" fmla="*/ 587643 h 763284"/>
                <a:gd name="connsiteX65" fmla="*/ 726422 w 867369"/>
                <a:gd name="connsiteY65" fmla="*/ 582438 h 763284"/>
                <a:gd name="connsiteX66" fmla="*/ 717748 w 867369"/>
                <a:gd name="connsiteY66" fmla="*/ 566826 h 763284"/>
                <a:gd name="connsiteX67" fmla="*/ 733361 w 867369"/>
                <a:gd name="connsiteY67" fmla="*/ 550346 h 763284"/>
                <a:gd name="connsiteX68" fmla="*/ 749841 w 867369"/>
                <a:gd name="connsiteY68" fmla="*/ 535601 h 763284"/>
                <a:gd name="connsiteX69" fmla="*/ 730759 w 867369"/>
                <a:gd name="connsiteY69" fmla="*/ 479222 h 763284"/>
                <a:gd name="connsiteX70" fmla="*/ 701268 w 867369"/>
                <a:gd name="connsiteY70" fmla="*/ 449731 h 763284"/>
                <a:gd name="connsiteX71" fmla="*/ 709942 w 867369"/>
                <a:gd name="connsiteY71" fmla="*/ 386413 h 763284"/>
                <a:gd name="connsiteX72" fmla="*/ 708207 w 867369"/>
                <a:gd name="connsiteY72" fmla="*/ 382076 h 763284"/>
                <a:gd name="connsiteX73" fmla="*/ 696932 w 867369"/>
                <a:gd name="connsiteY73" fmla="*/ 383811 h 763284"/>
                <a:gd name="connsiteX74" fmla="*/ 409832 w 867369"/>
                <a:gd name="connsiteY74" fmla="*/ 395954 h 763284"/>
                <a:gd name="connsiteX75" fmla="*/ 402893 w 867369"/>
                <a:gd name="connsiteY75" fmla="*/ 375137 h 763284"/>
                <a:gd name="connsiteX76" fmla="*/ 409832 w 867369"/>
                <a:gd name="connsiteY76" fmla="*/ 301411 h 763284"/>
                <a:gd name="connsiteX77" fmla="*/ 484426 w 867369"/>
                <a:gd name="connsiteY77" fmla="*/ 173040 h 763284"/>
                <a:gd name="connsiteX78" fmla="*/ 476620 w 867369"/>
                <a:gd name="connsiteY78" fmla="*/ 150489 h 763284"/>
                <a:gd name="connsiteX79" fmla="*/ 488763 w 867369"/>
                <a:gd name="connsiteY79" fmla="*/ 147019 h 763284"/>
                <a:gd name="connsiteX80" fmla="*/ 492232 w 867369"/>
                <a:gd name="connsiteY80" fmla="*/ 129672 h 763284"/>
                <a:gd name="connsiteX81" fmla="*/ 473150 w 867369"/>
                <a:gd name="connsiteY81" fmla="*/ 112324 h 763284"/>
                <a:gd name="connsiteX82" fmla="*/ 474018 w 867369"/>
                <a:gd name="connsiteY82" fmla="*/ 95844 h 763284"/>
                <a:gd name="connsiteX83" fmla="*/ 456670 w 867369"/>
                <a:gd name="connsiteY83" fmla="*/ 56813 h 763284"/>
                <a:gd name="connsiteX84" fmla="*/ 453200 w 867369"/>
                <a:gd name="connsiteY84" fmla="*/ 12577 h 763284"/>
                <a:gd name="connsiteX85" fmla="*/ 454068 w 867369"/>
                <a:gd name="connsiteY85" fmla="*/ 6505 h 763284"/>
                <a:gd name="connsiteX86" fmla="*/ 225082 w 867369"/>
                <a:gd name="connsiteY86" fmla="*/ 13444 h 763284"/>
                <a:gd name="connsiteX87" fmla="*/ 6505 w 867369"/>
                <a:gd name="connsiteY87" fmla="*/ 14312 h 763284"/>
                <a:gd name="connsiteX88" fmla="*/ 9975 w 867369"/>
                <a:gd name="connsiteY88" fmla="*/ 98446 h 763284"/>
                <a:gd name="connsiteX89" fmla="*/ 16047 w 867369"/>
                <a:gd name="connsiteY89" fmla="*/ 180847 h 763284"/>
                <a:gd name="connsiteX90" fmla="*/ 20383 w 867369"/>
                <a:gd name="connsiteY90" fmla="*/ 212939 h 763284"/>
                <a:gd name="connsiteX91" fmla="*/ 42935 w 867369"/>
                <a:gd name="connsiteY91" fmla="*/ 251971 h 763284"/>
                <a:gd name="connsiteX92" fmla="*/ 50741 w 867369"/>
                <a:gd name="connsiteY92" fmla="*/ 290135 h 763284"/>
                <a:gd name="connsiteX93" fmla="*/ 88038 w 867369"/>
                <a:gd name="connsiteY93" fmla="*/ 342177 h 763284"/>
                <a:gd name="connsiteX94" fmla="*/ 90640 w 867369"/>
                <a:gd name="connsiteY94" fmla="*/ 369066 h 763284"/>
                <a:gd name="connsiteX95" fmla="*/ 95845 w 867369"/>
                <a:gd name="connsiteY95" fmla="*/ 376005 h 763284"/>
                <a:gd name="connsiteX96" fmla="*/ 89773 w 867369"/>
                <a:gd name="connsiteY96" fmla="*/ 447996 h 763284"/>
                <a:gd name="connsiteX97" fmla="*/ 65487 w 867369"/>
                <a:gd name="connsiteY97" fmla="*/ 487895 h 763284"/>
                <a:gd name="connsiteX98" fmla="*/ 75895 w 867369"/>
                <a:gd name="connsiteY98" fmla="*/ 508712 h 763284"/>
                <a:gd name="connsiteX99" fmla="*/ 71558 w 867369"/>
                <a:gd name="connsiteY99" fmla="*/ 531264 h 763284"/>
                <a:gd name="connsiteX100" fmla="*/ 64619 w 867369"/>
                <a:gd name="connsiteY100" fmla="*/ 594582 h 763284"/>
                <a:gd name="connsiteX101" fmla="*/ 53343 w 867369"/>
                <a:gd name="connsiteY101" fmla="*/ 620603 h 763284"/>
                <a:gd name="connsiteX102" fmla="*/ 55078 w 867369"/>
                <a:gd name="connsiteY102" fmla="*/ 652695 h 763284"/>
                <a:gd name="connsiteX103" fmla="*/ 95845 w 867369"/>
                <a:gd name="connsiteY103" fmla="*/ 639685 h 76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867369" h="763284">
                  <a:moveTo>
                    <a:pt x="95845" y="639685"/>
                  </a:moveTo>
                  <a:lnTo>
                    <a:pt x="166101" y="637083"/>
                  </a:lnTo>
                  <a:lnTo>
                    <a:pt x="255440" y="668308"/>
                  </a:lnTo>
                  <a:lnTo>
                    <a:pt x="311819" y="677849"/>
                  </a:lnTo>
                  <a:lnTo>
                    <a:pt x="343912" y="664839"/>
                  </a:lnTo>
                  <a:lnTo>
                    <a:pt x="371668" y="674380"/>
                  </a:lnTo>
                  <a:lnTo>
                    <a:pt x="399424" y="683053"/>
                  </a:lnTo>
                  <a:lnTo>
                    <a:pt x="406363" y="664839"/>
                  </a:lnTo>
                  <a:lnTo>
                    <a:pt x="378607" y="655298"/>
                  </a:lnTo>
                  <a:lnTo>
                    <a:pt x="356056" y="659635"/>
                  </a:lnTo>
                  <a:lnTo>
                    <a:pt x="332636" y="645757"/>
                  </a:lnTo>
                  <a:lnTo>
                    <a:pt x="339575" y="632746"/>
                  </a:lnTo>
                  <a:lnTo>
                    <a:pt x="366464" y="624072"/>
                  </a:lnTo>
                  <a:lnTo>
                    <a:pt x="382077" y="637083"/>
                  </a:lnTo>
                  <a:lnTo>
                    <a:pt x="397689" y="628409"/>
                  </a:lnTo>
                  <a:lnTo>
                    <a:pt x="425445" y="633613"/>
                  </a:lnTo>
                  <a:lnTo>
                    <a:pt x="438456" y="654430"/>
                  </a:lnTo>
                  <a:lnTo>
                    <a:pt x="441058" y="674380"/>
                  </a:lnTo>
                  <a:lnTo>
                    <a:pt x="480089" y="676982"/>
                  </a:lnTo>
                  <a:lnTo>
                    <a:pt x="495702" y="692594"/>
                  </a:lnTo>
                  <a:lnTo>
                    <a:pt x="488763" y="706472"/>
                  </a:lnTo>
                  <a:lnTo>
                    <a:pt x="477487" y="713411"/>
                  </a:lnTo>
                  <a:lnTo>
                    <a:pt x="491365" y="727289"/>
                  </a:lnTo>
                  <a:lnTo>
                    <a:pt x="564224" y="758515"/>
                  </a:lnTo>
                  <a:lnTo>
                    <a:pt x="595449" y="747239"/>
                  </a:lnTo>
                  <a:lnTo>
                    <a:pt x="604123" y="726422"/>
                  </a:lnTo>
                  <a:lnTo>
                    <a:pt x="626674" y="721218"/>
                  </a:lnTo>
                  <a:lnTo>
                    <a:pt x="642287" y="708207"/>
                  </a:lnTo>
                  <a:lnTo>
                    <a:pt x="653563" y="716881"/>
                  </a:lnTo>
                  <a:lnTo>
                    <a:pt x="660502" y="742035"/>
                  </a:lnTo>
                  <a:lnTo>
                    <a:pt x="640553" y="748973"/>
                  </a:lnTo>
                  <a:lnTo>
                    <a:pt x="645757" y="754178"/>
                  </a:lnTo>
                  <a:lnTo>
                    <a:pt x="675247" y="742902"/>
                  </a:lnTo>
                  <a:lnTo>
                    <a:pt x="695197" y="713411"/>
                  </a:lnTo>
                  <a:lnTo>
                    <a:pt x="702136" y="709074"/>
                  </a:lnTo>
                  <a:lnTo>
                    <a:pt x="683921" y="706472"/>
                  </a:lnTo>
                  <a:lnTo>
                    <a:pt x="690860" y="692594"/>
                  </a:lnTo>
                  <a:lnTo>
                    <a:pt x="689125" y="679584"/>
                  </a:lnTo>
                  <a:lnTo>
                    <a:pt x="707340" y="675247"/>
                  </a:lnTo>
                  <a:lnTo>
                    <a:pt x="716881" y="663971"/>
                  </a:lnTo>
                  <a:lnTo>
                    <a:pt x="722085" y="670910"/>
                  </a:lnTo>
                  <a:lnTo>
                    <a:pt x="727290" y="697799"/>
                  </a:lnTo>
                  <a:lnTo>
                    <a:pt x="763719" y="703003"/>
                  </a:lnTo>
                  <a:lnTo>
                    <a:pt x="798414" y="719483"/>
                  </a:lnTo>
                  <a:lnTo>
                    <a:pt x="807088" y="732494"/>
                  </a:lnTo>
                  <a:lnTo>
                    <a:pt x="832241" y="732494"/>
                  </a:lnTo>
                  <a:lnTo>
                    <a:pt x="841782" y="741167"/>
                  </a:lnTo>
                  <a:lnTo>
                    <a:pt x="861732" y="714279"/>
                  </a:lnTo>
                  <a:lnTo>
                    <a:pt x="861732" y="701268"/>
                  </a:lnTo>
                  <a:lnTo>
                    <a:pt x="850456" y="701268"/>
                  </a:lnTo>
                  <a:lnTo>
                    <a:pt x="820965" y="677849"/>
                  </a:lnTo>
                  <a:lnTo>
                    <a:pt x="770658" y="670910"/>
                  </a:lnTo>
                  <a:lnTo>
                    <a:pt x="742902" y="650961"/>
                  </a:lnTo>
                  <a:lnTo>
                    <a:pt x="752443" y="627542"/>
                  </a:lnTo>
                  <a:lnTo>
                    <a:pt x="772393" y="630144"/>
                  </a:lnTo>
                  <a:lnTo>
                    <a:pt x="774127" y="624940"/>
                  </a:lnTo>
                  <a:lnTo>
                    <a:pt x="758515" y="616266"/>
                  </a:lnTo>
                  <a:lnTo>
                    <a:pt x="758515" y="611929"/>
                  </a:lnTo>
                  <a:lnTo>
                    <a:pt x="786271" y="611929"/>
                  </a:lnTo>
                  <a:lnTo>
                    <a:pt x="801883" y="585041"/>
                  </a:lnTo>
                  <a:lnTo>
                    <a:pt x="790607" y="568561"/>
                  </a:lnTo>
                  <a:lnTo>
                    <a:pt x="788005" y="545142"/>
                  </a:lnTo>
                  <a:lnTo>
                    <a:pt x="774995" y="546877"/>
                  </a:lnTo>
                  <a:lnTo>
                    <a:pt x="758515" y="565091"/>
                  </a:lnTo>
                  <a:lnTo>
                    <a:pt x="753311" y="587643"/>
                  </a:lnTo>
                  <a:lnTo>
                    <a:pt x="726422" y="582438"/>
                  </a:lnTo>
                  <a:lnTo>
                    <a:pt x="717748" y="566826"/>
                  </a:lnTo>
                  <a:lnTo>
                    <a:pt x="733361" y="550346"/>
                  </a:lnTo>
                  <a:lnTo>
                    <a:pt x="749841" y="535601"/>
                  </a:lnTo>
                  <a:lnTo>
                    <a:pt x="730759" y="479222"/>
                  </a:lnTo>
                  <a:lnTo>
                    <a:pt x="701268" y="449731"/>
                  </a:lnTo>
                  <a:lnTo>
                    <a:pt x="709942" y="386413"/>
                  </a:lnTo>
                  <a:lnTo>
                    <a:pt x="708207" y="382076"/>
                  </a:lnTo>
                  <a:lnTo>
                    <a:pt x="696932" y="383811"/>
                  </a:lnTo>
                  <a:lnTo>
                    <a:pt x="409832" y="395954"/>
                  </a:lnTo>
                  <a:lnTo>
                    <a:pt x="402893" y="375137"/>
                  </a:lnTo>
                  <a:lnTo>
                    <a:pt x="409832" y="301411"/>
                  </a:lnTo>
                  <a:lnTo>
                    <a:pt x="484426" y="173040"/>
                  </a:lnTo>
                  <a:lnTo>
                    <a:pt x="476620" y="150489"/>
                  </a:lnTo>
                  <a:lnTo>
                    <a:pt x="488763" y="147019"/>
                  </a:lnTo>
                  <a:lnTo>
                    <a:pt x="492232" y="129672"/>
                  </a:lnTo>
                  <a:lnTo>
                    <a:pt x="473150" y="112324"/>
                  </a:lnTo>
                  <a:lnTo>
                    <a:pt x="474018" y="95844"/>
                  </a:lnTo>
                  <a:lnTo>
                    <a:pt x="456670" y="56813"/>
                  </a:lnTo>
                  <a:lnTo>
                    <a:pt x="453200" y="12577"/>
                  </a:lnTo>
                  <a:lnTo>
                    <a:pt x="454068" y="6505"/>
                  </a:lnTo>
                  <a:lnTo>
                    <a:pt x="225082" y="13444"/>
                  </a:lnTo>
                  <a:lnTo>
                    <a:pt x="6505" y="14312"/>
                  </a:lnTo>
                  <a:lnTo>
                    <a:pt x="9975" y="98446"/>
                  </a:lnTo>
                  <a:lnTo>
                    <a:pt x="16047" y="180847"/>
                  </a:lnTo>
                  <a:lnTo>
                    <a:pt x="20383" y="212939"/>
                  </a:lnTo>
                  <a:lnTo>
                    <a:pt x="42935" y="251971"/>
                  </a:lnTo>
                  <a:lnTo>
                    <a:pt x="50741" y="290135"/>
                  </a:lnTo>
                  <a:lnTo>
                    <a:pt x="88038" y="342177"/>
                  </a:lnTo>
                  <a:lnTo>
                    <a:pt x="90640" y="369066"/>
                  </a:lnTo>
                  <a:lnTo>
                    <a:pt x="95845" y="376005"/>
                  </a:lnTo>
                  <a:lnTo>
                    <a:pt x="89773" y="447996"/>
                  </a:lnTo>
                  <a:lnTo>
                    <a:pt x="65487" y="487895"/>
                  </a:lnTo>
                  <a:lnTo>
                    <a:pt x="75895" y="508712"/>
                  </a:lnTo>
                  <a:lnTo>
                    <a:pt x="71558" y="531264"/>
                  </a:lnTo>
                  <a:lnTo>
                    <a:pt x="64619" y="594582"/>
                  </a:lnTo>
                  <a:lnTo>
                    <a:pt x="53343" y="620603"/>
                  </a:lnTo>
                  <a:lnTo>
                    <a:pt x="55078" y="652695"/>
                  </a:lnTo>
                  <a:lnTo>
                    <a:pt x="95845" y="63968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7" name="Freeform: Shape 124">
              <a:extLst>
                <a:ext uri="{FF2B5EF4-FFF2-40B4-BE49-F238E27FC236}">
                  <a16:creationId xmlns:a16="http://schemas.microsoft.com/office/drawing/2014/main" id="{F27B9176-5F58-0041-AF1B-1D227709E10D}"/>
                </a:ext>
              </a:extLst>
            </p:cNvPr>
            <p:cNvSpPr/>
            <p:nvPr/>
          </p:nvSpPr>
          <p:spPr>
            <a:xfrm>
              <a:off x="7720117" y="1233833"/>
              <a:ext cx="546443" cy="294906"/>
            </a:xfrm>
            <a:custGeom>
              <a:avLst/>
              <a:gdLst>
                <a:gd name="connsiteX0" fmla="*/ 390750 w 546442"/>
                <a:gd name="connsiteY0" fmla="*/ 262379 h 294905"/>
                <a:gd name="connsiteX1" fmla="*/ 386413 w 546442"/>
                <a:gd name="connsiteY1" fmla="*/ 242430 h 294905"/>
                <a:gd name="connsiteX2" fmla="*/ 393352 w 546442"/>
                <a:gd name="connsiteY2" fmla="*/ 229419 h 294905"/>
                <a:gd name="connsiteX3" fmla="*/ 418506 w 546442"/>
                <a:gd name="connsiteY3" fmla="*/ 216409 h 294905"/>
                <a:gd name="connsiteX4" fmla="*/ 425445 w 546442"/>
                <a:gd name="connsiteY4" fmla="*/ 243297 h 294905"/>
                <a:gd name="connsiteX5" fmla="*/ 421108 w 546442"/>
                <a:gd name="connsiteY5" fmla="*/ 258910 h 294905"/>
                <a:gd name="connsiteX6" fmla="*/ 400291 w 546442"/>
                <a:gd name="connsiteY6" fmla="*/ 271920 h 294905"/>
                <a:gd name="connsiteX7" fmla="*/ 400291 w 546442"/>
                <a:gd name="connsiteY7" fmla="*/ 280594 h 294905"/>
                <a:gd name="connsiteX8" fmla="*/ 416771 w 546442"/>
                <a:gd name="connsiteY8" fmla="*/ 267584 h 294905"/>
                <a:gd name="connsiteX9" fmla="*/ 450598 w 546442"/>
                <a:gd name="connsiteY9" fmla="*/ 228552 h 294905"/>
                <a:gd name="connsiteX10" fmla="*/ 484426 w 546442"/>
                <a:gd name="connsiteY10" fmla="*/ 212072 h 294905"/>
                <a:gd name="connsiteX11" fmla="*/ 520855 w 546442"/>
                <a:gd name="connsiteY11" fmla="*/ 199061 h 294905"/>
                <a:gd name="connsiteX12" fmla="*/ 518253 w 546442"/>
                <a:gd name="connsiteY12" fmla="*/ 178244 h 294905"/>
                <a:gd name="connsiteX13" fmla="*/ 509580 w 546442"/>
                <a:gd name="connsiteY13" fmla="*/ 153091 h 294905"/>
                <a:gd name="connsiteX14" fmla="*/ 493099 w 546442"/>
                <a:gd name="connsiteY14" fmla="*/ 132274 h 294905"/>
                <a:gd name="connsiteX15" fmla="*/ 477487 w 546442"/>
                <a:gd name="connsiteY15" fmla="*/ 125335 h 294905"/>
                <a:gd name="connsiteX16" fmla="*/ 459272 w 546442"/>
                <a:gd name="connsiteY16" fmla="*/ 127070 h 294905"/>
                <a:gd name="connsiteX17" fmla="*/ 454935 w 546442"/>
                <a:gd name="connsiteY17" fmla="*/ 131406 h 294905"/>
                <a:gd name="connsiteX18" fmla="*/ 463609 w 546442"/>
                <a:gd name="connsiteY18" fmla="*/ 142682 h 294905"/>
                <a:gd name="connsiteX19" fmla="*/ 476620 w 546442"/>
                <a:gd name="connsiteY19" fmla="*/ 135743 h 294905"/>
                <a:gd name="connsiteX20" fmla="*/ 494834 w 546442"/>
                <a:gd name="connsiteY20" fmla="*/ 149621 h 294905"/>
                <a:gd name="connsiteX21" fmla="*/ 501773 w 546442"/>
                <a:gd name="connsiteY21" fmla="*/ 173040 h 294905"/>
                <a:gd name="connsiteX22" fmla="*/ 486160 w 546442"/>
                <a:gd name="connsiteY22" fmla="*/ 188653 h 294905"/>
                <a:gd name="connsiteX23" fmla="*/ 466211 w 546442"/>
                <a:gd name="connsiteY23" fmla="*/ 197327 h 294905"/>
                <a:gd name="connsiteX24" fmla="*/ 434985 w 546442"/>
                <a:gd name="connsiteY24" fmla="*/ 192990 h 294905"/>
                <a:gd name="connsiteX25" fmla="*/ 401158 w 546442"/>
                <a:gd name="connsiteY25" fmla="*/ 140948 h 294905"/>
                <a:gd name="connsiteX26" fmla="*/ 381209 w 546442"/>
                <a:gd name="connsiteY26" fmla="*/ 118396 h 294905"/>
                <a:gd name="connsiteX27" fmla="*/ 365596 w 546442"/>
                <a:gd name="connsiteY27" fmla="*/ 118396 h 294905"/>
                <a:gd name="connsiteX28" fmla="*/ 356055 w 546442"/>
                <a:gd name="connsiteY28" fmla="*/ 125335 h 294905"/>
                <a:gd name="connsiteX29" fmla="*/ 339575 w 546442"/>
                <a:gd name="connsiteY29" fmla="*/ 102783 h 294905"/>
                <a:gd name="connsiteX30" fmla="*/ 342177 w 546442"/>
                <a:gd name="connsiteY30" fmla="*/ 89773 h 294905"/>
                <a:gd name="connsiteX31" fmla="*/ 362994 w 546442"/>
                <a:gd name="connsiteY31" fmla="*/ 44669 h 294905"/>
                <a:gd name="connsiteX32" fmla="*/ 337840 w 546442"/>
                <a:gd name="connsiteY32" fmla="*/ 6505 h 294905"/>
                <a:gd name="connsiteX33" fmla="*/ 305748 w 546442"/>
                <a:gd name="connsiteY33" fmla="*/ 22118 h 294905"/>
                <a:gd name="connsiteX34" fmla="*/ 290135 w 546442"/>
                <a:gd name="connsiteY34" fmla="*/ 47272 h 294905"/>
                <a:gd name="connsiteX35" fmla="*/ 131406 w 546442"/>
                <a:gd name="connsiteY35" fmla="*/ 88038 h 294905"/>
                <a:gd name="connsiteX36" fmla="*/ 11709 w 546442"/>
                <a:gd name="connsiteY36" fmla="*/ 109722 h 294905"/>
                <a:gd name="connsiteX37" fmla="*/ 6505 w 546442"/>
                <a:gd name="connsiteY37" fmla="*/ 201663 h 294905"/>
                <a:gd name="connsiteX38" fmla="*/ 12577 w 546442"/>
                <a:gd name="connsiteY38" fmla="*/ 244164 h 294905"/>
                <a:gd name="connsiteX39" fmla="*/ 203398 w 546442"/>
                <a:gd name="connsiteY39" fmla="*/ 202531 h 294905"/>
                <a:gd name="connsiteX40" fmla="*/ 300543 w 546442"/>
                <a:gd name="connsiteY40" fmla="*/ 178244 h 294905"/>
                <a:gd name="connsiteX41" fmla="*/ 317891 w 546442"/>
                <a:gd name="connsiteY41" fmla="*/ 192122 h 294905"/>
                <a:gd name="connsiteX42" fmla="*/ 347381 w 546442"/>
                <a:gd name="connsiteY42" fmla="*/ 229419 h 294905"/>
                <a:gd name="connsiteX43" fmla="*/ 372535 w 546442"/>
                <a:gd name="connsiteY43" fmla="*/ 270186 h 294905"/>
                <a:gd name="connsiteX44" fmla="*/ 390750 w 546442"/>
                <a:gd name="connsiteY44" fmla="*/ 262379 h 294905"/>
                <a:gd name="connsiteX45" fmla="*/ 499171 w 546442"/>
                <a:gd name="connsiteY45" fmla="*/ 274522 h 294905"/>
                <a:gd name="connsiteX46" fmla="*/ 518253 w 546442"/>
                <a:gd name="connsiteY46" fmla="*/ 268451 h 294905"/>
                <a:gd name="connsiteX47" fmla="*/ 522590 w 546442"/>
                <a:gd name="connsiteY47" fmla="*/ 253706 h 294905"/>
                <a:gd name="connsiteX48" fmla="*/ 531264 w 546442"/>
                <a:gd name="connsiteY48" fmla="*/ 254573 h 294905"/>
                <a:gd name="connsiteX49" fmla="*/ 539937 w 546442"/>
                <a:gd name="connsiteY49" fmla="*/ 274522 h 294905"/>
                <a:gd name="connsiteX50" fmla="*/ 528662 w 546442"/>
                <a:gd name="connsiteY50" fmla="*/ 278859 h 294905"/>
                <a:gd name="connsiteX51" fmla="*/ 494834 w 546442"/>
                <a:gd name="connsiteY51" fmla="*/ 279727 h 294905"/>
                <a:gd name="connsiteX52" fmla="*/ 499171 w 546442"/>
                <a:gd name="connsiteY52" fmla="*/ 274522 h 294905"/>
                <a:gd name="connsiteX53" fmla="*/ 417638 w 546442"/>
                <a:gd name="connsiteY53" fmla="*/ 281461 h 294905"/>
                <a:gd name="connsiteX54" fmla="*/ 437588 w 546442"/>
                <a:gd name="connsiteY54" fmla="*/ 258910 h 294905"/>
                <a:gd name="connsiteX55" fmla="*/ 451466 w 546442"/>
                <a:gd name="connsiteY55" fmla="*/ 258910 h 294905"/>
                <a:gd name="connsiteX56" fmla="*/ 467078 w 546442"/>
                <a:gd name="connsiteY56" fmla="*/ 271920 h 294905"/>
                <a:gd name="connsiteX57" fmla="*/ 446262 w 546442"/>
                <a:gd name="connsiteY57" fmla="*/ 280594 h 294905"/>
                <a:gd name="connsiteX58" fmla="*/ 427179 w 546442"/>
                <a:gd name="connsiteY58" fmla="*/ 289268 h 294905"/>
                <a:gd name="connsiteX59" fmla="*/ 417638 w 546442"/>
                <a:gd name="connsiteY59" fmla="*/ 281461 h 29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46442" h="294905">
                  <a:moveTo>
                    <a:pt x="390750" y="262379"/>
                  </a:moveTo>
                  <a:lnTo>
                    <a:pt x="386413" y="242430"/>
                  </a:lnTo>
                  <a:lnTo>
                    <a:pt x="393352" y="229419"/>
                  </a:lnTo>
                  <a:lnTo>
                    <a:pt x="418506" y="216409"/>
                  </a:lnTo>
                  <a:lnTo>
                    <a:pt x="425445" y="243297"/>
                  </a:lnTo>
                  <a:lnTo>
                    <a:pt x="421108" y="258910"/>
                  </a:lnTo>
                  <a:lnTo>
                    <a:pt x="400291" y="271920"/>
                  </a:lnTo>
                  <a:lnTo>
                    <a:pt x="400291" y="280594"/>
                  </a:lnTo>
                  <a:lnTo>
                    <a:pt x="416771" y="267584"/>
                  </a:lnTo>
                  <a:lnTo>
                    <a:pt x="450598" y="228552"/>
                  </a:lnTo>
                  <a:lnTo>
                    <a:pt x="484426" y="212072"/>
                  </a:lnTo>
                  <a:lnTo>
                    <a:pt x="520855" y="199061"/>
                  </a:lnTo>
                  <a:lnTo>
                    <a:pt x="518253" y="178244"/>
                  </a:lnTo>
                  <a:lnTo>
                    <a:pt x="509580" y="153091"/>
                  </a:lnTo>
                  <a:lnTo>
                    <a:pt x="493099" y="132274"/>
                  </a:lnTo>
                  <a:lnTo>
                    <a:pt x="477487" y="125335"/>
                  </a:lnTo>
                  <a:lnTo>
                    <a:pt x="459272" y="127070"/>
                  </a:lnTo>
                  <a:lnTo>
                    <a:pt x="454935" y="131406"/>
                  </a:lnTo>
                  <a:lnTo>
                    <a:pt x="463609" y="142682"/>
                  </a:lnTo>
                  <a:lnTo>
                    <a:pt x="476620" y="135743"/>
                  </a:lnTo>
                  <a:lnTo>
                    <a:pt x="494834" y="149621"/>
                  </a:lnTo>
                  <a:lnTo>
                    <a:pt x="501773" y="173040"/>
                  </a:lnTo>
                  <a:lnTo>
                    <a:pt x="486160" y="188653"/>
                  </a:lnTo>
                  <a:lnTo>
                    <a:pt x="466211" y="197327"/>
                  </a:lnTo>
                  <a:lnTo>
                    <a:pt x="434985" y="192990"/>
                  </a:lnTo>
                  <a:lnTo>
                    <a:pt x="401158" y="140948"/>
                  </a:lnTo>
                  <a:lnTo>
                    <a:pt x="381209" y="118396"/>
                  </a:lnTo>
                  <a:lnTo>
                    <a:pt x="365596" y="118396"/>
                  </a:lnTo>
                  <a:lnTo>
                    <a:pt x="356055" y="125335"/>
                  </a:lnTo>
                  <a:lnTo>
                    <a:pt x="339575" y="102783"/>
                  </a:lnTo>
                  <a:lnTo>
                    <a:pt x="342177" y="89773"/>
                  </a:lnTo>
                  <a:lnTo>
                    <a:pt x="362994" y="44669"/>
                  </a:lnTo>
                  <a:lnTo>
                    <a:pt x="337840" y="6505"/>
                  </a:lnTo>
                  <a:lnTo>
                    <a:pt x="305748" y="22118"/>
                  </a:lnTo>
                  <a:lnTo>
                    <a:pt x="290135" y="47272"/>
                  </a:lnTo>
                  <a:lnTo>
                    <a:pt x="131406" y="88038"/>
                  </a:lnTo>
                  <a:lnTo>
                    <a:pt x="11709" y="109722"/>
                  </a:lnTo>
                  <a:lnTo>
                    <a:pt x="6505" y="201663"/>
                  </a:lnTo>
                  <a:lnTo>
                    <a:pt x="12577" y="244164"/>
                  </a:lnTo>
                  <a:lnTo>
                    <a:pt x="203398" y="202531"/>
                  </a:lnTo>
                  <a:lnTo>
                    <a:pt x="300543" y="178244"/>
                  </a:lnTo>
                  <a:lnTo>
                    <a:pt x="317891" y="192122"/>
                  </a:lnTo>
                  <a:lnTo>
                    <a:pt x="347381" y="229419"/>
                  </a:lnTo>
                  <a:lnTo>
                    <a:pt x="372535" y="270186"/>
                  </a:lnTo>
                  <a:lnTo>
                    <a:pt x="390750" y="262379"/>
                  </a:lnTo>
                  <a:close/>
                  <a:moveTo>
                    <a:pt x="499171" y="274522"/>
                  </a:moveTo>
                  <a:lnTo>
                    <a:pt x="518253" y="268451"/>
                  </a:lnTo>
                  <a:lnTo>
                    <a:pt x="522590" y="253706"/>
                  </a:lnTo>
                  <a:lnTo>
                    <a:pt x="531264" y="254573"/>
                  </a:lnTo>
                  <a:lnTo>
                    <a:pt x="539937" y="274522"/>
                  </a:lnTo>
                  <a:lnTo>
                    <a:pt x="528662" y="278859"/>
                  </a:lnTo>
                  <a:lnTo>
                    <a:pt x="494834" y="279727"/>
                  </a:lnTo>
                  <a:lnTo>
                    <a:pt x="499171" y="274522"/>
                  </a:lnTo>
                  <a:close/>
                  <a:moveTo>
                    <a:pt x="417638" y="281461"/>
                  </a:moveTo>
                  <a:lnTo>
                    <a:pt x="437588" y="258910"/>
                  </a:lnTo>
                  <a:lnTo>
                    <a:pt x="451466" y="258910"/>
                  </a:lnTo>
                  <a:lnTo>
                    <a:pt x="467078" y="271920"/>
                  </a:lnTo>
                  <a:lnTo>
                    <a:pt x="446262" y="280594"/>
                  </a:lnTo>
                  <a:lnTo>
                    <a:pt x="427179" y="289268"/>
                  </a:lnTo>
                  <a:lnTo>
                    <a:pt x="417638" y="28146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8" name="Freeform: Shape 125">
              <a:extLst>
                <a:ext uri="{FF2B5EF4-FFF2-40B4-BE49-F238E27FC236}">
                  <a16:creationId xmlns:a16="http://schemas.microsoft.com/office/drawing/2014/main" id="{84AD7224-A328-D444-8003-4F7F14A7187C}"/>
                </a:ext>
              </a:extLst>
            </p:cNvPr>
            <p:cNvSpPr/>
            <p:nvPr/>
          </p:nvSpPr>
          <p:spPr>
            <a:xfrm>
              <a:off x="6976782" y="1988444"/>
              <a:ext cx="702569" cy="364295"/>
            </a:xfrm>
            <a:custGeom>
              <a:avLst/>
              <a:gdLst>
                <a:gd name="connsiteX0" fmla="*/ 676982 w 702569"/>
                <a:gd name="connsiteY0" fmla="*/ 302278 h 364295"/>
                <a:gd name="connsiteX1" fmla="*/ 691727 w 702569"/>
                <a:gd name="connsiteY1" fmla="*/ 269318 h 364295"/>
                <a:gd name="connsiteX2" fmla="*/ 696064 w 702569"/>
                <a:gd name="connsiteY2" fmla="*/ 227684 h 364295"/>
                <a:gd name="connsiteX3" fmla="*/ 641420 w 702569"/>
                <a:gd name="connsiteY3" fmla="*/ 237226 h 364295"/>
                <a:gd name="connsiteX4" fmla="*/ 591112 w 702569"/>
                <a:gd name="connsiteY4" fmla="*/ 239828 h 364295"/>
                <a:gd name="connsiteX5" fmla="*/ 558152 w 702569"/>
                <a:gd name="connsiteY5" fmla="*/ 94110 h 364295"/>
                <a:gd name="connsiteX6" fmla="*/ 538203 w 702569"/>
                <a:gd name="connsiteY6" fmla="*/ 46404 h 364295"/>
                <a:gd name="connsiteX7" fmla="*/ 525192 w 702569"/>
                <a:gd name="connsiteY7" fmla="*/ 6505 h 364295"/>
                <a:gd name="connsiteX8" fmla="*/ 332636 w 702569"/>
                <a:gd name="connsiteY8" fmla="*/ 43802 h 364295"/>
                <a:gd name="connsiteX9" fmla="*/ 6505 w 702569"/>
                <a:gd name="connsiteY9" fmla="*/ 109722 h 364295"/>
                <a:gd name="connsiteX10" fmla="*/ 23853 w 702569"/>
                <a:gd name="connsiteY10" fmla="*/ 199929 h 364295"/>
                <a:gd name="connsiteX11" fmla="*/ 65486 w 702569"/>
                <a:gd name="connsiteY11" fmla="*/ 157427 h 364295"/>
                <a:gd name="connsiteX12" fmla="*/ 87171 w 702569"/>
                <a:gd name="connsiteY12" fmla="*/ 151356 h 364295"/>
                <a:gd name="connsiteX13" fmla="*/ 99314 w 702569"/>
                <a:gd name="connsiteY13" fmla="*/ 138345 h 364295"/>
                <a:gd name="connsiteX14" fmla="*/ 114926 w 702569"/>
                <a:gd name="connsiteY14" fmla="*/ 114926 h 364295"/>
                <a:gd name="connsiteX15" fmla="*/ 128804 w 702569"/>
                <a:gd name="connsiteY15" fmla="*/ 120998 h 364295"/>
                <a:gd name="connsiteX16" fmla="*/ 151356 w 702569"/>
                <a:gd name="connsiteY16" fmla="*/ 119263 h 364295"/>
                <a:gd name="connsiteX17" fmla="*/ 173907 w 702569"/>
                <a:gd name="connsiteY17" fmla="*/ 101048 h 364295"/>
                <a:gd name="connsiteX18" fmla="*/ 191255 w 702569"/>
                <a:gd name="connsiteY18" fmla="*/ 88038 h 364295"/>
                <a:gd name="connsiteX19" fmla="*/ 209470 w 702569"/>
                <a:gd name="connsiteY19" fmla="*/ 82834 h 364295"/>
                <a:gd name="connsiteX20" fmla="*/ 222480 w 702569"/>
                <a:gd name="connsiteY20" fmla="*/ 92375 h 364295"/>
                <a:gd name="connsiteX21" fmla="*/ 245899 w 702569"/>
                <a:gd name="connsiteY21" fmla="*/ 104518 h 364295"/>
                <a:gd name="connsiteX22" fmla="*/ 262379 w 702569"/>
                <a:gd name="connsiteY22" fmla="*/ 120131 h 364295"/>
                <a:gd name="connsiteX23" fmla="*/ 273655 w 702569"/>
                <a:gd name="connsiteY23" fmla="*/ 132274 h 364295"/>
                <a:gd name="connsiteX24" fmla="*/ 315289 w 702569"/>
                <a:gd name="connsiteY24" fmla="*/ 146152 h 364295"/>
                <a:gd name="connsiteX25" fmla="*/ 310085 w 702569"/>
                <a:gd name="connsiteY25" fmla="*/ 171305 h 364295"/>
                <a:gd name="connsiteX26" fmla="*/ 360392 w 702569"/>
                <a:gd name="connsiteY26" fmla="*/ 189520 h 364295"/>
                <a:gd name="connsiteX27" fmla="*/ 360392 w 702569"/>
                <a:gd name="connsiteY27" fmla="*/ 189520 h 364295"/>
                <a:gd name="connsiteX28" fmla="*/ 392485 w 702569"/>
                <a:gd name="connsiteY28" fmla="*/ 211204 h 364295"/>
                <a:gd name="connsiteX29" fmla="*/ 392485 w 702569"/>
                <a:gd name="connsiteY29" fmla="*/ 217276 h 364295"/>
                <a:gd name="connsiteX30" fmla="*/ 386413 w 702569"/>
                <a:gd name="connsiteY30" fmla="*/ 245899 h 364295"/>
                <a:gd name="connsiteX31" fmla="*/ 370800 w 702569"/>
                <a:gd name="connsiteY31" fmla="*/ 268451 h 364295"/>
                <a:gd name="connsiteX32" fmla="*/ 370800 w 702569"/>
                <a:gd name="connsiteY32" fmla="*/ 286665 h 364295"/>
                <a:gd name="connsiteX33" fmla="*/ 373402 w 702569"/>
                <a:gd name="connsiteY33" fmla="*/ 293605 h 364295"/>
                <a:gd name="connsiteX34" fmla="*/ 390750 w 702569"/>
                <a:gd name="connsiteY34" fmla="*/ 304880 h 364295"/>
                <a:gd name="connsiteX35" fmla="*/ 420241 w 702569"/>
                <a:gd name="connsiteY35" fmla="*/ 314421 h 364295"/>
                <a:gd name="connsiteX36" fmla="*/ 457537 w 702569"/>
                <a:gd name="connsiteY36" fmla="*/ 313554 h 364295"/>
                <a:gd name="connsiteX37" fmla="*/ 484426 w 702569"/>
                <a:gd name="connsiteY37" fmla="*/ 322228 h 364295"/>
                <a:gd name="connsiteX38" fmla="*/ 502641 w 702569"/>
                <a:gd name="connsiteY38" fmla="*/ 324830 h 364295"/>
                <a:gd name="connsiteX39" fmla="*/ 511314 w 702569"/>
                <a:gd name="connsiteY39" fmla="*/ 306615 h 364295"/>
                <a:gd name="connsiteX40" fmla="*/ 498304 w 702569"/>
                <a:gd name="connsiteY40" fmla="*/ 288400 h 364295"/>
                <a:gd name="connsiteX41" fmla="*/ 498304 w 702569"/>
                <a:gd name="connsiteY41" fmla="*/ 272788 h 364295"/>
                <a:gd name="connsiteX42" fmla="*/ 477487 w 702569"/>
                <a:gd name="connsiteY42" fmla="*/ 254573 h 364295"/>
                <a:gd name="connsiteX43" fmla="*/ 459272 w 702569"/>
                <a:gd name="connsiteY43" fmla="*/ 206868 h 364295"/>
                <a:gd name="connsiteX44" fmla="*/ 470548 w 702569"/>
                <a:gd name="connsiteY44" fmla="*/ 160897 h 364295"/>
                <a:gd name="connsiteX45" fmla="*/ 468813 w 702569"/>
                <a:gd name="connsiteY45" fmla="*/ 142682 h 364295"/>
                <a:gd name="connsiteX46" fmla="*/ 457537 w 702569"/>
                <a:gd name="connsiteY46" fmla="*/ 131406 h 364295"/>
                <a:gd name="connsiteX47" fmla="*/ 470548 w 702569"/>
                <a:gd name="connsiteY47" fmla="*/ 111457 h 364295"/>
                <a:gd name="connsiteX48" fmla="*/ 474885 w 702569"/>
                <a:gd name="connsiteY48" fmla="*/ 93242 h 364295"/>
                <a:gd name="connsiteX49" fmla="*/ 491365 w 702569"/>
                <a:gd name="connsiteY49" fmla="*/ 81966 h 364295"/>
                <a:gd name="connsiteX50" fmla="*/ 507845 w 702569"/>
                <a:gd name="connsiteY50" fmla="*/ 68089 h 364295"/>
                <a:gd name="connsiteX51" fmla="*/ 512182 w 702569"/>
                <a:gd name="connsiteY51" fmla="*/ 76762 h 364295"/>
                <a:gd name="connsiteX52" fmla="*/ 499171 w 702569"/>
                <a:gd name="connsiteY52" fmla="*/ 90640 h 364295"/>
                <a:gd name="connsiteX53" fmla="*/ 487895 w 702569"/>
                <a:gd name="connsiteY53" fmla="*/ 122733 h 364295"/>
                <a:gd name="connsiteX54" fmla="*/ 490497 w 702569"/>
                <a:gd name="connsiteY54" fmla="*/ 132274 h 364295"/>
                <a:gd name="connsiteX55" fmla="*/ 506110 w 702569"/>
                <a:gd name="connsiteY55" fmla="*/ 134876 h 364295"/>
                <a:gd name="connsiteX56" fmla="*/ 510447 w 702569"/>
                <a:gd name="connsiteY56" fmla="*/ 182581 h 364295"/>
                <a:gd name="connsiteX57" fmla="*/ 492232 w 702569"/>
                <a:gd name="connsiteY57" fmla="*/ 191255 h 364295"/>
                <a:gd name="connsiteX58" fmla="*/ 494834 w 702569"/>
                <a:gd name="connsiteY58" fmla="*/ 222480 h 364295"/>
                <a:gd name="connsiteX59" fmla="*/ 499171 w 702569"/>
                <a:gd name="connsiteY59" fmla="*/ 220745 h 364295"/>
                <a:gd name="connsiteX60" fmla="*/ 508712 w 702569"/>
                <a:gd name="connsiteY60" fmla="*/ 204266 h 364295"/>
                <a:gd name="connsiteX61" fmla="*/ 522590 w 702569"/>
                <a:gd name="connsiteY61" fmla="*/ 219878 h 364295"/>
                <a:gd name="connsiteX62" fmla="*/ 508712 w 702569"/>
                <a:gd name="connsiteY62" fmla="*/ 231154 h 364295"/>
                <a:gd name="connsiteX63" fmla="*/ 506110 w 702569"/>
                <a:gd name="connsiteY63" fmla="*/ 260644 h 364295"/>
                <a:gd name="connsiteX64" fmla="*/ 528662 w 702569"/>
                <a:gd name="connsiteY64" fmla="*/ 290135 h 364295"/>
                <a:gd name="connsiteX65" fmla="*/ 562489 w 702569"/>
                <a:gd name="connsiteY65" fmla="*/ 294472 h 364295"/>
                <a:gd name="connsiteX66" fmla="*/ 576367 w 702569"/>
                <a:gd name="connsiteY66" fmla="*/ 287533 h 364295"/>
                <a:gd name="connsiteX67" fmla="*/ 604123 w 702569"/>
                <a:gd name="connsiteY67" fmla="*/ 323963 h 364295"/>
                <a:gd name="connsiteX68" fmla="*/ 612797 w 702569"/>
                <a:gd name="connsiteY68" fmla="*/ 327432 h 364295"/>
                <a:gd name="connsiteX69" fmla="*/ 676982 w 702569"/>
                <a:gd name="connsiteY69" fmla="*/ 302278 h 364295"/>
                <a:gd name="connsiteX70" fmla="*/ 551213 w 702569"/>
                <a:gd name="connsiteY70" fmla="*/ 304013 h 364295"/>
                <a:gd name="connsiteX71" fmla="*/ 560755 w 702569"/>
                <a:gd name="connsiteY71" fmla="*/ 325697 h 364295"/>
                <a:gd name="connsiteX72" fmla="*/ 562489 w 702569"/>
                <a:gd name="connsiteY72" fmla="*/ 341310 h 364295"/>
                <a:gd name="connsiteX73" fmla="*/ 572030 w 702569"/>
                <a:gd name="connsiteY73" fmla="*/ 357790 h 364295"/>
                <a:gd name="connsiteX74" fmla="*/ 579836 w 702569"/>
                <a:gd name="connsiteY74" fmla="*/ 347381 h 364295"/>
                <a:gd name="connsiteX75" fmla="*/ 573765 w 702569"/>
                <a:gd name="connsiteY75" fmla="*/ 320493 h 364295"/>
                <a:gd name="connsiteX76" fmla="*/ 567693 w 702569"/>
                <a:gd name="connsiteY76" fmla="*/ 300543 h 364295"/>
                <a:gd name="connsiteX77" fmla="*/ 551213 w 702569"/>
                <a:gd name="connsiteY77" fmla="*/ 304013 h 36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702569" h="364295">
                  <a:moveTo>
                    <a:pt x="676982" y="302278"/>
                  </a:moveTo>
                  <a:lnTo>
                    <a:pt x="691727" y="269318"/>
                  </a:lnTo>
                  <a:lnTo>
                    <a:pt x="696064" y="227684"/>
                  </a:lnTo>
                  <a:lnTo>
                    <a:pt x="641420" y="237226"/>
                  </a:lnTo>
                  <a:lnTo>
                    <a:pt x="591112" y="239828"/>
                  </a:lnTo>
                  <a:lnTo>
                    <a:pt x="558152" y="94110"/>
                  </a:lnTo>
                  <a:lnTo>
                    <a:pt x="538203" y="46404"/>
                  </a:lnTo>
                  <a:lnTo>
                    <a:pt x="525192" y="6505"/>
                  </a:lnTo>
                  <a:lnTo>
                    <a:pt x="332636" y="43802"/>
                  </a:lnTo>
                  <a:lnTo>
                    <a:pt x="6505" y="109722"/>
                  </a:lnTo>
                  <a:lnTo>
                    <a:pt x="23853" y="199929"/>
                  </a:lnTo>
                  <a:lnTo>
                    <a:pt x="65486" y="157427"/>
                  </a:lnTo>
                  <a:lnTo>
                    <a:pt x="87171" y="151356"/>
                  </a:lnTo>
                  <a:lnTo>
                    <a:pt x="99314" y="138345"/>
                  </a:lnTo>
                  <a:lnTo>
                    <a:pt x="114926" y="114926"/>
                  </a:lnTo>
                  <a:lnTo>
                    <a:pt x="128804" y="120998"/>
                  </a:lnTo>
                  <a:lnTo>
                    <a:pt x="151356" y="119263"/>
                  </a:lnTo>
                  <a:lnTo>
                    <a:pt x="173907" y="101048"/>
                  </a:lnTo>
                  <a:lnTo>
                    <a:pt x="191255" y="88038"/>
                  </a:lnTo>
                  <a:lnTo>
                    <a:pt x="209470" y="82834"/>
                  </a:lnTo>
                  <a:lnTo>
                    <a:pt x="222480" y="92375"/>
                  </a:lnTo>
                  <a:lnTo>
                    <a:pt x="245899" y="104518"/>
                  </a:lnTo>
                  <a:lnTo>
                    <a:pt x="262379" y="120131"/>
                  </a:lnTo>
                  <a:lnTo>
                    <a:pt x="273655" y="132274"/>
                  </a:lnTo>
                  <a:lnTo>
                    <a:pt x="315289" y="146152"/>
                  </a:lnTo>
                  <a:lnTo>
                    <a:pt x="310085" y="171305"/>
                  </a:lnTo>
                  <a:lnTo>
                    <a:pt x="360392" y="189520"/>
                  </a:lnTo>
                  <a:lnTo>
                    <a:pt x="360392" y="189520"/>
                  </a:lnTo>
                  <a:lnTo>
                    <a:pt x="392485" y="211204"/>
                  </a:lnTo>
                  <a:lnTo>
                    <a:pt x="392485" y="217276"/>
                  </a:lnTo>
                  <a:lnTo>
                    <a:pt x="386413" y="245899"/>
                  </a:lnTo>
                  <a:lnTo>
                    <a:pt x="370800" y="268451"/>
                  </a:lnTo>
                  <a:lnTo>
                    <a:pt x="370800" y="286665"/>
                  </a:lnTo>
                  <a:lnTo>
                    <a:pt x="373402" y="293605"/>
                  </a:lnTo>
                  <a:lnTo>
                    <a:pt x="390750" y="304880"/>
                  </a:lnTo>
                  <a:lnTo>
                    <a:pt x="420241" y="314421"/>
                  </a:lnTo>
                  <a:lnTo>
                    <a:pt x="457537" y="313554"/>
                  </a:lnTo>
                  <a:lnTo>
                    <a:pt x="484426" y="322228"/>
                  </a:lnTo>
                  <a:lnTo>
                    <a:pt x="502641" y="324830"/>
                  </a:lnTo>
                  <a:lnTo>
                    <a:pt x="511314" y="306615"/>
                  </a:lnTo>
                  <a:lnTo>
                    <a:pt x="498304" y="288400"/>
                  </a:lnTo>
                  <a:lnTo>
                    <a:pt x="498304" y="272788"/>
                  </a:lnTo>
                  <a:lnTo>
                    <a:pt x="477487" y="254573"/>
                  </a:lnTo>
                  <a:lnTo>
                    <a:pt x="459272" y="206868"/>
                  </a:lnTo>
                  <a:lnTo>
                    <a:pt x="470548" y="160897"/>
                  </a:lnTo>
                  <a:lnTo>
                    <a:pt x="468813" y="142682"/>
                  </a:lnTo>
                  <a:lnTo>
                    <a:pt x="457537" y="131406"/>
                  </a:lnTo>
                  <a:cubicBezTo>
                    <a:pt x="457537" y="131406"/>
                    <a:pt x="470548" y="117529"/>
                    <a:pt x="470548" y="111457"/>
                  </a:cubicBezTo>
                  <a:cubicBezTo>
                    <a:pt x="470548" y="106253"/>
                    <a:pt x="474885" y="93242"/>
                    <a:pt x="474885" y="93242"/>
                  </a:cubicBezTo>
                  <a:lnTo>
                    <a:pt x="491365" y="81966"/>
                  </a:lnTo>
                  <a:lnTo>
                    <a:pt x="507845" y="68089"/>
                  </a:lnTo>
                  <a:lnTo>
                    <a:pt x="512182" y="76762"/>
                  </a:lnTo>
                  <a:lnTo>
                    <a:pt x="499171" y="90640"/>
                  </a:lnTo>
                  <a:lnTo>
                    <a:pt x="487895" y="122733"/>
                  </a:lnTo>
                  <a:lnTo>
                    <a:pt x="490497" y="132274"/>
                  </a:lnTo>
                  <a:lnTo>
                    <a:pt x="506110" y="134876"/>
                  </a:lnTo>
                  <a:lnTo>
                    <a:pt x="510447" y="182581"/>
                  </a:lnTo>
                  <a:lnTo>
                    <a:pt x="492232" y="191255"/>
                  </a:lnTo>
                  <a:lnTo>
                    <a:pt x="494834" y="222480"/>
                  </a:lnTo>
                  <a:lnTo>
                    <a:pt x="499171" y="220745"/>
                  </a:lnTo>
                  <a:lnTo>
                    <a:pt x="508712" y="204266"/>
                  </a:lnTo>
                  <a:lnTo>
                    <a:pt x="522590" y="219878"/>
                  </a:lnTo>
                  <a:lnTo>
                    <a:pt x="508712" y="231154"/>
                  </a:lnTo>
                  <a:lnTo>
                    <a:pt x="506110" y="260644"/>
                  </a:lnTo>
                  <a:lnTo>
                    <a:pt x="528662" y="290135"/>
                  </a:lnTo>
                  <a:lnTo>
                    <a:pt x="562489" y="294472"/>
                  </a:lnTo>
                  <a:lnTo>
                    <a:pt x="576367" y="287533"/>
                  </a:lnTo>
                  <a:lnTo>
                    <a:pt x="604123" y="323963"/>
                  </a:lnTo>
                  <a:lnTo>
                    <a:pt x="612797" y="327432"/>
                  </a:lnTo>
                  <a:lnTo>
                    <a:pt x="676982" y="302278"/>
                  </a:lnTo>
                  <a:close/>
                  <a:moveTo>
                    <a:pt x="551213" y="304013"/>
                  </a:moveTo>
                  <a:lnTo>
                    <a:pt x="560755" y="325697"/>
                  </a:lnTo>
                  <a:lnTo>
                    <a:pt x="562489" y="341310"/>
                  </a:lnTo>
                  <a:lnTo>
                    <a:pt x="572030" y="357790"/>
                  </a:lnTo>
                  <a:cubicBezTo>
                    <a:pt x="572030" y="357790"/>
                    <a:pt x="579836" y="349984"/>
                    <a:pt x="579836" y="347381"/>
                  </a:cubicBezTo>
                  <a:cubicBezTo>
                    <a:pt x="579836" y="344779"/>
                    <a:pt x="573765" y="320493"/>
                    <a:pt x="573765" y="320493"/>
                  </a:cubicBezTo>
                  <a:lnTo>
                    <a:pt x="567693" y="300543"/>
                  </a:lnTo>
                  <a:lnTo>
                    <a:pt x="551213" y="30401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199" name="Freeform: Shape 126">
              <a:extLst>
                <a:ext uri="{FF2B5EF4-FFF2-40B4-BE49-F238E27FC236}">
                  <a16:creationId xmlns:a16="http://schemas.microsoft.com/office/drawing/2014/main" id="{80AA294F-AE01-524E-8C05-636DD0DE3E9D}"/>
                </a:ext>
              </a:extLst>
            </p:cNvPr>
            <p:cNvSpPr/>
            <p:nvPr/>
          </p:nvSpPr>
          <p:spPr>
            <a:xfrm>
              <a:off x="7904867" y="313554"/>
              <a:ext cx="555116" cy="876043"/>
            </a:xfrm>
            <a:custGeom>
              <a:avLst/>
              <a:gdLst>
                <a:gd name="connsiteX0" fmla="*/ 17781 w 555116"/>
                <a:gd name="connsiteY0" fmla="*/ 483558 h 876043"/>
                <a:gd name="connsiteX1" fmla="*/ 30792 w 555116"/>
                <a:gd name="connsiteY1" fmla="*/ 487028 h 876043"/>
                <a:gd name="connsiteX2" fmla="*/ 30792 w 555116"/>
                <a:gd name="connsiteY2" fmla="*/ 464476 h 876043"/>
                <a:gd name="connsiteX3" fmla="*/ 37730 w 555116"/>
                <a:gd name="connsiteY3" fmla="*/ 416771 h 876043"/>
                <a:gd name="connsiteX4" fmla="*/ 60282 w 555116"/>
                <a:gd name="connsiteY4" fmla="*/ 376005 h 876043"/>
                <a:gd name="connsiteX5" fmla="*/ 73293 w 555116"/>
                <a:gd name="connsiteY5" fmla="*/ 341310 h 876043"/>
                <a:gd name="connsiteX6" fmla="*/ 56813 w 555116"/>
                <a:gd name="connsiteY6" fmla="*/ 320493 h 876043"/>
                <a:gd name="connsiteX7" fmla="*/ 56813 w 555116"/>
                <a:gd name="connsiteY7" fmla="*/ 268451 h 876043"/>
                <a:gd name="connsiteX8" fmla="*/ 63751 w 555116"/>
                <a:gd name="connsiteY8" fmla="*/ 259777 h 876043"/>
                <a:gd name="connsiteX9" fmla="*/ 70691 w 555116"/>
                <a:gd name="connsiteY9" fmla="*/ 236358 h 876043"/>
                <a:gd name="connsiteX10" fmla="*/ 68956 w 555116"/>
                <a:gd name="connsiteY10" fmla="*/ 223348 h 876043"/>
                <a:gd name="connsiteX11" fmla="*/ 67221 w 555116"/>
                <a:gd name="connsiteY11" fmla="*/ 181714 h 876043"/>
                <a:gd name="connsiteX12" fmla="*/ 82834 w 555116"/>
                <a:gd name="connsiteY12" fmla="*/ 140080 h 876043"/>
                <a:gd name="connsiteX13" fmla="*/ 107988 w 555116"/>
                <a:gd name="connsiteY13" fmla="*/ 62884 h 876043"/>
                <a:gd name="connsiteX14" fmla="*/ 126202 w 555116"/>
                <a:gd name="connsiteY14" fmla="*/ 26455 h 876043"/>
                <a:gd name="connsiteX15" fmla="*/ 137478 w 555116"/>
                <a:gd name="connsiteY15" fmla="*/ 26455 h 876043"/>
                <a:gd name="connsiteX16" fmla="*/ 148754 w 555116"/>
                <a:gd name="connsiteY16" fmla="*/ 28190 h 876043"/>
                <a:gd name="connsiteX17" fmla="*/ 148754 w 555116"/>
                <a:gd name="connsiteY17" fmla="*/ 37731 h 876043"/>
                <a:gd name="connsiteX18" fmla="*/ 160030 w 555116"/>
                <a:gd name="connsiteY18" fmla="*/ 57680 h 876043"/>
                <a:gd name="connsiteX19" fmla="*/ 183449 w 555116"/>
                <a:gd name="connsiteY19" fmla="*/ 62884 h 876043"/>
                <a:gd name="connsiteX20" fmla="*/ 190388 w 555116"/>
                <a:gd name="connsiteY20" fmla="*/ 55945 h 876043"/>
                <a:gd name="connsiteX21" fmla="*/ 190388 w 555116"/>
                <a:gd name="connsiteY21" fmla="*/ 47272 h 876043"/>
                <a:gd name="connsiteX22" fmla="*/ 225082 w 555116"/>
                <a:gd name="connsiteY22" fmla="*/ 22118 h 876043"/>
                <a:gd name="connsiteX23" fmla="*/ 240695 w 555116"/>
                <a:gd name="connsiteY23" fmla="*/ 6505 h 876043"/>
                <a:gd name="connsiteX24" fmla="*/ 253706 w 555116"/>
                <a:gd name="connsiteY24" fmla="*/ 8240 h 876043"/>
                <a:gd name="connsiteX25" fmla="*/ 305748 w 555116"/>
                <a:gd name="connsiteY25" fmla="*/ 29057 h 876043"/>
                <a:gd name="connsiteX26" fmla="*/ 322228 w 555116"/>
                <a:gd name="connsiteY26" fmla="*/ 37731 h 876043"/>
                <a:gd name="connsiteX27" fmla="*/ 401158 w 555116"/>
                <a:gd name="connsiteY27" fmla="*/ 297074 h 876043"/>
                <a:gd name="connsiteX28" fmla="*/ 453200 w 555116"/>
                <a:gd name="connsiteY28" fmla="*/ 297074 h 876043"/>
                <a:gd name="connsiteX29" fmla="*/ 460139 w 555116"/>
                <a:gd name="connsiteY29" fmla="*/ 313554 h 876043"/>
                <a:gd name="connsiteX30" fmla="*/ 461874 w 555116"/>
                <a:gd name="connsiteY30" fmla="*/ 355188 h 876043"/>
                <a:gd name="connsiteX31" fmla="*/ 487028 w 555116"/>
                <a:gd name="connsiteY31" fmla="*/ 375137 h 876043"/>
                <a:gd name="connsiteX32" fmla="*/ 493967 w 555116"/>
                <a:gd name="connsiteY32" fmla="*/ 375137 h 876043"/>
                <a:gd name="connsiteX33" fmla="*/ 495702 w 555116"/>
                <a:gd name="connsiteY33" fmla="*/ 370800 h 876043"/>
                <a:gd name="connsiteX34" fmla="*/ 491365 w 555116"/>
                <a:gd name="connsiteY34" fmla="*/ 361259 h 876043"/>
                <a:gd name="connsiteX35" fmla="*/ 515651 w 555116"/>
                <a:gd name="connsiteY35" fmla="*/ 356922 h 876043"/>
                <a:gd name="connsiteX36" fmla="*/ 532131 w 555116"/>
                <a:gd name="connsiteY36" fmla="*/ 375137 h 876043"/>
                <a:gd name="connsiteX37" fmla="*/ 552081 w 555116"/>
                <a:gd name="connsiteY37" fmla="*/ 407230 h 876043"/>
                <a:gd name="connsiteX38" fmla="*/ 552081 w 555116"/>
                <a:gd name="connsiteY38" fmla="*/ 423710 h 876043"/>
                <a:gd name="connsiteX39" fmla="*/ 533866 w 555116"/>
                <a:gd name="connsiteY39" fmla="*/ 464476 h 876043"/>
                <a:gd name="connsiteX40" fmla="*/ 517386 w 555116"/>
                <a:gd name="connsiteY40" fmla="*/ 469681 h 876043"/>
                <a:gd name="connsiteX41" fmla="*/ 487895 w 555116"/>
                <a:gd name="connsiteY41" fmla="*/ 496569 h 876043"/>
                <a:gd name="connsiteX42" fmla="*/ 446262 w 555116"/>
                <a:gd name="connsiteY42" fmla="*/ 544274 h 876043"/>
                <a:gd name="connsiteX43" fmla="*/ 434986 w 555116"/>
                <a:gd name="connsiteY43" fmla="*/ 544274 h 876043"/>
                <a:gd name="connsiteX44" fmla="*/ 426312 w 555116"/>
                <a:gd name="connsiteY44" fmla="*/ 526060 h 876043"/>
                <a:gd name="connsiteX45" fmla="*/ 410699 w 555116"/>
                <a:gd name="connsiteY45" fmla="*/ 527794 h 876043"/>
                <a:gd name="connsiteX46" fmla="*/ 402025 w 555116"/>
                <a:gd name="connsiteY46" fmla="*/ 540805 h 876043"/>
                <a:gd name="connsiteX47" fmla="*/ 381209 w 555116"/>
                <a:gd name="connsiteY47" fmla="*/ 553815 h 876043"/>
                <a:gd name="connsiteX48" fmla="*/ 372535 w 555116"/>
                <a:gd name="connsiteY48" fmla="*/ 566826 h 876043"/>
                <a:gd name="connsiteX49" fmla="*/ 386413 w 555116"/>
                <a:gd name="connsiteY49" fmla="*/ 579836 h 876043"/>
                <a:gd name="connsiteX50" fmla="*/ 382076 w 555116"/>
                <a:gd name="connsiteY50" fmla="*/ 585041 h 876043"/>
                <a:gd name="connsiteX51" fmla="*/ 377739 w 555116"/>
                <a:gd name="connsiteY51" fmla="*/ 608460 h 876043"/>
                <a:gd name="connsiteX52" fmla="*/ 361260 w 555116"/>
                <a:gd name="connsiteY52" fmla="*/ 606725 h 876043"/>
                <a:gd name="connsiteX53" fmla="*/ 361260 w 555116"/>
                <a:gd name="connsiteY53" fmla="*/ 592847 h 876043"/>
                <a:gd name="connsiteX54" fmla="*/ 358657 w 555116"/>
                <a:gd name="connsiteY54" fmla="*/ 581571 h 876043"/>
                <a:gd name="connsiteX55" fmla="*/ 345646 w 555116"/>
                <a:gd name="connsiteY55" fmla="*/ 584173 h 876043"/>
                <a:gd name="connsiteX56" fmla="*/ 330034 w 555116"/>
                <a:gd name="connsiteY56" fmla="*/ 556417 h 876043"/>
                <a:gd name="connsiteX57" fmla="*/ 311819 w 555116"/>
                <a:gd name="connsiteY57" fmla="*/ 567693 h 876043"/>
                <a:gd name="connsiteX58" fmla="*/ 323095 w 555116"/>
                <a:gd name="connsiteY58" fmla="*/ 580704 h 876043"/>
                <a:gd name="connsiteX59" fmla="*/ 325697 w 555116"/>
                <a:gd name="connsiteY59" fmla="*/ 590245 h 876043"/>
                <a:gd name="connsiteX60" fmla="*/ 318758 w 555116"/>
                <a:gd name="connsiteY60" fmla="*/ 601521 h 876043"/>
                <a:gd name="connsiteX61" fmla="*/ 321360 w 555116"/>
                <a:gd name="connsiteY61" fmla="*/ 628409 h 876043"/>
                <a:gd name="connsiteX62" fmla="*/ 323095 w 555116"/>
                <a:gd name="connsiteY62" fmla="*/ 642287 h 876043"/>
                <a:gd name="connsiteX63" fmla="*/ 309217 w 555116"/>
                <a:gd name="connsiteY63" fmla="*/ 664839 h 876043"/>
                <a:gd name="connsiteX64" fmla="*/ 284063 w 555116"/>
                <a:gd name="connsiteY64" fmla="*/ 669175 h 876043"/>
                <a:gd name="connsiteX65" fmla="*/ 281461 w 555116"/>
                <a:gd name="connsiteY65" fmla="*/ 694329 h 876043"/>
                <a:gd name="connsiteX66" fmla="*/ 235491 w 555116"/>
                <a:gd name="connsiteY66" fmla="*/ 721218 h 876043"/>
                <a:gd name="connsiteX67" fmla="*/ 224215 w 555116"/>
                <a:gd name="connsiteY67" fmla="*/ 725554 h 876043"/>
                <a:gd name="connsiteX68" fmla="*/ 210337 w 555116"/>
                <a:gd name="connsiteY68" fmla="*/ 712544 h 876043"/>
                <a:gd name="connsiteX69" fmla="*/ 183449 w 555116"/>
                <a:gd name="connsiteY69" fmla="*/ 743769 h 876043"/>
                <a:gd name="connsiteX70" fmla="*/ 192123 w 555116"/>
                <a:gd name="connsiteY70" fmla="*/ 771525 h 876043"/>
                <a:gd name="connsiteX71" fmla="*/ 179112 w 555116"/>
                <a:gd name="connsiteY71" fmla="*/ 782801 h 876043"/>
                <a:gd name="connsiteX72" fmla="*/ 177377 w 555116"/>
                <a:gd name="connsiteY72" fmla="*/ 820965 h 876043"/>
                <a:gd name="connsiteX73" fmla="*/ 167836 w 555116"/>
                <a:gd name="connsiteY73" fmla="*/ 875609 h 876043"/>
                <a:gd name="connsiteX74" fmla="*/ 148754 w 555116"/>
                <a:gd name="connsiteY74" fmla="*/ 867803 h 876043"/>
                <a:gd name="connsiteX75" fmla="*/ 144417 w 555116"/>
                <a:gd name="connsiteY75" fmla="*/ 840915 h 876043"/>
                <a:gd name="connsiteX76" fmla="*/ 109722 w 555116"/>
                <a:gd name="connsiteY76" fmla="*/ 831374 h 876043"/>
                <a:gd name="connsiteX77" fmla="*/ 107988 w 555116"/>
                <a:gd name="connsiteY77" fmla="*/ 809689 h 876043"/>
                <a:gd name="connsiteX78" fmla="*/ 6505 w 555116"/>
                <a:gd name="connsiteY78" fmla="*/ 485293 h 876043"/>
                <a:gd name="connsiteX79" fmla="*/ 17781 w 555116"/>
                <a:gd name="connsiteY79" fmla="*/ 483558 h 876043"/>
                <a:gd name="connsiteX80" fmla="*/ 334371 w 555116"/>
                <a:gd name="connsiteY80" fmla="*/ 618868 h 876043"/>
                <a:gd name="connsiteX81" fmla="*/ 347381 w 555116"/>
                <a:gd name="connsiteY81" fmla="*/ 605857 h 876043"/>
                <a:gd name="connsiteX82" fmla="*/ 359525 w 555116"/>
                <a:gd name="connsiteY82" fmla="*/ 615399 h 876043"/>
                <a:gd name="connsiteX83" fmla="*/ 364729 w 555116"/>
                <a:gd name="connsiteY83" fmla="*/ 636215 h 876043"/>
                <a:gd name="connsiteX84" fmla="*/ 349983 w 555116"/>
                <a:gd name="connsiteY84" fmla="*/ 644022 h 876043"/>
                <a:gd name="connsiteX85" fmla="*/ 334371 w 555116"/>
                <a:gd name="connsiteY85" fmla="*/ 618868 h 876043"/>
                <a:gd name="connsiteX86" fmla="*/ 392485 w 555116"/>
                <a:gd name="connsiteY86" fmla="*/ 567693 h 876043"/>
                <a:gd name="connsiteX87" fmla="*/ 408097 w 555116"/>
                <a:gd name="connsiteY87" fmla="*/ 584173 h 876043"/>
                <a:gd name="connsiteX88" fmla="*/ 419373 w 555116"/>
                <a:gd name="connsiteY88" fmla="*/ 582439 h 876043"/>
                <a:gd name="connsiteX89" fmla="*/ 421108 w 555116"/>
                <a:gd name="connsiteY89" fmla="*/ 565091 h 876043"/>
                <a:gd name="connsiteX90" fmla="*/ 428914 w 555116"/>
                <a:gd name="connsiteY90" fmla="*/ 558152 h 876043"/>
                <a:gd name="connsiteX91" fmla="*/ 421975 w 555116"/>
                <a:gd name="connsiteY91" fmla="*/ 542539 h 876043"/>
                <a:gd name="connsiteX92" fmla="*/ 404628 w 555116"/>
                <a:gd name="connsiteY92" fmla="*/ 548611 h 876043"/>
                <a:gd name="connsiteX93" fmla="*/ 392485 w 555116"/>
                <a:gd name="connsiteY93" fmla="*/ 567693 h 876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5116" h="876043">
                  <a:moveTo>
                    <a:pt x="17781" y="483558"/>
                  </a:moveTo>
                  <a:lnTo>
                    <a:pt x="30792" y="487028"/>
                  </a:lnTo>
                  <a:lnTo>
                    <a:pt x="30792" y="464476"/>
                  </a:lnTo>
                  <a:lnTo>
                    <a:pt x="37730" y="416771"/>
                  </a:lnTo>
                  <a:lnTo>
                    <a:pt x="60282" y="376005"/>
                  </a:lnTo>
                  <a:lnTo>
                    <a:pt x="73293" y="341310"/>
                  </a:lnTo>
                  <a:lnTo>
                    <a:pt x="56813" y="320493"/>
                  </a:lnTo>
                  <a:lnTo>
                    <a:pt x="56813" y="268451"/>
                  </a:lnTo>
                  <a:lnTo>
                    <a:pt x="63751" y="259777"/>
                  </a:lnTo>
                  <a:lnTo>
                    <a:pt x="70691" y="236358"/>
                  </a:lnTo>
                  <a:lnTo>
                    <a:pt x="68956" y="223348"/>
                  </a:lnTo>
                  <a:lnTo>
                    <a:pt x="67221" y="181714"/>
                  </a:lnTo>
                  <a:lnTo>
                    <a:pt x="82834" y="140080"/>
                  </a:lnTo>
                  <a:lnTo>
                    <a:pt x="107988" y="62884"/>
                  </a:lnTo>
                  <a:lnTo>
                    <a:pt x="126202" y="26455"/>
                  </a:lnTo>
                  <a:lnTo>
                    <a:pt x="137478" y="26455"/>
                  </a:lnTo>
                  <a:lnTo>
                    <a:pt x="148754" y="28190"/>
                  </a:lnTo>
                  <a:lnTo>
                    <a:pt x="148754" y="37731"/>
                  </a:lnTo>
                  <a:lnTo>
                    <a:pt x="160030" y="57680"/>
                  </a:lnTo>
                  <a:lnTo>
                    <a:pt x="183449" y="62884"/>
                  </a:lnTo>
                  <a:lnTo>
                    <a:pt x="190388" y="55945"/>
                  </a:lnTo>
                  <a:lnTo>
                    <a:pt x="190388" y="47272"/>
                  </a:lnTo>
                  <a:lnTo>
                    <a:pt x="225082" y="22118"/>
                  </a:lnTo>
                  <a:lnTo>
                    <a:pt x="240695" y="6505"/>
                  </a:lnTo>
                  <a:lnTo>
                    <a:pt x="253706" y="8240"/>
                  </a:lnTo>
                  <a:lnTo>
                    <a:pt x="305748" y="29057"/>
                  </a:lnTo>
                  <a:lnTo>
                    <a:pt x="322228" y="37731"/>
                  </a:lnTo>
                  <a:lnTo>
                    <a:pt x="401158" y="297074"/>
                  </a:lnTo>
                  <a:lnTo>
                    <a:pt x="453200" y="297074"/>
                  </a:lnTo>
                  <a:lnTo>
                    <a:pt x="460139" y="313554"/>
                  </a:lnTo>
                  <a:lnTo>
                    <a:pt x="461874" y="355188"/>
                  </a:lnTo>
                  <a:lnTo>
                    <a:pt x="487028" y="375137"/>
                  </a:lnTo>
                  <a:lnTo>
                    <a:pt x="493967" y="375137"/>
                  </a:lnTo>
                  <a:lnTo>
                    <a:pt x="495702" y="370800"/>
                  </a:lnTo>
                  <a:lnTo>
                    <a:pt x="491365" y="361259"/>
                  </a:lnTo>
                  <a:lnTo>
                    <a:pt x="515651" y="356922"/>
                  </a:lnTo>
                  <a:lnTo>
                    <a:pt x="532131" y="375137"/>
                  </a:lnTo>
                  <a:lnTo>
                    <a:pt x="552081" y="407230"/>
                  </a:lnTo>
                  <a:lnTo>
                    <a:pt x="552081" y="423710"/>
                  </a:lnTo>
                  <a:lnTo>
                    <a:pt x="533866" y="464476"/>
                  </a:lnTo>
                  <a:lnTo>
                    <a:pt x="517386" y="469681"/>
                  </a:lnTo>
                  <a:lnTo>
                    <a:pt x="487895" y="496569"/>
                  </a:lnTo>
                  <a:lnTo>
                    <a:pt x="446262" y="544274"/>
                  </a:lnTo>
                  <a:lnTo>
                    <a:pt x="434986" y="544274"/>
                  </a:lnTo>
                  <a:cubicBezTo>
                    <a:pt x="429781" y="544274"/>
                    <a:pt x="426312" y="526060"/>
                    <a:pt x="426312" y="526060"/>
                  </a:cubicBezTo>
                  <a:lnTo>
                    <a:pt x="410699" y="527794"/>
                  </a:lnTo>
                  <a:lnTo>
                    <a:pt x="402025" y="540805"/>
                  </a:lnTo>
                  <a:lnTo>
                    <a:pt x="381209" y="553815"/>
                  </a:lnTo>
                  <a:lnTo>
                    <a:pt x="372535" y="566826"/>
                  </a:lnTo>
                  <a:lnTo>
                    <a:pt x="386413" y="579836"/>
                  </a:lnTo>
                  <a:lnTo>
                    <a:pt x="382076" y="585041"/>
                  </a:lnTo>
                  <a:lnTo>
                    <a:pt x="377739" y="608460"/>
                  </a:lnTo>
                  <a:lnTo>
                    <a:pt x="361260" y="606725"/>
                  </a:lnTo>
                  <a:lnTo>
                    <a:pt x="361260" y="592847"/>
                  </a:lnTo>
                  <a:lnTo>
                    <a:pt x="358657" y="581571"/>
                  </a:lnTo>
                  <a:lnTo>
                    <a:pt x="345646" y="584173"/>
                  </a:lnTo>
                  <a:lnTo>
                    <a:pt x="330034" y="556417"/>
                  </a:lnTo>
                  <a:lnTo>
                    <a:pt x="311819" y="567693"/>
                  </a:lnTo>
                  <a:lnTo>
                    <a:pt x="323095" y="580704"/>
                  </a:lnTo>
                  <a:lnTo>
                    <a:pt x="325697" y="590245"/>
                  </a:lnTo>
                  <a:lnTo>
                    <a:pt x="318758" y="601521"/>
                  </a:lnTo>
                  <a:lnTo>
                    <a:pt x="321360" y="628409"/>
                  </a:lnTo>
                  <a:lnTo>
                    <a:pt x="323095" y="642287"/>
                  </a:lnTo>
                  <a:lnTo>
                    <a:pt x="309217" y="664839"/>
                  </a:lnTo>
                  <a:lnTo>
                    <a:pt x="284063" y="669175"/>
                  </a:lnTo>
                  <a:lnTo>
                    <a:pt x="281461" y="694329"/>
                  </a:lnTo>
                  <a:lnTo>
                    <a:pt x="235491" y="721218"/>
                  </a:lnTo>
                  <a:lnTo>
                    <a:pt x="224215" y="725554"/>
                  </a:lnTo>
                  <a:lnTo>
                    <a:pt x="210337" y="712544"/>
                  </a:lnTo>
                  <a:lnTo>
                    <a:pt x="183449" y="743769"/>
                  </a:lnTo>
                  <a:lnTo>
                    <a:pt x="192123" y="771525"/>
                  </a:lnTo>
                  <a:lnTo>
                    <a:pt x="179112" y="782801"/>
                  </a:lnTo>
                  <a:lnTo>
                    <a:pt x="177377" y="820965"/>
                  </a:lnTo>
                  <a:lnTo>
                    <a:pt x="167836" y="875609"/>
                  </a:lnTo>
                  <a:lnTo>
                    <a:pt x="148754" y="867803"/>
                  </a:lnTo>
                  <a:lnTo>
                    <a:pt x="144417" y="840915"/>
                  </a:lnTo>
                  <a:lnTo>
                    <a:pt x="109722" y="831374"/>
                  </a:lnTo>
                  <a:lnTo>
                    <a:pt x="107988" y="809689"/>
                  </a:lnTo>
                  <a:lnTo>
                    <a:pt x="6505" y="485293"/>
                  </a:lnTo>
                  <a:lnTo>
                    <a:pt x="17781" y="483558"/>
                  </a:lnTo>
                  <a:close/>
                  <a:moveTo>
                    <a:pt x="334371" y="618868"/>
                  </a:moveTo>
                  <a:lnTo>
                    <a:pt x="347381" y="605857"/>
                  </a:lnTo>
                  <a:lnTo>
                    <a:pt x="359525" y="615399"/>
                  </a:lnTo>
                  <a:lnTo>
                    <a:pt x="364729" y="636215"/>
                  </a:lnTo>
                  <a:lnTo>
                    <a:pt x="349983" y="644022"/>
                  </a:lnTo>
                  <a:lnTo>
                    <a:pt x="334371" y="618868"/>
                  </a:lnTo>
                  <a:close/>
                  <a:moveTo>
                    <a:pt x="392485" y="567693"/>
                  </a:moveTo>
                  <a:lnTo>
                    <a:pt x="408097" y="584173"/>
                  </a:lnTo>
                  <a:cubicBezTo>
                    <a:pt x="408097" y="584173"/>
                    <a:pt x="419373" y="585041"/>
                    <a:pt x="419373" y="582439"/>
                  </a:cubicBezTo>
                  <a:cubicBezTo>
                    <a:pt x="419373" y="579836"/>
                    <a:pt x="421108" y="565091"/>
                    <a:pt x="421108" y="565091"/>
                  </a:cubicBezTo>
                  <a:lnTo>
                    <a:pt x="428914" y="558152"/>
                  </a:lnTo>
                  <a:lnTo>
                    <a:pt x="421975" y="542539"/>
                  </a:lnTo>
                  <a:lnTo>
                    <a:pt x="404628" y="548611"/>
                  </a:lnTo>
                  <a:lnTo>
                    <a:pt x="392485" y="56769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0" name="Freeform: Shape 127">
              <a:extLst>
                <a:ext uri="{FF2B5EF4-FFF2-40B4-BE49-F238E27FC236}">
                  <a16:creationId xmlns:a16="http://schemas.microsoft.com/office/drawing/2014/main" id="{3E929871-6304-5E4F-B487-682462CAC2A9}"/>
                </a:ext>
              </a:extLst>
            </p:cNvPr>
            <p:cNvSpPr/>
            <p:nvPr/>
          </p:nvSpPr>
          <p:spPr>
            <a:xfrm>
              <a:off x="5328780" y="641420"/>
              <a:ext cx="1144928" cy="1196970"/>
            </a:xfrm>
            <a:custGeom>
              <a:avLst/>
              <a:gdLst>
                <a:gd name="connsiteX0" fmla="*/ 674380 w 1144927"/>
                <a:gd name="connsiteY0" fmla="*/ 1188730 h 1196969"/>
                <a:gd name="connsiteX1" fmla="*/ 840047 w 1144927"/>
                <a:gd name="connsiteY1" fmla="*/ 1172250 h 1196969"/>
                <a:gd name="connsiteX2" fmla="*/ 841782 w 1144927"/>
                <a:gd name="connsiteY2" fmla="*/ 1181791 h 1196969"/>
                <a:gd name="connsiteX3" fmla="*/ 927652 w 1144927"/>
                <a:gd name="connsiteY3" fmla="*/ 1168780 h 1196969"/>
                <a:gd name="connsiteX4" fmla="*/ 1031736 w 1144927"/>
                <a:gd name="connsiteY4" fmla="*/ 1154035 h 1196969"/>
                <a:gd name="connsiteX5" fmla="*/ 1032603 w 1144927"/>
                <a:gd name="connsiteY5" fmla="*/ 1148831 h 1196969"/>
                <a:gd name="connsiteX6" fmla="*/ 1034338 w 1144927"/>
                <a:gd name="connsiteY6" fmla="*/ 1135820 h 1196969"/>
                <a:gd name="connsiteX7" fmla="*/ 1052553 w 1144927"/>
                <a:gd name="connsiteY7" fmla="*/ 1103728 h 1196969"/>
                <a:gd name="connsiteX8" fmla="*/ 1069900 w 1144927"/>
                <a:gd name="connsiteY8" fmla="*/ 1088982 h 1196969"/>
                <a:gd name="connsiteX9" fmla="*/ 1068166 w 1144927"/>
                <a:gd name="connsiteY9" fmla="*/ 1044746 h 1196969"/>
                <a:gd name="connsiteX10" fmla="*/ 1082043 w 1144927"/>
                <a:gd name="connsiteY10" fmla="*/ 1030869 h 1196969"/>
                <a:gd name="connsiteX11" fmla="*/ 1091584 w 1144927"/>
                <a:gd name="connsiteY11" fmla="*/ 1028266 h 1196969"/>
                <a:gd name="connsiteX12" fmla="*/ 1093319 w 1144927"/>
                <a:gd name="connsiteY12" fmla="*/ 997041 h 1196969"/>
                <a:gd name="connsiteX13" fmla="*/ 1106330 w 1144927"/>
                <a:gd name="connsiteY13" fmla="*/ 971020 h 1196969"/>
                <a:gd name="connsiteX14" fmla="*/ 1115871 w 1144927"/>
                <a:gd name="connsiteY14" fmla="*/ 976224 h 1196969"/>
                <a:gd name="connsiteX15" fmla="*/ 1117605 w 1144927"/>
                <a:gd name="connsiteY15" fmla="*/ 981428 h 1196969"/>
                <a:gd name="connsiteX16" fmla="*/ 1124545 w 1144927"/>
                <a:gd name="connsiteY16" fmla="*/ 983163 h 1196969"/>
                <a:gd name="connsiteX17" fmla="*/ 1141024 w 1144927"/>
                <a:gd name="connsiteY17" fmla="*/ 974490 h 1196969"/>
                <a:gd name="connsiteX18" fmla="*/ 1137555 w 1144927"/>
                <a:gd name="connsiteY18" fmla="*/ 895559 h 1196969"/>
                <a:gd name="connsiteX19" fmla="*/ 1109799 w 1144927"/>
                <a:gd name="connsiteY19" fmla="*/ 824435 h 1196969"/>
                <a:gd name="connsiteX20" fmla="*/ 1089850 w 1144927"/>
                <a:gd name="connsiteY20" fmla="*/ 745504 h 1196969"/>
                <a:gd name="connsiteX21" fmla="*/ 1069033 w 1144927"/>
                <a:gd name="connsiteY21" fmla="*/ 717748 h 1196969"/>
                <a:gd name="connsiteX22" fmla="*/ 1046481 w 1144927"/>
                <a:gd name="connsiteY22" fmla="*/ 702135 h 1196969"/>
                <a:gd name="connsiteX23" fmla="*/ 1032603 w 1144927"/>
                <a:gd name="connsiteY23" fmla="*/ 711677 h 1196969"/>
                <a:gd name="connsiteX24" fmla="*/ 998776 w 1144927"/>
                <a:gd name="connsiteY24" fmla="*/ 727289 h 1196969"/>
                <a:gd name="connsiteX25" fmla="*/ 982296 w 1144927"/>
                <a:gd name="connsiteY25" fmla="*/ 770658 h 1196969"/>
                <a:gd name="connsiteX26" fmla="*/ 958877 w 1144927"/>
                <a:gd name="connsiteY26" fmla="*/ 802750 h 1196969"/>
                <a:gd name="connsiteX27" fmla="*/ 949336 w 1144927"/>
                <a:gd name="connsiteY27" fmla="*/ 807955 h 1196969"/>
                <a:gd name="connsiteX28" fmla="*/ 936325 w 1144927"/>
                <a:gd name="connsiteY28" fmla="*/ 802750 h 1196969"/>
                <a:gd name="connsiteX29" fmla="*/ 915508 w 1144927"/>
                <a:gd name="connsiteY29" fmla="*/ 784536 h 1196969"/>
                <a:gd name="connsiteX30" fmla="*/ 919845 w 1144927"/>
                <a:gd name="connsiteY30" fmla="*/ 741167 h 1196969"/>
                <a:gd name="connsiteX31" fmla="*/ 949336 w 1144927"/>
                <a:gd name="connsiteY31" fmla="*/ 729891 h 1196969"/>
                <a:gd name="connsiteX32" fmla="*/ 956275 w 1144927"/>
                <a:gd name="connsiteY32" fmla="*/ 700401 h 1196969"/>
                <a:gd name="connsiteX33" fmla="*/ 961479 w 1144927"/>
                <a:gd name="connsiteY33" fmla="*/ 677849 h 1196969"/>
                <a:gd name="connsiteX34" fmla="*/ 982296 w 1144927"/>
                <a:gd name="connsiteY34" fmla="*/ 663971 h 1196969"/>
                <a:gd name="connsiteX35" fmla="*/ 979694 w 1144927"/>
                <a:gd name="connsiteY35" fmla="*/ 577234 h 1196969"/>
                <a:gd name="connsiteX36" fmla="*/ 965816 w 1144927"/>
                <a:gd name="connsiteY36" fmla="*/ 557285 h 1196969"/>
                <a:gd name="connsiteX37" fmla="*/ 954540 w 1144927"/>
                <a:gd name="connsiteY37" fmla="*/ 550346 h 1196969"/>
                <a:gd name="connsiteX38" fmla="*/ 947601 w 1144927"/>
                <a:gd name="connsiteY38" fmla="*/ 532131 h 1196969"/>
                <a:gd name="connsiteX39" fmla="*/ 954540 w 1144927"/>
                <a:gd name="connsiteY39" fmla="*/ 525192 h 1196969"/>
                <a:gd name="connsiteX40" fmla="*/ 968418 w 1144927"/>
                <a:gd name="connsiteY40" fmla="*/ 527794 h 1196969"/>
                <a:gd name="connsiteX41" fmla="*/ 970152 w 1144927"/>
                <a:gd name="connsiteY41" fmla="*/ 513916 h 1196969"/>
                <a:gd name="connsiteX42" fmla="*/ 947601 w 1144927"/>
                <a:gd name="connsiteY42" fmla="*/ 494834 h 1196969"/>
                <a:gd name="connsiteX43" fmla="*/ 936325 w 1144927"/>
                <a:gd name="connsiteY43" fmla="*/ 472283 h 1196969"/>
                <a:gd name="connsiteX44" fmla="*/ 913773 w 1144927"/>
                <a:gd name="connsiteY44" fmla="*/ 472283 h 1196969"/>
                <a:gd name="connsiteX45" fmla="*/ 874742 w 1144927"/>
                <a:gd name="connsiteY45" fmla="*/ 459272 h 1196969"/>
                <a:gd name="connsiteX46" fmla="*/ 827036 w 1144927"/>
                <a:gd name="connsiteY46" fmla="*/ 429782 h 1196969"/>
                <a:gd name="connsiteX47" fmla="*/ 803618 w 1144927"/>
                <a:gd name="connsiteY47" fmla="*/ 429782 h 1196969"/>
                <a:gd name="connsiteX48" fmla="*/ 798413 w 1144927"/>
                <a:gd name="connsiteY48" fmla="*/ 434986 h 1196969"/>
                <a:gd name="connsiteX49" fmla="*/ 789740 w 1144927"/>
                <a:gd name="connsiteY49" fmla="*/ 430649 h 1196969"/>
                <a:gd name="connsiteX50" fmla="*/ 762851 w 1144927"/>
                <a:gd name="connsiteY50" fmla="*/ 410699 h 1196969"/>
                <a:gd name="connsiteX51" fmla="*/ 737698 w 1144927"/>
                <a:gd name="connsiteY51" fmla="*/ 426312 h 1196969"/>
                <a:gd name="connsiteX52" fmla="*/ 712544 w 1144927"/>
                <a:gd name="connsiteY52" fmla="*/ 446262 h 1196969"/>
                <a:gd name="connsiteX53" fmla="*/ 715146 w 1144927"/>
                <a:gd name="connsiteY53" fmla="*/ 477487 h 1196969"/>
                <a:gd name="connsiteX54" fmla="*/ 723820 w 1144927"/>
                <a:gd name="connsiteY54" fmla="*/ 480089 h 1196969"/>
                <a:gd name="connsiteX55" fmla="*/ 742034 w 1144927"/>
                <a:gd name="connsiteY55" fmla="*/ 484426 h 1196969"/>
                <a:gd name="connsiteX56" fmla="*/ 746371 w 1144927"/>
                <a:gd name="connsiteY56" fmla="*/ 491365 h 1196969"/>
                <a:gd name="connsiteX57" fmla="*/ 723820 w 1144927"/>
                <a:gd name="connsiteY57" fmla="*/ 498304 h 1196969"/>
                <a:gd name="connsiteX58" fmla="*/ 701268 w 1144927"/>
                <a:gd name="connsiteY58" fmla="*/ 500906 h 1196969"/>
                <a:gd name="connsiteX59" fmla="*/ 688257 w 1144927"/>
                <a:gd name="connsiteY59" fmla="*/ 516518 h 1196969"/>
                <a:gd name="connsiteX60" fmla="*/ 685655 w 1144927"/>
                <a:gd name="connsiteY60" fmla="*/ 534733 h 1196969"/>
                <a:gd name="connsiteX61" fmla="*/ 688257 w 1144927"/>
                <a:gd name="connsiteY61" fmla="*/ 548611 h 1196969"/>
                <a:gd name="connsiteX62" fmla="*/ 690860 w 1144927"/>
                <a:gd name="connsiteY62" fmla="*/ 596316 h 1196969"/>
                <a:gd name="connsiteX63" fmla="*/ 659634 w 1144927"/>
                <a:gd name="connsiteY63" fmla="*/ 614531 h 1196969"/>
                <a:gd name="connsiteX64" fmla="*/ 654430 w 1144927"/>
                <a:gd name="connsiteY64" fmla="*/ 612797 h 1196969"/>
                <a:gd name="connsiteX65" fmla="*/ 654430 w 1144927"/>
                <a:gd name="connsiteY65" fmla="*/ 576367 h 1196969"/>
                <a:gd name="connsiteX66" fmla="*/ 665706 w 1144927"/>
                <a:gd name="connsiteY66" fmla="*/ 555550 h 1196969"/>
                <a:gd name="connsiteX67" fmla="*/ 670910 w 1144927"/>
                <a:gd name="connsiteY67" fmla="*/ 534733 h 1196969"/>
                <a:gd name="connsiteX68" fmla="*/ 663971 w 1144927"/>
                <a:gd name="connsiteY68" fmla="*/ 527794 h 1196969"/>
                <a:gd name="connsiteX69" fmla="*/ 647491 w 1144927"/>
                <a:gd name="connsiteY69" fmla="*/ 534733 h 1196969"/>
                <a:gd name="connsiteX70" fmla="*/ 638818 w 1144927"/>
                <a:gd name="connsiteY70" fmla="*/ 571163 h 1196969"/>
                <a:gd name="connsiteX71" fmla="*/ 615399 w 1144927"/>
                <a:gd name="connsiteY71" fmla="*/ 580704 h 1196969"/>
                <a:gd name="connsiteX72" fmla="*/ 599786 w 1144927"/>
                <a:gd name="connsiteY72" fmla="*/ 597184 h 1196969"/>
                <a:gd name="connsiteX73" fmla="*/ 598051 w 1144927"/>
                <a:gd name="connsiteY73" fmla="*/ 605858 h 1196969"/>
                <a:gd name="connsiteX74" fmla="*/ 603255 w 1144927"/>
                <a:gd name="connsiteY74" fmla="*/ 612797 h 1196969"/>
                <a:gd name="connsiteX75" fmla="*/ 598051 w 1144927"/>
                <a:gd name="connsiteY75" fmla="*/ 635348 h 1196969"/>
                <a:gd name="connsiteX76" fmla="*/ 578102 w 1144927"/>
                <a:gd name="connsiteY76" fmla="*/ 639685 h 1196969"/>
                <a:gd name="connsiteX77" fmla="*/ 578102 w 1144927"/>
                <a:gd name="connsiteY77" fmla="*/ 649226 h 1196969"/>
                <a:gd name="connsiteX78" fmla="*/ 585041 w 1144927"/>
                <a:gd name="connsiteY78" fmla="*/ 670043 h 1196969"/>
                <a:gd name="connsiteX79" fmla="*/ 575499 w 1144927"/>
                <a:gd name="connsiteY79" fmla="*/ 722952 h 1196969"/>
                <a:gd name="connsiteX80" fmla="*/ 561622 w 1144927"/>
                <a:gd name="connsiteY80" fmla="*/ 757647 h 1196969"/>
                <a:gd name="connsiteX81" fmla="*/ 566826 w 1144927"/>
                <a:gd name="connsiteY81" fmla="*/ 798414 h 1196969"/>
                <a:gd name="connsiteX82" fmla="*/ 571163 w 1144927"/>
                <a:gd name="connsiteY82" fmla="*/ 807955 h 1196969"/>
                <a:gd name="connsiteX83" fmla="*/ 564224 w 1144927"/>
                <a:gd name="connsiteY83" fmla="*/ 828771 h 1196969"/>
                <a:gd name="connsiteX84" fmla="*/ 561622 w 1144927"/>
                <a:gd name="connsiteY84" fmla="*/ 835710 h 1196969"/>
                <a:gd name="connsiteX85" fmla="*/ 559020 w 1144927"/>
                <a:gd name="connsiteY85" fmla="*/ 859129 h 1196969"/>
                <a:gd name="connsiteX86" fmla="*/ 590245 w 1144927"/>
                <a:gd name="connsiteY86" fmla="*/ 911172 h 1196969"/>
                <a:gd name="connsiteX87" fmla="*/ 615399 w 1144927"/>
                <a:gd name="connsiteY87" fmla="*/ 967551 h 1196969"/>
                <a:gd name="connsiteX88" fmla="*/ 628409 w 1144927"/>
                <a:gd name="connsiteY88" fmla="*/ 1009184 h 1196969"/>
                <a:gd name="connsiteX89" fmla="*/ 621470 w 1144927"/>
                <a:gd name="connsiteY89" fmla="*/ 1049951 h 1196969"/>
                <a:gd name="connsiteX90" fmla="*/ 612797 w 1144927"/>
                <a:gd name="connsiteY90" fmla="*/ 1101993 h 1196969"/>
                <a:gd name="connsiteX91" fmla="*/ 591980 w 1144927"/>
                <a:gd name="connsiteY91" fmla="*/ 1147096 h 1196969"/>
                <a:gd name="connsiteX92" fmla="*/ 589378 w 1144927"/>
                <a:gd name="connsiteY92" fmla="*/ 1170515 h 1196969"/>
                <a:gd name="connsiteX93" fmla="*/ 561622 w 1144927"/>
                <a:gd name="connsiteY93" fmla="*/ 1197403 h 1196969"/>
                <a:gd name="connsiteX94" fmla="*/ 674380 w 1144927"/>
                <a:gd name="connsiteY94" fmla="*/ 1188730 h 1196969"/>
                <a:gd name="connsiteX95" fmla="*/ 385546 w 1144927"/>
                <a:gd name="connsiteY95" fmla="*/ 560754 h 1196969"/>
                <a:gd name="connsiteX96" fmla="*/ 374270 w 1144927"/>
                <a:gd name="connsiteY96" fmla="*/ 551213 h 1196969"/>
                <a:gd name="connsiteX97" fmla="*/ 358657 w 1144927"/>
                <a:gd name="connsiteY97" fmla="*/ 461007 h 1196969"/>
                <a:gd name="connsiteX98" fmla="*/ 326565 w 1144927"/>
                <a:gd name="connsiteY98" fmla="*/ 449731 h 1196969"/>
                <a:gd name="connsiteX99" fmla="*/ 311819 w 1144927"/>
                <a:gd name="connsiteY99" fmla="*/ 429782 h 1196969"/>
                <a:gd name="connsiteX100" fmla="*/ 202531 w 1144927"/>
                <a:gd name="connsiteY100" fmla="*/ 405495 h 1196969"/>
                <a:gd name="connsiteX101" fmla="*/ 178244 w 1144927"/>
                <a:gd name="connsiteY101" fmla="*/ 395954 h 1196969"/>
                <a:gd name="connsiteX102" fmla="*/ 107988 w 1144927"/>
                <a:gd name="connsiteY102" fmla="*/ 376872 h 1196969"/>
                <a:gd name="connsiteX103" fmla="*/ 40333 w 1144927"/>
                <a:gd name="connsiteY103" fmla="*/ 368198 h 1196969"/>
                <a:gd name="connsiteX104" fmla="*/ 6505 w 1144927"/>
                <a:gd name="connsiteY104" fmla="*/ 322228 h 1196969"/>
                <a:gd name="connsiteX105" fmla="*/ 12577 w 1144927"/>
                <a:gd name="connsiteY105" fmla="*/ 317891 h 1196969"/>
                <a:gd name="connsiteX106" fmla="*/ 35996 w 1144927"/>
                <a:gd name="connsiteY106" fmla="*/ 310952 h 1196969"/>
                <a:gd name="connsiteX107" fmla="*/ 67221 w 1144927"/>
                <a:gd name="connsiteY107" fmla="*/ 291002 h 1196969"/>
                <a:gd name="connsiteX108" fmla="*/ 67221 w 1144927"/>
                <a:gd name="connsiteY108" fmla="*/ 282329 h 1196969"/>
                <a:gd name="connsiteX109" fmla="*/ 72425 w 1144927"/>
                <a:gd name="connsiteY109" fmla="*/ 277125 h 1196969"/>
                <a:gd name="connsiteX110" fmla="*/ 124467 w 1144927"/>
                <a:gd name="connsiteY110" fmla="*/ 268451 h 1196969"/>
                <a:gd name="connsiteX111" fmla="*/ 145284 w 1144927"/>
                <a:gd name="connsiteY111" fmla="*/ 251971 h 1196969"/>
                <a:gd name="connsiteX112" fmla="*/ 183449 w 1144927"/>
                <a:gd name="connsiteY112" fmla="*/ 233756 h 1196969"/>
                <a:gd name="connsiteX113" fmla="*/ 185183 w 1144927"/>
                <a:gd name="connsiteY113" fmla="*/ 222480 h 1196969"/>
                <a:gd name="connsiteX114" fmla="*/ 201663 w 1144927"/>
                <a:gd name="connsiteY114" fmla="*/ 197327 h 1196969"/>
                <a:gd name="connsiteX115" fmla="*/ 217276 w 1144927"/>
                <a:gd name="connsiteY115" fmla="*/ 190388 h 1196969"/>
                <a:gd name="connsiteX116" fmla="*/ 228552 w 1144927"/>
                <a:gd name="connsiteY116" fmla="*/ 174775 h 1196969"/>
                <a:gd name="connsiteX117" fmla="*/ 248502 w 1144927"/>
                <a:gd name="connsiteY117" fmla="*/ 154825 h 1196969"/>
                <a:gd name="connsiteX118" fmla="*/ 286665 w 1144927"/>
                <a:gd name="connsiteY118" fmla="*/ 134009 h 1196969"/>
                <a:gd name="connsiteX119" fmla="*/ 327432 w 1144927"/>
                <a:gd name="connsiteY119" fmla="*/ 129672 h 1196969"/>
                <a:gd name="connsiteX120" fmla="*/ 336973 w 1144927"/>
                <a:gd name="connsiteY120" fmla="*/ 139213 h 1196969"/>
                <a:gd name="connsiteX121" fmla="*/ 334371 w 1144927"/>
                <a:gd name="connsiteY121" fmla="*/ 147887 h 1196969"/>
                <a:gd name="connsiteX122" fmla="*/ 302278 w 1144927"/>
                <a:gd name="connsiteY122" fmla="*/ 156560 h 1196969"/>
                <a:gd name="connsiteX123" fmla="*/ 289267 w 1144927"/>
                <a:gd name="connsiteY123" fmla="*/ 183449 h 1196969"/>
                <a:gd name="connsiteX124" fmla="*/ 269318 w 1144927"/>
                <a:gd name="connsiteY124" fmla="*/ 190388 h 1196969"/>
                <a:gd name="connsiteX125" fmla="*/ 264981 w 1144927"/>
                <a:gd name="connsiteY125" fmla="*/ 211204 h 1196969"/>
                <a:gd name="connsiteX126" fmla="*/ 244165 w 1144927"/>
                <a:gd name="connsiteY126" fmla="*/ 238960 h 1196969"/>
                <a:gd name="connsiteX127" fmla="*/ 241562 w 1144927"/>
                <a:gd name="connsiteY127" fmla="*/ 261512 h 1196969"/>
                <a:gd name="connsiteX128" fmla="*/ 248502 w 1144927"/>
                <a:gd name="connsiteY128" fmla="*/ 265849 h 1196969"/>
                <a:gd name="connsiteX129" fmla="*/ 257175 w 1144927"/>
                <a:gd name="connsiteY129" fmla="*/ 256308 h 1196969"/>
                <a:gd name="connsiteX130" fmla="*/ 288400 w 1144927"/>
                <a:gd name="connsiteY130" fmla="*/ 231154 h 1196969"/>
                <a:gd name="connsiteX131" fmla="*/ 299676 w 1144927"/>
                <a:gd name="connsiteY131" fmla="*/ 242430 h 1196969"/>
                <a:gd name="connsiteX132" fmla="*/ 319625 w 1144927"/>
                <a:gd name="connsiteY132" fmla="*/ 242430 h 1196969"/>
                <a:gd name="connsiteX133" fmla="*/ 347381 w 1144927"/>
                <a:gd name="connsiteY133" fmla="*/ 251103 h 1196969"/>
                <a:gd name="connsiteX134" fmla="*/ 360392 w 1144927"/>
                <a:gd name="connsiteY134" fmla="*/ 260645 h 1196969"/>
                <a:gd name="connsiteX135" fmla="*/ 373402 w 1144927"/>
                <a:gd name="connsiteY135" fmla="*/ 287533 h 1196969"/>
                <a:gd name="connsiteX136" fmla="*/ 396821 w 1144927"/>
                <a:gd name="connsiteY136" fmla="*/ 310952 h 1196969"/>
                <a:gd name="connsiteX137" fmla="*/ 430649 w 1144927"/>
                <a:gd name="connsiteY137" fmla="*/ 309217 h 1196969"/>
                <a:gd name="connsiteX138" fmla="*/ 443660 w 1144927"/>
                <a:gd name="connsiteY138" fmla="*/ 300543 h 1196969"/>
                <a:gd name="connsiteX139" fmla="*/ 457537 w 1144927"/>
                <a:gd name="connsiteY139" fmla="*/ 311819 h 1196969"/>
                <a:gd name="connsiteX140" fmla="*/ 471415 w 1144927"/>
                <a:gd name="connsiteY140" fmla="*/ 316156 h 1196969"/>
                <a:gd name="connsiteX141" fmla="*/ 482691 w 1144927"/>
                <a:gd name="connsiteY141" fmla="*/ 309217 h 1196969"/>
                <a:gd name="connsiteX142" fmla="*/ 492232 w 1144927"/>
                <a:gd name="connsiteY142" fmla="*/ 309217 h 1196969"/>
                <a:gd name="connsiteX143" fmla="*/ 506110 w 1144927"/>
                <a:gd name="connsiteY143" fmla="*/ 300543 h 1196969"/>
                <a:gd name="connsiteX144" fmla="*/ 540805 w 1144927"/>
                <a:gd name="connsiteY144" fmla="*/ 269318 h 1196969"/>
                <a:gd name="connsiteX145" fmla="*/ 570295 w 1144927"/>
                <a:gd name="connsiteY145" fmla="*/ 259777 h 1196969"/>
                <a:gd name="connsiteX146" fmla="*/ 627542 w 1144927"/>
                <a:gd name="connsiteY146" fmla="*/ 257175 h 1196969"/>
                <a:gd name="connsiteX147" fmla="*/ 666573 w 1144927"/>
                <a:gd name="connsiteY147" fmla="*/ 240695 h 1196969"/>
                <a:gd name="connsiteX148" fmla="*/ 689125 w 1144927"/>
                <a:gd name="connsiteY148" fmla="*/ 229419 h 1196969"/>
                <a:gd name="connsiteX149" fmla="*/ 702136 w 1144927"/>
                <a:gd name="connsiteY149" fmla="*/ 231154 h 1196969"/>
                <a:gd name="connsiteX150" fmla="*/ 702136 w 1144927"/>
                <a:gd name="connsiteY150" fmla="*/ 280594 h 1196969"/>
                <a:gd name="connsiteX151" fmla="*/ 706472 w 1144927"/>
                <a:gd name="connsiteY151" fmla="*/ 283196 h 1196969"/>
                <a:gd name="connsiteX152" fmla="*/ 731626 w 1144927"/>
                <a:gd name="connsiteY152" fmla="*/ 290135 h 1196969"/>
                <a:gd name="connsiteX153" fmla="*/ 748106 w 1144927"/>
                <a:gd name="connsiteY153" fmla="*/ 285798 h 1196969"/>
                <a:gd name="connsiteX154" fmla="*/ 801015 w 1144927"/>
                <a:gd name="connsiteY154" fmla="*/ 271920 h 1196969"/>
                <a:gd name="connsiteX155" fmla="*/ 810557 w 1144927"/>
                <a:gd name="connsiteY155" fmla="*/ 262379 h 1196969"/>
                <a:gd name="connsiteX156" fmla="*/ 823567 w 1144927"/>
                <a:gd name="connsiteY156" fmla="*/ 266716 h 1196969"/>
                <a:gd name="connsiteX157" fmla="*/ 823567 w 1144927"/>
                <a:gd name="connsiteY157" fmla="*/ 327432 h 1196969"/>
                <a:gd name="connsiteX158" fmla="*/ 851323 w 1144927"/>
                <a:gd name="connsiteY158" fmla="*/ 354320 h 1196969"/>
                <a:gd name="connsiteX159" fmla="*/ 862599 w 1144927"/>
                <a:gd name="connsiteY159" fmla="*/ 359525 h 1196969"/>
                <a:gd name="connsiteX160" fmla="*/ 873875 w 1144927"/>
                <a:gd name="connsiteY160" fmla="*/ 368198 h 1196969"/>
                <a:gd name="connsiteX161" fmla="*/ 862599 w 1144927"/>
                <a:gd name="connsiteY161" fmla="*/ 370800 h 1196969"/>
                <a:gd name="connsiteX162" fmla="*/ 855660 w 1144927"/>
                <a:gd name="connsiteY162" fmla="*/ 368198 h 1196969"/>
                <a:gd name="connsiteX163" fmla="*/ 823567 w 1144927"/>
                <a:gd name="connsiteY163" fmla="*/ 363861 h 1196969"/>
                <a:gd name="connsiteX164" fmla="*/ 805352 w 1144927"/>
                <a:gd name="connsiteY164" fmla="*/ 369066 h 1196969"/>
                <a:gd name="connsiteX165" fmla="*/ 785403 w 1144927"/>
                <a:gd name="connsiteY165" fmla="*/ 367331 h 1196969"/>
                <a:gd name="connsiteX166" fmla="*/ 757647 w 1144927"/>
                <a:gd name="connsiteY166" fmla="*/ 380342 h 1196969"/>
                <a:gd name="connsiteX167" fmla="*/ 742034 w 1144927"/>
                <a:gd name="connsiteY167" fmla="*/ 380342 h 1196969"/>
                <a:gd name="connsiteX168" fmla="*/ 691727 w 1144927"/>
                <a:gd name="connsiteY168" fmla="*/ 369066 h 1196969"/>
                <a:gd name="connsiteX169" fmla="*/ 646624 w 1144927"/>
                <a:gd name="connsiteY169" fmla="*/ 370800 h 1196969"/>
                <a:gd name="connsiteX170" fmla="*/ 630144 w 1144927"/>
                <a:gd name="connsiteY170" fmla="*/ 393352 h 1196969"/>
                <a:gd name="connsiteX171" fmla="*/ 569428 w 1144927"/>
                <a:gd name="connsiteY171" fmla="*/ 398556 h 1196969"/>
                <a:gd name="connsiteX172" fmla="*/ 548611 w 1144927"/>
                <a:gd name="connsiteY172" fmla="*/ 405495 h 1196969"/>
                <a:gd name="connsiteX173" fmla="*/ 539070 w 1144927"/>
                <a:gd name="connsiteY173" fmla="*/ 432384 h 1196969"/>
                <a:gd name="connsiteX174" fmla="*/ 527794 w 1144927"/>
                <a:gd name="connsiteY174" fmla="*/ 441925 h 1196969"/>
                <a:gd name="connsiteX175" fmla="*/ 523457 w 1144927"/>
                <a:gd name="connsiteY175" fmla="*/ 440190 h 1196969"/>
                <a:gd name="connsiteX176" fmla="*/ 510447 w 1144927"/>
                <a:gd name="connsiteY176" fmla="*/ 426312 h 1196969"/>
                <a:gd name="connsiteX177" fmla="*/ 471415 w 1144927"/>
                <a:gd name="connsiteY177" fmla="*/ 447129 h 1196969"/>
                <a:gd name="connsiteX178" fmla="*/ 466211 w 1144927"/>
                <a:gd name="connsiteY178" fmla="*/ 447129 h 1196969"/>
                <a:gd name="connsiteX179" fmla="*/ 456670 w 1144927"/>
                <a:gd name="connsiteY179" fmla="*/ 433251 h 1196969"/>
                <a:gd name="connsiteX180" fmla="*/ 449731 w 1144927"/>
                <a:gd name="connsiteY180" fmla="*/ 434986 h 1196969"/>
                <a:gd name="connsiteX181" fmla="*/ 433251 w 1144927"/>
                <a:gd name="connsiteY181" fmla="*/ 473150 h 1196969"/>
                <a:gd name="connsiteX182" fmla="*/ 424577 w 1144927"/>
                <a:gd name="connsiteY182" fmla="*/ 507845 h 1196969"/>
                <a:gd name="connsiteX183" fmla="*/ 396821 w 1144927"/>
                <a:gd name="connsiteY183" fmla="*/ 567693 h 1196969"/>
                <a:gd name="connsiteX184" fmla="*/ 385546 w 1144927"/>
                <a:gd name="connsiteY184" fmla="*/ 560754 h 1196969"/>
                <a:gd name="connsiteX185" fmla="*/ 128804 w 1144927"/>
                <a:gd name="connsiteY185" fmla="*/ 70691 h 1196969"/>
                <a:gd name="connsiteX186" fmla="*/ 144417 w 1144927"/>
                <a:gd name="connsiteY186" fmla="*/ 52476 h 1196969"/>
                <a:gd name="connsiteX187" fmla="*/ 163499 w 1144927"/>
                <a:gd name="connsiteY187" fmla="*/ 45537 h 1196969"/>
                <a:gd name="connsiteX188" fmla="*/ 210337 w 1144927"/>
                <a:gd name="connsiteY188" fmla="*/ 11710 h 1196969"/>
                <a:gd name="connsiteX189" fmla="*/ 230286 w 1144927"/>
                <a:gd name="connsiteY189" fmla="*/ 6505 h 1196969"/>
                <a:gd name="connsiteX190" fmla="*/ 234623 w 1144927"/>
                <a:gd name="connsiteY190" fmla="*/ 10842 h 1196969"/>
                <a:gd name="connsiteX191" fmla="*/ 190388 w 1144927"/>
                <a:gd name="connsiteY191" fmla="*/ 55078 h 1196969"/>
                <a:gd name="connsiteX192" fmla="*/ 161765 w 1144927"/>
                <a:gd name="connsiteY192" fmla="*/ 71558 h 1196969"/>
                <a:gd name="connsiteX193" fmla="*/ 143550 w 1144927"/>
                <a:gd name="connsiteY193" fmla="*/ 79364 h 1196969"/>
                <a:gd name="connsiteX194" fmla="*/ 128804 w 1144927"/>
                <a:gd name="connsiteY194" fmla="*/ 70691 h 1196969"/>
                <a:gd name="connsiteX195" fmla="*/ 876477 w 1144927"/>
                <a:gd name="connsiteY195" fmla="*/ 349116 h 1196969"/>
                <a:gd name="connsiteX196" fmla="*/ 881681 w 1144927"/>
                <a:gd name="connsiteY196" fmla="*/ 370800 h 1196969"/>
                <a:gd name="connsiteX197" fmla="*/ 909437 w 1144927"/>
                <a:gd name="connsiteY197" fmla="*/ 372535 h 1196969"/>
                <a:gd name="connsiteX198" fmla="*/ 920713 w 1144927"/>
                <a:gd name="connsiteY198" fmla="*/ 362127 h 1196969"/>
                <a:gd name="connsiteX199" fmla="*/ 917243 w 1144927"/>
                <a:gd name="connsiteY199" fmla="*/ 348249 h 1196969"/>
                <a:gd name="connsiteX200" fmla="*/ 903365 w 1144927"/>
                <a:gd name="connsiteY200" fmla="*/ 331769 h 1196969"/>
                <a:gd name="connsiteX201" fmla="*/ 884283 w 1144927"/>
                <a:gd name="connsiteY201" fmla="*/ 333504 h 1196969"/>
                <a:gd name="connsiteX202" fmla="*/ 870405 w 1144927"/>
                <a:gd name="connsiteY202" fmla="*/ 335238 h 1196969"/>
                <a:gd name="connsiteX203" fmla="*/ 867803 w 1144927"/>
                <a:gd name="connsiteY203" fmla="*/ 344779 h 1196969"/>
                <a:gd name="connsiteX204" fmla="*/ 876477 w 1144927"/>
                <a:gd name="connsiteY204" fmla="*/ 349116 h 119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</a:cxnLst>
              <a:rect l="l" t="t" r="r" b="b"/>
              <a:pathLst>
                <a:path w="1144927" h="1196969">
                  <a:moveTo>
                    <a:pt x="674380" y="1188730"/>
                  </a:moveTo>
                  <a:lnTo>
                    <a:pt x="840047" y="1172250"/>
                  </a:lnTo>
                  <a:lnTo>
                    <a:pt x="841782" y="1181791"/>
                  </a:lnTo>
                  <a:lnTo>
                    <a:pt x="927652" y="1168780"/>
                  </a:lnTo>
                  <a:lnTo>
                    <a:pt x="1031736" y="1154035"/>
                  </a:lnTo>
                  <a:lnTo>
                    <a:pt x="1032603" y="1148831"/>
                  </a:lnTo>
                  <a:lnTo>
                    <a:pt x="1034338" y="1135820"/>
                  </a:lnTo>
                  <a:lnTo>
                    <a:pt x="1052553" y="1103728"/>
                  </a:lnTo>
                  <a:lnTo>
                    <a:pt x="1069900" y="1088982"/>
                  </a:lnTo>
                  <a:lnTo>
                    <a:pt x="1068166" y="1044746"/>
                  </a:lnTo>
                  <a:lnTo>
                    <a:pt x="1082043" y="1030869"/>
                  </a:lnTo>
                  <a:lnTo>
                    <a:pt x="1091584" y="1028266"/>
                  </a:lnTo>
                  <a:lnTo>
                    <a:pt x="1093319" y="997041"/>
                  </a:lnTo>
                  <a:lnTo>
                    <a:pt x="1106330" y="971020"/>
                  </a:lnTo>
                  <a:lnTo>
                    <a:pt x="1115871" y="976224"/>
                  </a:lnTo>
                  <a:lnTo>
                    <a:pt x="1117605" y="981428"/>
                  </a:lnTo>
                  <a:lnTo>
                    <a:pt x="1124545" y="983163"/>
                  </a:lnTo>
                  <a:lnTo>
                    <a:pt x="1141024" y="974490"/>
                  </a:lnTo>
                  <a:lnTo>
                    <a:pt x="1137555" y="895559"/>
                  </a:lnTo>
                  <a:lnTo>
                    <a:pt x="1109799" y="824435"/>
                  </a:lnTo>
                  <a:lnTo>
                    <a:pt x="1089850" y="745504"/>
                  </a:lnTo>
                  <a:lnTo>
                    <a:pt x="1069033" y="717748"/>
                  </a:lnTo>
                  <a:lnTo>
                    <a:pt x="1046481" y="702135"/>
                  </a:lnTo>
                  <a:lnTo>
                    <a:pt x="1032603" y="711677"/>
                  </a:lnTo>
                  <a:lnTo>
                    <a:pt x="998776" y="727289"/>
                  </a:lnTo>
                  <a:lnTo>
                    <a:pt x="982296" y="770658"/>
                  </a:lnTo>
                  <a:lnTo>
                    <a:pt x="958877" y="802750"/>
                  </a:lnTo>
                  <a:lnTo>
                    <a:pt x="949336" y="807955"/>
                  </a:lnTo>
                  <a:lnTo>
                    <a:pt x="936325" y="802750"/>
                  </a:lnTo>
                  <a:cubicBezTo>
                    <a:pt x="936325" y="802750"/>
                    <a:pt x="913773" y="789740"/>
                    <a:pt x="915508" y="784536"/>
                  </a:cubicBezTo>
                  <a:cubicBezTo>
                    <a:pt x="917243" y="779331"/>
                    <a:pt x="919845" y="741167"/>
                    <a:pt x="919845" y="741167"/>
                  </a:cubicBezTo>
                  <a:lnTo>
                    <a:pt x="949336" y="729891"/>
                  </a:lnTo>
                  <a:lnTo>
                    <a:pt x="956275" y="700401"/>
                  </a:lnTo>
                  <a:lnTo>
                    <a:pt x="961479" y="677849"/>
                  </a:lnTo>
                  <a:lnTo>
                    <a:pt x="982296" y="663971"/>
                  </a:lnTo>
                  <a:lnTo>
                    <a:pt x="979694" y="577234"/>
                  </a:lnTo>
                  <a:lnTo>
                    <a:pt x="965816" y="557285"/>
                  </a:lnTo>
                  <a:lnTo>
                    <a:pt x="954540" y="550346"/>
                  </a:lnTo>
                  <a:lnTo>
                    <a:pt x="947601" y="532131"/>
                  </a:lnTo>
                  <a:lnTo>
                    <a:pt x="954540" y="525192"/>
                  </a:lnTo>
                  <a:lnTo>
                    <a:pt x="968418" y="527794"/>
                  </a:lnTo>
                  <a:lnTo>
                    <a:pt x="970152" y="513916"/>
                  </a:lnTo>
                  <a:lnTo>
                    <a:pt x="947601" y="494834"/>
                  </a:lnTo>
                  <a:lnTo>
                    <a:pt x="936325" y="472283"/>
                  </a:lnTo>
                  <a:lnTo>
                    <a:pt x="913773" y="472283"/>
                  </a:lnTo>
                  <a:lnTo>
                    <a:pt x="874742" y="459272"/>
                  </a:lnTo>
                  <a:lnTo>
                    <a:pt x="827036" y="429782"/>
                  </a:lnTo>
                  <a:lnTo>
                    <a:pt x="803618" y="429782"/>
                  </a:lnTo>
                  <a:lnTo>
                    <a:pt x="798413" y="434986"/>
                  </a:lnTo>
                  <a:lnTo>
                    <a:pt x="789740" y="430649"/>
                  </a:lnTo>
                  <a:lnTo>
                    <a:pt x="762851" y="410699"/>
                  </a:lnTo>
                  <a:lnTo>
                    <a:pt x="737698" y="426312"/>
                  </a:lnTo>
                  <a:lnTo>
                    <a:pt x="712544" y="446262"/>
                  </a:lnTo>
                  <a:lnTo>
                    <a:pt x="715146" y="477487"/>
                  </a:lnTo>
                  <a:lnTo>
                    <a:pt x="723820" y="480089"/>
                  </a:lnTo>
                  <a:lnTo>
                    <a:pt x="742034" y="484426"/>
                  </a:lnTo>
                  <a:lnTo>
                    <a:pt x="746371" y="491365"/>
                  </a:lnTo>
                  <a:lnTo>
                    <a:pt x="723820" y="498304"/>
                  </a:lnTo>
                  <a:lnTo>
                    <a:pt x="701268" y="500906"/>
                  </a:lnTo>
                  <a:lnTo>
                    <a:pt x="688257" y="516518"/>
                  </a:lnTo>
                  <a:lnTo>
                    <a:pt x="685655" y="534733"/>
                  </a:lnTo>
                  <a:lnTo>
                    <a:pt x="688257" y="548611"/>
                  </a:lnTo>
                  <a:lnTo>
                    <a:pt x="690860" y="596316"/>
                  </a:lnTo>
                  <a:lnTo>
                    <a:pt x="659634" y="614531"/>
                  </a:lnTo>
                  <a:lnTo>
                    <a:pt x="654430" y="612797"/>
                  </a:lnTo>
                  <a:lnTo>
                    <a:pt x="654430" y="576367"/>
                  </a:lnTo>
                  <a:lnTo>
                    <a:pt x="665706" y="555550"/>
                  </a:lnTo>
                  <a:lnTo>
                    <a:pt x="670910" y="534733"/>
                  </a:lnTo>
                  <a:lnTo>
                    <a:pt x="663971" y="527794"/>
                  </a:lnTo>
                  <a:lnTo>
                    <a:pt x="647491" y="534733"/>
                  </a:lnTo>
                  <a:lnTo>
                    <a:pt x="638818" y="571163"/>
                  </a:lnTo>
                  <a:lnTo>
                    <a:pt x="615399" y="580704"/>
                  </a:lnTo>
                  <a:lnTo>
                    <a:pt x="599786" y="597184"/>
                  </a:lnTo>
                  <a:lnTo>
                    <a:pt x="598051" y="605858"/>
                  </a:lnTo>
                  <a:lnTo>
                    <a:pt x="603255" y="612797"/>
                  </a:lnTo>
                  <a:lnTo>
                    <a:pt x="598051" y="635348"/>
                  </a:lnTo>
                  <a:lnTo>
                    <a:pt x="578102" y="639685"/>
                  </a:lnTo>
                  <a:lnTo>
                    <a:pt x="578102" y="649226"/>
                  </a:lnTo>
                  <a:lnTo>
                    <a:pt x="585041" y="670043"/>
                  </a:lnTo>
                  <a:lnTo>
                    <a:pt x="575499" y="722952"/>
                  </a:lnTo>
                  <a:lnTo>
                    <a:pt x="561622" y="757647"/>
                  </a:lnTo>
                  <a:lnTo>
                    <a:pt x="566826" y="798414"/>
                  </a:lnTo>
                  <a:lnTo>
                    <a:pt x="571163" y="807955"/>
                  </a:lnTo>
                  <a:lnTo>
                    <a:pt x="564224" y="828771"/>
                  </a:lnTo>
                  <a:lnTo>
                    <a:pt x="561622" y="835710"/>
                  </a:lnTo>
                  <a:lnTo>
                    <a:pt x="559020" y="859129"/>
                  </a:lnTo>
                  <a:lnTo>
                    <a:pt x="590245" y="911172"/>
                  </a:lnTo>
                  <a:lnTo>
                    <a:pt x="615399" y="967551"/>
                  </a:lnTo>
                  <a:lnTo>
                    <a:pt x="628409" y="1009184"/>
                  </a:lnTo>
                  <a:lnTo>
                    <a:pt x="621470" y="1049951"/>
                  </a:lnTo>
                  <a:lnTo>
                    <a:pt x="612797" y="1101993"/>
                  </a:lnTo>
                  <a:lnTo>
                    <a:pt x="591980" y="1147096"/>
                  </a:lnTo>
                  <a:lnTo>
                    <a:pt x="589378" y="1170515"/>
                  </a:lnTo>
                  <a:lnTo>
                    <a:pt x="561622" y="1197403"/>
                  </a:lnTo>
                  <a:lnTo>
                    <a:pt x="674380" y="1188730"/>
                  </a:lnTo>
                  <a:close/>
                  <a:moveTo>
                    <a:pt x="385546" y="560754"/>
                  </a:moveTo>
                  <a:lnTo>
                    <a:pt x="374270" y="551213"/>
                  </a:lnTo>
                  <a:lnTo>
                    <a:pt x="358657" y="461007"/>
                  </a:lnTo>
                  <a:lnTo>
                    <a:pt x="326565" y="449731"/>
                  </a:lnTo>
                  <a:lnTo>
                    <a:pt x="311819" y="429782"/>
                  </a:lnTo>
                  <a:lnTo>
                    <a:pt x="202531" y="405495"/>
                  </a:lnTo>
                  <a:lnTo>
                    <a:pt x="178244" y="395954"/>
                  </a:lnTo>
                  <a:lnTo>
                    <a:pt x="107988" y="376872"/>
                  </a:lnTo>
                  <a:lnTo>
                    <a:pt x="40333" y="368198"/>
                  </a:lnTo>
                  <a:lnTo>
                    <a:pt x="6505" y="322228"/>
                  </a:lnTo>
                  <a:lnTo>
                    <a:pt x="12577" y="317891"/>
                  </a:lnTo>
                  <a:lnTo>
                    <a:pt x="35996" y="310952"/>
                  </a:lnTo>
                  <a:lnTo>
                    <a:pt x="67221" y="291002"/>
                  </a:lnTo>
                  <a:lnTo>
                    <a:pt x="67221" y="282329"/>
                  </a:lnTo>
                  <a:lnTo>
                    <a:pt x="72425" y="277125"/>
                  </a:lnTo>
                  <a:lnTo>
                    <a:pt x="124467" y="268451"/>
                  </a:lnTo>
                  <a:lnTo>
                    <a:pt x="145284" y="251971"/>
                  </a:lnTo>
                  <a:lnTo>
                    <a:pt x="183449" y="233756"/>
                  </a:lnTo>
                  <a:lnTo>
                    <a:pt x="185183" y="222480"/>
                  </a:lnTo>
                  <a:lnTo>
                    <a:pt x="201663" y="197327"/>
                  </a:lnTo>
                  <a:lnTo>
                    <a:pt x="217276" y="190388"/>
                  </a:lnTo>
                  <a:lnTo>
                    <a:pt x="228552" y="174775"/>
                  </a:lnTo>
                  <a:lnTo>
                    <a:pt x="248502" y="154825"/>
                  </a:lnTo>
                  <a:lnTo>
                    <a:pt x="286665" y="134009"/>
                  </a:lnTo>
                  <a:lnTo>
                    <a:pt x="327432" y="129672"/>
                  </a:lnTo>
                  <a:lnTo>
                    <a:pt x="336973" y="139213"/>
                  </a:lnTo>
                  <a:lnTo>
                    <a:pt x="334371" y="147887"/>
                  </a:lnTo>
                  <a:lnTo>
                    <a:pt x="302278" y="156560"/>
                  </a:lnTo>
                  <a:lnTo>
                    <a:pt x="289267" y="183449"/>
                  </a:lnTo>
                  <a:lnTo>
                    <a:pt x="269318" y="190388"/>
                  </a:lnTo>
                  <a:lnTo>
                    <a:pt x="264981" y="211204"/>
                  </a:lnTo>
                  <a:lnTo>
                    <a:pt x="244165" y="238960"/>
                  </a:lnTo>
                  <a:lnTo>
                    <a:pt x="241562" y="261512"/>
                  </a:lnTo>
                  <a:lnTo>
                    <a:pt x="248502" y="265849"/>
                  </a:lnTo>
                  <a:lnTo>
                    <a:pt x="257175" y="256308"/>
                  </a:lnTo>
                  <a:lnTo>
                    <a:pt x="288400" y="231154"/>
                  </a:lnTo>
                  <a:lnTo>
                    <a:pt x="299676" y="242430"/>
                  </a:lnTo>
                  <a:lnTo>
                    <a:pt x="319625" y="242430"/>
                  </a:lnTo>
                  <a:lnTo>
                    <a:pt x="347381" y="251103"/>
                  </a:lnTo>
                  <a:lnTo>
                    <a:pt x="360392" y="260645"/>
                  </a:lnTo>
                  <a:lnTo>
                    <a:pt x="373402" y="287533"/>
                  </a:lnTo>
                  <a:lnTo>
                    <a:pt x="396821" y="310952"/>
                  </a:lnTo>
                  <a:lnTo>
                    <a:pt x="430649" y="309217"/>
                  </a:lnTo>
                  <a:lnTo>
                    <a:pt x="443660" y="300543"/>
                  </a:lnTo>
                  <a:lnTo>
                    <a:pt x="457537" y="311819"/>
                  </a:lnTo>
                  <a:lnTo>
                    <a:pt x="471415" y="316156"/>
                  </a:lnTo>
                  <a:lnTo>
                    <a:pt x="482691" y="309217"/>
                  </a:lnTo>
                  <a:lnTo>
                    <a:pt x="492232" y="309217"/>
                  </a:lnTo>
                  <a:lnTo>
                    <a:pt x="506110" y="300543"/>
                  </a:lnTo>
                  <a:lnTo>
                    <a:pt x="540805" y="269318"/>
                  </a:lnTo>
                  <a:lnTo>
                    <a:pt x="570295" y="259777"/>
                  </a:lnTo>
                  <a:lnTo>
                    <a:pt x="627542" y="257175"/>
                  </a:lnTo>
                  <a:lnTo>
                    <a:pt x="666573" y="240695"/>
                  </a:lnTo>
                  <a:lnTo>
                    <a:pt x="689125" y="229419"/>
                  </a:lnTo>
                  <a:lnTo>
                    <a:pt x="702136" y="231154"/>
                  </a:lnTo>
                  <a:lnTo>
                    <a:pt x="702136" y="280594"/>
                  </a:lnTo>
                  <a:lnTo>
                    <a:pt x="706472" y="283196"/>
                  </a:lnTo>
                  <a:lnTo>
                    <a:pt x="731626" y="290135"/>
                  </a:lnTo>
                  <a:lnTo>
                    <a:pt x="748106" y="285798"/>
                  </a:lnTo>
                  <a:lnTo>
                    <a:pt x="801015" y="271920"/>
                  </a:lnTo>
                  <a:lnTo>
                    <a:pt x="810557" y="262379"/>
                  </a:lnTo>
                  <a:lnTo>
                    <a:pt x="823567" y="266716"/>
                  </a:lnTo>
                  <a:lnTo>
                    <a:pt x="823567" y="327432"/>
                  </a:lnTo>
                  <a:lnTo>
                    <a:pt x="851323" y="354320"/>
                  </a:lnTo>
                  <a:lnTo>
                    <a:pt x="862599" y="359525"/>
                  </a:lnTo>
                  <a:lnTo>
                    <a:pt x="873875" y="368198"/>
                  </a:lnTo>
                  <a:lnTo>
                    <a:pt x="862599" y="370800"/>
                  </a:lnTo>
                  <a:lnTo>
                    <a:pt x="855660" y="368198"/>
                  </a:lnTo>
                  <a:lnTo>
                    <a:pt x="823567" y="363861"/>
                  </a:lnTo>
                  <a:lnTo>
                    <a:pt x="805352" y="369066"/>
                  </a:lnTo>
                  <a:lnTo>
                    <a:pt x="785403" y="367331"/>
                  </a:lnTo>
                  <a:lnTo>
                    <a:pt x="757647" y="380342"/>
                  </a:lnTo>
                  <a:lnTo>
                    <a:pt x="742034" y="380342"/>
                  </a:lnTo>
                  <a:lnTo>
                    <a:pt x="691727" y="369066"/>
                  </a:lnTo>
                  <a:lnTo>
                    <a:pt x="646624" y="370800"/>
                  </a:lnTo>
                  <a:lnTo>
                    <a:pt x="630144" y="393352"/>
                  </a:lnTo>
                  <a:lnTo>
                    <a:pt x="569428" y="398556"/>
                  </a:lnTo>
                  <a:lnTo>
                    <a:pt x="548611" y="405495"/>
                  </a:lnTo>
                  <a:lnTo>
                    <a:pt x="539070" y="432384"/>
                  </a:lnTo>
                  <a:lnTo>
                    <a:pt x="527794" y="441925"/>
                  </a:lnTo>
                  <a:lnTo>
                    <a:pt x="523457" y="440190"/>
                  </a:lnTo>
                  <a:lnTo>
                    <a:pt x="510447" y="426312"/>
                  </a:lnTo>
                  <a:lnTo>
                    <a:pt x="471415" y="447129"/>
                  </a:lnTo>
                  <a:lnTo>
                    <a:pt x="466211" y="447129"/>
                  </a:lnTo>
                  <a:lnTo>
                    <a:pt x="456670" y="433251"/>
                  </a:lnTo>
                  <a:lnTo>
                    <a:pt x="449731" y="434986"/>
                  </a:lnTo>
                  <a:lnTo>
                    <a:pt x="433251" y="473150"/>
                  </a:lnTo>
                  <a:lnTo>
                    <a:pt x="424577" y="507845"/>
                  </a:lnTo>
                  <a:lnTo>
                    <a:pt x="396821" y="567693"/>
                  </a:lnTo>
                  <a:lnTo>
                    <a:pt x="385546" y="560754"/>
                  </a:lnTo>
                  <a:close/>
                  <a:moveTo>
                    <a:pt x="128804" y="70691"/>
                  </a:moveTo>
                  <a:lnTo>
                    <a:pt x="144417" y="52476"/>
                  </a:lnTo>
                  <a:lnTo>
                    <a:pt x="163499" y="45537"/>
                  </a:lnTo>
                  <a:lnTo>
                    <a:pt x="210337" y="11710"/>
                  </a:lnTo>
                  <a:lnTo>
                    <a:pt x="230286" y="6505"/>
                  </a:lnTo>
                  <a:lnTo>
                    <a:pt x="234623" y="10842"/>
                  </a:lnTo>
                  <a:lnTo>
                    <a:pt x="190388" y="55078"/>
                  </a:lnTo>
                  <a:lnTo>
                    <a:pt x="161765" y="71558"/>
                  </a:lnTo>
                  <a:lnTo>
                    <a:pt x="143550" y="79364"/>
                  </a:lnTo>
                  <a:lnTo>
                    <a:pt x="128804" y="70691"/>
                  </a:lnTo>
                  <a:close/>
                  <a:moveTo>
                    <a:pt x="876477" y="349116"/>
                  </a:moveTo>
                  <a:lnTo>
                    <a:pt x="881681" y="370800"/>
                  </a:lnTo>
                  <a:lnTo>
                    <a:pt x="909437" y="372535"/>
                  </a:lnTo>
                  <a:lnTo>
                    <a:pt x="920713" y="362127"/>
                  </a:lnTo>
                  <a:cubicBezTo>
                    <a:pt x="920713" y="362127"/>
                    <a:pt x="919845" y="349116"/>
                    <a:pt x="917243" y="348249"/>
                  </a:cubicBezTo>
                  <a:cubicBezTo>
                    <a:pt x="914641" y="346514"/>
                    <a:pt x="903365" y="331769"/>
                    <a:pt x="903365" y="331769"/>
                  </a:cubicBezTo>
                  <a:lnTo>
                    <a:pt x="884283" y="333504"/>
                  </a:lnTo>
                  <a:lnTo>
                    <a:pt x="870405" y="335238"/>
                  </a:lnTo>
                  <a:lnTo>
                    <a:pt x="867803" y="344779"/>
                  </a:lnTo>
                  <a:lnTo>
                    <a:pt x="876477" y="349116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1" name="Freeform: Shape 128">
              <a:extLst>
                <a:ext uri="{FF2B5EF4-FFF2-40B4-BE49-F238E27FC236}">
                  <a16:creationId xmlns:a16="http://schemas.microsoft.com/office/drawing/2014/main" id="{FB1F2532-5F16-CE42-A23C-2BF56CD6AD50}"/>
                </a:ext>
              </a:extLst>
            </p:cNvPr>
            <p:cNvSpPr/>
            <p:nvPr/>
          </p:nvSpPr>
          <p:spPr>
            <a:xfrm>
              <a:off x="4420644" y="451466"/>
              <a:ext cx="1006148" cy="1118906"/>
            </a:xfrm>
            <a:custGeom>
              <a:avLst/>
              <a:gdLst>
                <a:gd name="connsiteX0" fmla="*/ 22118 w 1006148"/>
                <a:gd name="connsiteY0" fmla="*/ 127937 h 1118906"/>
                <a:gd name="connsiteX1" fmla="*/ 16914 w 1006148"/>
                <a:gd name="connsiteY1" fmla="*/ 161764 h 1118906"/>
                <a:gd name="connsiteX2" fmla="*/ 16914 w 1006148"/>
                <a:gd name="connsiteY2" fmla="*/ 251103 h 1118906"/>
                <a:gd name="connsiteX3" fmla="*/ 30792 w 1006148"/>
                <a:gd name="connsiteY3" fmla="*/ 294472 h 1118906"/>
                <a:gd name="connsiteX4" fmla="*/ 47272 w 1006148"/>
                <a:gd name="connsiteY4" fmla="*/ 323095 h 1118906"/>
                <a:gd name="connsiteX5" fmla="*/ 51609 w 1006148"/>
                <a:gd name="connsiteY5" fmla="*/ 408965 h 1118906"/>
                <a:gd name="connsiteX6" fmla="*/ 67221 w 1006148"/>
                <a:gd name="connsiteY6" fmla="*/ 525192 h 1118906"/>
                <a:gd name="connsiteX7" fmla="*/ 82834 w 1006148"/>
                <a:gd name="connsiteY7" fmla="*/ 588510 h 1118906"/>
                <a:gd name="connsiteX8" fmla="*/ 86303 w 1006148"/>
                <a:gd name="connsiteY8" fmla="*/ 644022 h 1118906"/>
                <a:gd name="connsiteX9" fmla="*/ 86303 w 1006148"/>
                <a:gd name="connsiteY9" fmla="*/ 689992 h 1118906"/>
                <a:gd name="connsiteX10" fmla="*/ 72425 w 1006148"/>
                <a:gd name="connsiteY10" fmla="*/ 705605 h 1118906"/>
                <a:gd name="connsiteX11" fmla="*/ 56813 w 1006148"/>
                <a:gd name="connsiteY11" fmla="*/ 716881 h 1118906"/>
                <a:gd name="connsiteX12" fmla="*/ 56813 w 1006148"/>
                <a:gd name="connsiteY12" fmla="*/ 729891 h 1118906"/>
                <a:gd name="connsiteX13" fmla="*/ 64619 w 1006148"/>
                <a:gd name="connsiteY13" fmla="*/ 744637 h 1118906"/>
                <a:gd name="connsiteX14" fmla="*/ 100181 w 1006148"/>
                <a:gd name="connsiteY14" fmla="*/ 774994 h 1118906"/>
                <a:gd name="connsiteX15" fmla="*/ 106253 w 1006148"/>
                <a:gd name="connsiteY15" fmla="*/ 802750 h 1118906"/>
                <a:gd name="connsiteX16" fmla="*/ 106253 w 1006148"/>
                <a:gd name="connsiteY16" fmla="*/ 1114136 h 1118906"/>
                <a:gd name="connsiteX17" fmla="*/ 629276 w 1006148"/>
                <a:gd name="connsiteY17" fmla="*/ 1108932 h 1118906"/>
                <a:gd name="connsiteX18" fmla="*/ 813159 w 1006148"/>
                <a:gd name="connsiteY18" fmla="*/ 1102860 h 1118906"/>
                <a:gd name="connsiteX19" fmla="*/ 808822 w 1006148"/>
                <a:gd name="connsiteY19" fmla="*/ 1050818 h 1118906"/>
                <a:gd name="connsiteX20" fmla="*/ 793209 w 1006148"/>
                <a:gd name="connsiteY20" fmla="*/ 1032603 h 1118906"/>
                <a:gd name="connsiteX21" fmla="*/ 730759 w 1006148"/>
                <a:gd name="connsiteY21" fmla="*/ 992704 h 1118906"/>
                <a:gd name="connsiteX22" fmla="*/ 699534 w 1006148"/>
                <a:gd name="connsiteY22" fmla="*/ 946734 h 1118906"/>
                <a:gd name="connsiteX23" fmla="*/ 670043 w 1006148"/>
                <a:gd name="connsiteY23" fmla="*/ 938927 h 1118906"/>
                <a:gd name="connsiteX24" fmla="*/ 652695 w 1006148"/>
                <a:gd name="connsiteY24" fmla="*/ 914641 h 1118906"/>
                <a:gd name="connsiteX25" fmla="*/ 624940 w 1006148"/>
                <a:gd name="connsiteY25" fmla="*/ 914641 h 1118906"/>
                <a:gd name="connsiteX26" fmla="*/ 594582 w 1006148"/>
                <a:gd name="connsiteY26" fmla="*/ 881681 h 1118906"/>
                <a:gd name="connsiteX27" fmla="*/ 590245 w 1006148"/>
                <a:gd name="connsiteY27" fmla="*/ 820965 h 1118906"/>
                <a:gd name="connsiteX28" fmla="*/ 591112 w 1006148"/>
                <a:gd name="connsiteY28" fmla="*/ 787138 h 1118906"/>
                <a:gd name="connsiteX29" fmla="*/ 604123 w 1006148"/>
                <a:gd name="connsiteY29" fmla="*/ 761117 h 1118906"/>
                <a:gd name="connsiteX30" fmla="*/ 598051 w 1006148"/>
                <a:gd name="connsiteY30" fmla="*/ 737698 h 1118906"/>
                <a:gd name="connsiteX31" fmla="*/ 573765 w 1006148"/>
                <a:gd name="connsiteY31" fmla="*/ 710809 h 1118906"/>
                <a:gd name="connsiteX32" fmla="*/ 592847 w 1006148"/>
                <a:gd name="connsiteY32" fmla="*/ 657900 h 1118906"/>
                <a:gd name="connsiteX33" fmla="*/ 639685 w 1006148"/>
                <a:gd name="connsiteY33" fmla="*/ 623205 h 1118906"/>
                <a:gd name="connsiteX34" fmla="*/ 650093 w 1006148"/>
                <a:gd name="connsiteY34" fmla="*/ 611062 h 1118906"/>
                <a:gd name="connsiteX35" fmla="*/ 648359 w 1006148"/>
                <a:gd name="connsiteY35" fmla="*/ 541672 h 1118906"/>
                <a:gd name="connsiteX36" fmla="*/ 650093 w 1006148"/>
                <a:gd name="connsiteY36" fmla="*/ 515651 h 1118906"/>
                <a:gd name="connsiteX37" fmla="*/ 672645 w 1006148"/>
                <a:gd name="connsiteY37" fmla="*/ 489630 h 1118906"/>
                <a:gd name="connsiteX38" fmla="*/ 705605 w 1006148"/>
                <a:gd name="connsiteY38" fmla="*/ 464476 h 1118906"/>
                <a:gd name="connsiteX39" fmla="*/ 716881 w 1006148"/>
                <a:gd name="connsiteY39" fmla="*/ 462742 h 1118906"/>
                <a:gd name="connsiteX40" fmla="*/ 755913 w 1006148"/>
                <a:gd name="connsiteY40" fmla="*/ 419373 h 1118906"/>
                <a:gd name="connsiteX41" fmla="*/ 771525 w 1006148"/>
                <a:gd name="connsiteY41" fmla="*/ 412434 h 1118906"/>
                <a:gd name="connsiteX42" fmla="*/ 791475 w 1006148"/>
                <a:gd name="connsiteY42" fmla="*/ 378607 h 1118906"/>
                <a:gd name="connsiteX43" fmla="*/ 812292 w 1006148"/>
                <a:gd name="connsiteY43" fmla="*/ 347381 h 1118906"/>
                <a:gd name="connsiteX44" fmla="*/ 839180 w 1006148"/>
                <a:gd name="connsiteY44" fmla="*/ 324830 h 1118906"/>
                <a:gd name="connsiteX45" fmla="*/ 880813 w 1006148"/>
                <a:gd name="connsiteY45" fmla="*/ 307482 h 1118906"/>
                <a:gd name="connsiteX46" fmla="*/ 960612 w 1006148"/>
                <a:gd name="connsiteY46" fmla="*/ 271920 h 1118906"/>
                <a:gd name="connsiteX47" fmla="*/ 994439 w 1006148"/>
                <a:gd name="connsiteY47" fmla="*/ 256308 h 1118906"/>
                <a:gd name="connsiteX48" fmla="*/ 999643 w 1006148"/>
                <a:gd name="connsiteY48" fmla="*/ 236358 h 1118906"/>
                <a:gd name="connsiteX49" fmla="*/ 961479 w 1006148"/>
                <a:gd name="connsiteY49" fmla="*/ 239828 h 1118906"/>
                <a:gd name="connsiteX50" fmla="*/ 955408 w 1006148"/>
                <a:gd name="connsiteY50" fmla="*/ 249369 h 1118906"/>
                <a:gd name="connsiteX51" fmla="*/ 950203 w 1006148"/>
                <a:gd name="connsiteY51" fmla="*/ 249369 h 1118906"/>
                <a:gd name="connsiteX52" fmla="*/ 934590 w 1006148"/>
                <a:gd name="connsiteY52" fmla="*/ 222480 h 1118906"/>
                <a:gd name="connsiteX53" fmla="*/ 857395 w 1006148"/>
                <a:gd name="connsiteY53" fmla="*/ 225082 h 1118906"/>
                <a:gd name="connsiteX54" fmla="*/ 848721 w 1006148"/>
                <a:gd name="connsiteY54" fmla="*/ 232021 h 1118906"/>
                <a:gd name="connsiteX55" fmla="*/ 840048 w 1006148"/>
                <a:gd name="connsiteY55" fmla="*/ 232021 h 1118906"/>
                <a:gd name="connsiteX56" fmla="*/ 835711 w 1006148"/>
                <a:gd name="connsiteY56" fmla="*/ 220746 h 1118906"/>
                <a:gd name="connsiteX57" fmla="*/ 828771 w 1006148"/>
                <a:gd name="connsiteY57" fmla="*/ 205133 h 1118906"/>
                <a:gd name="connsiteX58" fmla="*/ 806220 w 1006148"/>
                <a:gd name="connsiteY58" fmla="*/ 209470 h 1118906"/>
                <a:gd name="connsiteX59" fmla="*/ 778464 w 1006148"/>
                <a:gd name="connsiteY59" fmla="*/ 237226 h 1118906"/>
                <a:gd name="connsiteX60" fmla="*/ 764586 w 1006148"/>
                <a:gd name="connsiteY60" fmla="*/ 244164 h 1118906"/>
                <a:gd name="connsiteX61" fmla="*/ 737698 w 1006148"/>
                <a:gd name="connsiteY61" fmla="*/ 244164 h 1118906"/>
                <a:gd name="connsiteX62" fmla="*/ 715146 w 1006148"/>
                <a:gd name="connsiteY62" fmla="*/ 235491 h 1118906"/>
                <a:gd name="connsiteX63" fmla="*/ 715146 w 1006148"/>
                <a:gd name="connsiteY63" fmla="*/ 217276 h 1118906"/>
                <a:gd name="connsiteX64" fmla="*/ 703870 w 1006148"/>
                <a:gd name="connsiteY64" fmla="*/ 215541 h 1118906"/>
                <a:gd name="connsiteX65" fmla="*/ 699534 w 1006148"/>
                <a:gd name="connsiteY65" fmla="*/ 219878 h 1118906"/>
                <a:gd name="connsiteX66" fmla="*/ 676982 w 1006148"/>
                <a:gd name="connsiteY66" fmla="*/ 208602 h 1118906"/>
                <a:gd name="connsiteX67" fmla="*/ 672645 w 1006148"/>
                <a:gd name="connsiteY67" fmla="*/ 183449 h 1118906"/>
                <a:gd name="connsiteX68" fmla="*/ 659634 w 1006148"/>
                <a:gd name="connsiteY68" fmla="*/ 187785 h 1118906"/>
                <a:gd name="connsiteX69" fmla="*/ 655297 w 1006148"/>
                <a:gd name="connsiteY69" fmla="*/ 196459 h 1118906"/>
                <a:gd name="connsiteX70" fmla="*/ 634481 w 1006148"/>
                <a:gd name="connsiteY70" fmla="*/ 192122 h 1118906"/>
                <a:gd name="connsiteX71" fmla="*/ 588510 w 1006148"/>
                <a:gd name="connsiteY71" fmla="*/ 171305 h 1118906"/>
                <a:gd name="connsiteX72" fmla="*/ 554683 w 1006148"/>
                <a:gd name="connsiteY72" fmla="*/ 148754 h 1118906"/>
                <a:gd name="connsiteX73" fmla="*/ 529529 w 1006148"/>
                <a:gd name="connsiteY73" fmla="*/ 148754 h 1118906"/>
                <a:gd name="connsiteX74" fmla="*/ 518253 w 1006148"/>
                <a:gd name="connsiteY74" fmla="*/ 140080 h 1118906"/>
                <a:gd name="connsiteX75" fmla="*/ 498304 w 1006148"/>
                <a:gd name="connsiteY75" fmla="*/ 145284 h 1118906"/>
                <a:gd name="connsiteX76" fmla="*/ 488763 w 1006148"/>
                <a:gd name="connsiteY76" fmla="*/ 154825 h 1118906"/>
                <a:gd name="connsiteX77" fmla="*/ 486160 w 1006148"/>
                <a:gd name="connsiteY77" fmla="*/ 166101 h 1118906"/>
                <a:gd name="connsiteX78" fmla="*/ 444527 w 1006148"/>
                <a:gd name="connsiteY78" fmla="*/ 166101 h 1118906"/>
                <a:gd name="connsiteX79" fmla="*/ 444527 w 1006148"/>
                <a:gd name="connsiteY79" fmla="*/ 147886 h 1118906"/>
                <a:gd name="connsiteX80" fmla="*/ 389883 w 1006148"/>
                <a:gd name="connsiteY80" fmla="*/ 145284 h 1118906"/>
                <a:gd name="connsiteX81" fmla="*/ 387281 w 1006148"/>
                <a:gd name="connsiteY81" fmla="*/ 132274 h 1118906"/>
                <a:gd name="connsiteX82" fmla="*/ 345647 w 1006148"/>
                <a:gd name="connsiteY82" fmla="*/ 132274 h 1118906"/>
                <a:gd name="connsiteX83" fmla="*/ 331769 w 1006148"/>
                <a:gd name="connsiteY83" fmla="*/ 118396 h 1118906"/>
                <a:gd name="connsiteX84" fmla="*/ 318758 w 1006148"/>
                <a:gd name="connsiteY84" fmla="*/ 65486 h 1118906"/>
                <a:gd name="connsiteX85" fmla="*/ 311819 w 1006148"/>
                <a:gd name="connsiteY85" fmla="*/ 17781 h 1118906"/>
                <a:gd name="connsiteX86" fmla="*/ 295339 w 1006148"/>
                <a:gd name="connsiteY86" fmla="*/ 10842 h 1118906"/>
                <a:gd name="connsiteX87" fmla="*/ 275390 w 1006148"/>
                <a:gd name="connsiteY87" fmla="*/ 6505 h 1118906"/>
                <a:gd name="connsiteX88" fmla="*/ 270186 w 1006148"/>
                <a:gd name="connsiteY88" fmla="*/ 8240 h 1118906"/>
                <a:gd name="connsiteX89" fmla="*/ 267584 w 1006148"/>
                <a:gd name="connsiteY89" fmla="*/ 79364 h 1118906"/>
                <a:gd name="connsiteX90" fmla="*/ 6505 w 1006148"/>
                <a:gd name="connsiteY90" fmla="*/ 79364 h 1118906"/>
                <a:gd name="connsiteX91" fmla="*/ 22118 w 1006148"/>
                <a:gd name="connsiteY91" fmla="*/ 127937 h 111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06148" h="1118906">
                  <a:moveTo>
                    <a:pt x="22118" y="127937"/>
                  </a:moveTo>
                  <a:lnTo>
                    <a:pt x="16914" y="161764"/>
                  </a:lnTo>
                  <a:lnTo>
                    <a:pt x="16914" y="251103"/>
                  </a:lnTo>
                  <a:lnTo>
                    <a:pt x="30792" y="294472"/>
                  </a:lnTo>
                  <a:lnTo>
                    <a:pt x="47272" y="323095"/>
                  </a:lnTo>
                  <a:lnTo>
                    <a:pt x="51609" y="408965"/>
                  </a:lnTo>
                  <a:lnTo>
                    <a:pt x="67221" y="525192"/>
                  </a:lnTo>
                  <a:lnTo>
                    <a:pt x="82834" y="588510"/>
                  </a:lnTo>
                  <a:lnTo>
                    <a:pt x="86303" y="644022"/>
                  </a:lnTo>
                  <a:lnTo>
                    <a:pt x="86303" y="689992"/>
                  </a:lnTo>
                  <a:lnTo>
                    <a:pt x="72425" y="705605"/>
                  </a:lnTo>
                  <a:lnTo>
                    <a:pt x="56813" y="716881"/>
                  </a:lnTo>
                  <a:lnTo>
                    <a:pt x="56813" y="729891"/>
                  </a:lnTo>
                  <a:lnTo>
                    <a:pt x="64619" y="744637"/>
                  </a:lnTo>
                  <a:lnTo>
                    <a:pt x="100181" y="774994"/>
                  </a:lnTo>
                  <a:lnTo>
                    <a:pt x="106253" y="802750"/>
                  </a:lnTo>
                  <a:lnTo>
                    <a:pt x="106253" y="1114136"/>
                  </a:lnTo>
                  <a:lnTo>
                    <a:pt x="629276" y="1108932"/>
                  </a:lnTo>
                  <a:lnTo>
                    <a:pt x="813159" y="1102860"/>
                  </a:lnTo>
                  <a:lnTo>
                    <a:pt x="808822" y="1050818"/>
                  </a:lnTo>
                  <a:lnTo>
                    <a:pt x="793209" y="1032603"/>
                  </a:lnTo>
                  <a:lnTo>
                    <a:pt x="730759" y="992704"/>
                  </a:lnTo>
                  <a:lnTo>
                    <a:pt x="699534" y="946734"/>
                  </a:lnTo>
                  <a:lnTo>
                    <a:pt x="670043" y="938927"/>
                  </a:lnTo>
                  <a:lnTo>
                    <a:pt x="652695" y="914641"/>
                  </a:lnTo>
                  <a:lnTo>
                    <a:pt x="624940" y="914641"/>
                  </a:lnTo>
                  <a:lnTo>
                    <a:pt x="594582" y="881681"/>
                  </a:lnTo>
                  <a:lnTo>
                    <a:pt x="590245" y="820965"/>
                  </a:lnTo>
                  <a:lnTo>
                    <a:pt x="591112" y="787138"/>
                  </a:lnTo>
                  <a:lnTo>
                    <a:pt x="604123" y="761117"/>
                  </a:lnTo>
                  <a:lnTo>
                    <a:pt x="598051" y="737698"/>
                  </a:lnTo>
                  <a:lnTo>
                    <a:pt x="573765" y="710809"/>
                  </a:lnTo>
                  <a:lnTo>
                    <a:pt x="592847" y="657900"/>
                  </a:lnTo>
                  <a:lnTo>
                    <a:pt x="639685" y="623205"/>
                  </a:lnTo>
                  <a:lnTo>
                    <a:pt x="650093" y="611062"/>
                  </a:lnTo>
                  <a:lnTo>
                    <a:pt x="648359" y="541672"/>
                  </a:lnTo>
                  <a:lnTo>
                    <a:pt x="650093" y="515651"/>
                  </a:lnTo>
                  <a:lnTo>
                    <a:pt x="672645" y="489630"/>
                  </a:lnTo>
                  <a:lnTo>
                    <a:pt x="705605" y="464476"/>
                  </a:lnTo>
                  <a:lnTo>
                    <a:pt x="716881" y="462742"/>
                  </a:lnTo>
                  <a:lnTo>
                    <a:pt x="755913" y="419373"/>
                  </a:lnTo>
                  <a:lnTo>
                    <a:pt x="771525" y="412434"/>
                  </a:lnTo>
                  <a:lnTo>
                    <a:pt x="791475" y="378607"/>
                  </a:lnTo>
                  <a:lnTo>
                    <a:pt x="812292" y="347381"/>
                  </a:lnTo>
                  <a:lnTo>
                    <a:pt x="839180" y="324830"/>
                  </a:lnTo>
                  <a:lnTo>
                    <a:pt x="880813" y="307482"/>
                  </a:lnTo>
                  <a:lnTo>
                    <a:pt x="960612" y="271920"/>
                  </a:lnTo>
                  <a:lnTo>
                    <a:pt x="994439" y="256308"/>
                  </a:lnTo>
                  <a:lnTo>
                    <a:pt x="999643" y="236358"/>
                  </a:lnTo>
                  <a:lnTo>
                    <a:pt x="961479" y="239828"/>
                  </a:lnTo>
                  <a:lnTo>
                    <a:pt x="955408" y="249369"/>
                  </a:lnTo>
                  <a:lnTo>
                    <a:pt x="950203" y="249369"/>
                  </a:lnTo>
                  <a:lnTo>
                    <a:pt x="934590" y="222480"/>
                  </a:lnTo>
                  <a:lnTo>
                    <a:pt x="857395" y="225082"/>
                  </a:lnTo>
                  <a:lnTo>
                    <a:pt x="848721" y="232021"/>
                  </a:lnTo>
                  <a:lnTo>
                    <a:pt x="840048" y="232021"/>
                  </a:lnTo>
                  <a:lnTo>
                    <a:pt x="835711" y="220746"/>
                  </a:lnTo>
                  <a:lnTo>
                    <a:pt x="828771" y="205133"/>
                  </a:lnTo>
                  <a:lnTo>
                    <a:pt x="806220" y="209470"/>
                  </a:lnTo>
                  <a:lnTo>
                    <a:pt x="778464" y="237226"/>
                  </a:lnTo>
                  <a:lnTo>
                    <a:pt x="764586" y="244164"/>
                  </a:lnTo>
                  <a:lnTo>
                    <a:pt x="737698" y="244164"/>
                  </a:lnTo>
                  <a:lnTo>
                    <a:pt x="715146" y="235491"/>
                  </a:lnTo>
                  <a:lnTo>
                    <a:pt x="715146" y="217276"/>
                  </a:lnTo>
                  <a:lnTo>
                    <a:pt x="703870" y="215541"/>
                  </a:lnTo>
                  <a:lnTo>
                    <a:pt x="699534" y="219878"/>
                  </a:lnTo>
                  <a:lnTo>
                    <a:pt x="676982" y="208602"/>
                  </a:lnTo>
                  <a:lnTo>
                    <a:pt x="672645" y="183449"/>
                  </a:lnTo>
                  <a:lnTo>
                    <a:pt x="659634" y="187785"/>
                  </a:lnTo>
                  <a:lnTo>
                    <a:pt x="655297" y="196459"/>
                  </a:lnTo>
                  <a:lnTo>
                    <a:pt x="634481" y="192122"/>
                  </a:lnTo>
                  <a:lnTo>
                    <a:pt x="588510" y="171305"/>
                  </a:lnTo>
                  <a:lnTo>
                    <a:pt x="554683" y="148754"/>
                  </a:lnTo>
                  <a:lnTo>
                    <a:pt x="529529" y="148754"/>
                  </a:lnTo>
                  <a:lnTo>
                    <a:pt x="518253" y="140080"/>
                  </a:lnTo>
                  <a:lnTo>
                    <a:pt x="498304" y="145284"/>
                  </a:lnTo>
                  <a:lnTo>
                    <a:pt x="488763" y="154825"/>
                  </a:lnTo>
                  <a:lnTo>
                    <a:pt x="486160" y="166101"/>
                  </a:lnTo>
                  <a:lnTo>
                    <a:pt x="444527" y="166101"/>
                  </a:lnTo>
                  <a:lnTo>
                    <a:pt x="444527" y="147886"/>
                  </a:lnTo>
                  <a:lnTo>
                    <a:pt x="389883" y="145284"/>
                  </a:lnTo>
                  <a:lnTo>
                    <a:pt x="387281" y="132274"/>
                  </a:lnTo>
                  <a:lnTo>
                    <a:pt x="345647" y="132274"/>
                  </a:lnTo>
                  <a:lnTo>
                    <a:pt x="331769" y="118396"/>
                  </a:lnTo>
                  <a:lnTo>
                    <a:pt x="318758" y="65486"/>
                  </a:lnTo>
                  <a:lnTo>
                    <a:pt x="311819" y="17781"/>
                  </a:lnTo>
                  <a:lnTo>
                    <a:pt x="295339" y="10842"/>
                  </a:lnTo>
                  <a:lnTo>
                    <a:pt x="275390" y="6505"/>
                  </a:lnTo>
                  <a:lnTo>
                    <a:pt x="270186" y="8240"/>
                  </a:lnTo>
                  <a:lnTo>
                    <a:pt x="267584" y="79364"/>
                  </a:lnTo>
                  <a:lnTo>
                    <a:pt x="6505" y="79364"/>
                  </a:lnTo>
                  <a:lnTo>
                    <a:pt x="22118" y="12793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2" name="Freeform: Shape 129">
              <a:extLst>
                <a:ext uri="{FF2B5EF4-FFF2-40B4-BE49-F238E27FC236}">
                  <a16:creationId xmlns:a16="http://schemas.microsoft.com/office/drawing/2014/main" id="{D20FC5E8-5E61-DE43-80F0-34FC7D693B49}"/>
                </a:ext>
              </a:extLst>
            </p:cNvPr>
            <p:cNvSpPr/>
            <p:nvPr/>
          </p:nvSpPr>
          <p:spPr>
            <a:xfrm>
              <a:off x="4616669" y="2110743"/>
              <a:ext cx="1006148" cy="884717"/>
            </a:xfrm>
            <a:custGeom>
              <a:avLst/>
              <a:gdLst>
                <a:gd name="connsiteX0" fmla="*/ 940662 w 1006148"/>
                <a:gd name="connsiteY0" fmla="*/ 827037 h 884716"/>
                <a:gd name="connsiteX1" fmla="*/ 944999 w 1006148"/>
                <a:gd name="connsiteY1" fmla="*/ 775862 h 884716"/>
                <a:gd name="connsiteX2" fmla="*/ 981428 w 1006148"/>
                <a:gd name="connsiteY2" fmla="*/ 746371 h 884716"/>
                <a:gd name="connsiteX3" fmla="*/ 997909 w 1006148"/>
                <a:gd name="connsiteY3" fmla="*/ 737698 h 884716"/>
                <a:gd name="connsiteX4" fmla="*/ 997909 w 1006148"/>
                <a:gd name="connsiteY4" fmla="*/ 712544 h 884716"/>
                <a:gd name="connsiteX5" fmla="*/ 1003980 w 1006148"/>
                <a:gd name="connsiteY5" fmla="*/ 698666 h 884716"/>
                <a:gd name="connsiteX6" fmla="*/ 994439 w 1006148"/>
                <a:gd name="connsiteY6" fmla="*/ 684788 h 884716"/>
                <a:gd name="connsiteX7" fmla="*/ 973622 w 1006148"/>
                <a:gd name="connsiteY7" fmla="*/ 687390 h 884716"/>
                <a:gd name="connsiteX8" fmla="*/ 955407 w 1006148"/>
                <a:gd name="connsiteY8" fmla="*/ 665706 h 884716"/>
                <a:gd name="connsiteX9" fmla="*/ 940662 w 1006148"/>
                <a:gd name="connsiteY9" fmla="*/ 626674 h 884716"/>
                <a:gd name="connsiteX10" fmla="*/ 948468 w 1006148"/>
                <a:gd name="connsiteY10" fmla="*/ 604123 h 884716"/>
                <a:gd name="connsiteX11" fmla="*/ 931121 w 1006148"/>
                <a:gd name="connsiteY11" fmla="*/ 576367 h 884716"/>
                <a:gd name="connsiteX12" fmla="*/ 915509 w 1006148"/>
                <a:gd name="connsiteY12" fmla="*/ 536468 h 884716"/>
                <a:gd name="connsiteX13" fmla="*/ 875609 w 1006148"/>
                <a:gd name="connsiteY13" fmla="*/ 530396 h 884716"/>
                <a:gd name="connsiteX14" fmla="*/ 816628 w 1006148"/>
                <a:gd name="connsiteY14" fmla="*/ 481824 h 884716"/>
                <a:gd name="connsiteX15" fmla="*/ 797546 w 1006148"/>
                <a:gd name="connsiteY15" fmla="*/ 445394 h 884716"/>
                <a:gd name="connsiteX16" fmla="*/ 804485 w 1006148"/>
                <a:gd name="connsiteY16" fmla="*/ 416771 h 884716"/>
                <a:gd name="connsiteX17" fmla="*/ 823567 w 1006148"/>
                <a:gd name="connsiteY17" fmla="*/ 364729 h 884716"/>
                <a:gd name="connsiteX18" fmla="*/ 828772 w 1006148"/>
                <a:gd name="connsiteY18" fmla="*/ 338708 h 884716"/>
                <a:gd name="connsiteX19" fmla="*/ 812291 w 1006148"/>
                <a:gd name="connsiteY19" fmla="*/ 330034 h 884716"/>
                <a:gd name="connsiteX20" fmla="*/ 752443 w 1006148"/>
                <a:gd name="connsiteY20" fmla="*/ 324830 h 884716"/>
                <a:gd name="connsiteX21" fmla="*/ 742902 w 1006148"/>
                <a:gd name="connsiteY21" fmla="*/ 308350 h 884716"/>
                <a:gd name="connsiteX22" fmla="*/ 742902 w 1006148"/>
                <a:gd name="connsiteY22" fmla="*/ 272788 h 884716"/>
                <a:gd name="connsiteX23" fmla="*/ 696931 w 1006148"/>
                <a:gd name="connsiteY23" fmla="*/ 242430 h 884716"/>
                <a:gd name="connsiteX24" fmla="*/ 634481 w 1006148"/>
                <a:gd name="connsiteY24" fmla="*/ 174775 h 884716"/>
                <a:gd name="connsiteX25" fmla="*/ 614531 w 1006148"/>
                <a:gd name="connsiteY25" fmla="*/ 111457 h 884716"/>
                <a:gd name="connsiteX26" fmla="*/ 610194 w 1006148"/>
                <a:gd name="connsiteY26" fmla="*/ 75027 h 884716"/>
                <a:gd name="connsiteX27" fmla="*/ 616266 w 1006148"/>
                <a:gd name="connsiteY27" fmla="*/ 54211 h 884716"/>
                <a:gd name="connsiteX28" fmla="*/ 593714 w 1006148"/>
                <a:gd name="connsiteY28" fmla="*/ 27322 h 884716"/>
                <a:gd name="connsiteX29" fmla="*/ 583306 w 1006148"/>
                <a:gd name="connsiteY29" fmla="*/ 6505 h 884716"/>
                <a:gd name="connsiteX30" fmla="*/ 516519 w 1006148"/>
                <a:gd name="connsiteY30" fmla="*/ 13444 h 884716"/>
                <a:gd name="connsiteX31" fmla="*/ 429782 w 1006148"/>
                <a:gd name="connsiteY31" fmla="*/ 18648 h 884716"/>
                <a:gd name="connsiteX32" fmla="*/ 6505 w 1006148"/>
                <a:gd name="connsiteY32" fmla="*/ 29057 h 884716"/>
                <a:gd name="connsiteX33" fmla="*/ 17781 w 1006148"/>
                <a:gd name="connsiteY33" fmla="*/ 51608 h 884716"/>
                <a:gd name="connsiteX34" fmla="*/ 16914 w 1006148"/>
                <a:gd name="connsiteY34" fmla="*/ 70691 h 884716"/>
                <a:gd name="connsiteX35" fmla="*/ 36863 w 1006148"/>
                <a:gd name="connsiteY35" fmla="*/ 101916 h 884716"/>
                <a:gd name="connsiteX36" fmla="*/ 62884 w 1006148"/>
                <a:gd name="connsiteY36" fmla="*/ 135743 h 884716"/>
                <a:gd name="connsiteX37" fmla="*/ 89773 w 1006148"/>
                <a:gd name="connsiteY37" fmla="*/ 161764 h 884716"/>
                <a:gd name="connsiteX38" fmla="*/ 112324 w 1006148"/>
                <a:gd name="connsiteY38" fmla="*/ 163499 h 884716"/>
                <a:gd name="connsiteX39" fmla="*/ 124468 w 1006148"/>
                <a:gd name="connsiteY39" fmla="*/ 173040 h 884716"/>
                <a:gd name="connsiteX40" fmla="*/ 124468 w 1006148"/>
                <a:gd name="connsiteY40" fmla="*/ 198194 h 884716"/>
                <a:gd name="connsiteX41" fmla="*/ 108855 w 1006148"/>
                <a:gd name="connsiteY41" fmla="*/ 212072 h 884716"/>
                <a:gd name="connsiteX42" fmla="*/ 104518 w 1006148"/>
                <a:gd name="connsiteY42" fmla="*/ 232021 h 884716"/>
                <a:gd name="connsiteX43" fmla="*/ 122733 w 1006148"/>
                <a:gd name="connsiteY43" fmla="*/ 259777 h 884716"/>
                <a:gd name="connsiteX44" fmla="*/ 143550 w 1006148"/>
                <a:gd name="connsiteY44" fmla="*/ 285798 h 884716"/>
                <a:gd name="connsiteX45" fmla="*/ 166101 w 1006148"/>
                <a:gd name="connsiteY45" fmla="*/ 304013 h 884716"/>
                <a:gd name="connsiteX46" fmla="*/ 177377 w 1006148"/>
                <a:gd name="connsiteY46" fmla="*/ 404628 h 884716"/>
                <a:gd name="connsiteX47" fmla="*/ 170438 w 1006148"/>
                <a:gd name="connsiteY47" fmla="*/ 751575 h 884716"/>
                <a:gd name="connsiteX48" fmla="*/ 174775 w 1006148"/>
                <a:gd name="connsiteY48" fmla="*/ 801016 h 884716"/>
                <a:gd name="connsiteX49" fmla="*/ 380342 w 1006148"/>
                <a:gd name="connsiteY49" fmla="*/ 799281 h 884716"/>
                <a:gd name="connsiteX50" fmla="*/ 582438 w 1006148"/>
                <a:gd name="connsiteY50" fmla="*/ 793209 h 884716"/>
                <a:gd name="connsiteX51" fmla="*/ 864334 w 1006148"/>
                <a:gd name="connsiteY51" fmla="*/ 781933 h 884716"/>
                <a:gd name="connsiteX52" fmla="*/ 883416 w 1006148"/>
                <a:gd name="connsiteY52" fmla="*/ 814026 h 884716"/>
                <a:gd name="connsiteX53" fmla="*/ 876477 w 1006148"/>
                <a:gd name="connsiteY53" fmla="*/ 840914 h 884716"/>
                <a:gd name="connsiteX54" fmla="*/ 849588 w 1006148"/>
                <a:gd name="connsiteY54" fmla="*/ 862599 h 884716"/>
                <a:gd name="connsiteX55" fmla="*/ 845251 w 1006148"/>
                <a:gd name="connsiteY55" fmla="*/ 878211 h 884716"/>
                <a:gd name="connsiteX56" fmla="*/ 890355 w 1006148"/>
                <a:gd name="connsiteY56" fmla="*/ 882548 h 884716"/>
                <a:gd name="connsiteX57" fmla="*/ 925917 w 1006148"/>
                <a:gd name="connsiteY57" fmla="*/ 873007 h 884716"/>
                <a:gd name="connsiteX58" fmla="*/ 940662 w 1006148"/>
                <a:gd name="connsiteY58" fmla="*/ 827037 h 88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006148" h="884716">
                  <a:moveTo>
                    <a:pt x="940662" y="827037"/>
                  </a:moveTo>
                  <a:lnTo>
                    <a:pt x="944999" y="775862"/>
                  </a:lnTo>
                  <a:lnTo>
                    <a:pt x="981428" y="746371"/>
                  </a:lnTo>
                  <a:lnTo>
                    <a:pt x="997909" y="737698"/>
                  </a:lnTo>
                  <a:lnTo>
                    <a:pt x="997909" y="712544"/>
                  </a:lnTo>
                  <a:lnTo>
                    <a:pt x="1003980" y="698666"/>
                  </a:lnTo>
                  <a:lnTo>
                    <a:pt x="994439" y="684788"/>
                  </a:lnTo>
                  <a:lnTo>
                    <a:pt x="973622" y="687390"/>
                  </a:lnTo>
                  <a:lnTo>
                    <a:pt x="955407" y="665706"/>
                  </a:lnTo>
                  <a:lnTo>
                    <a:pt x="940662" y="626674"/>
                  </a:lnTo>
                  <a:lnTo>
                    <a:pt x="948468" y="604123"/>
                  </a:lnTo>
                  <a:lnTo>
                    <a:pt x="931121" y="576367"/>
                  </a:lnTo>
                  <a:lnTo>
                    <a:pt x="915509" y="536468"/>
                  </a:lnTo>
                  <a:lnTo>
                    <a:pt x="875609" y="530396"/>
                  </a:lnTo>
                  <a:lnTo>
                    <a:pt x="816628" y="481824"/>
                  </a:lnTo>
                  <a:lnTo>
                    <a:pt x="797546" y="445394"/>
                  </a:lnTo>
                  <a:lnTo>
                    <a:pt x="804485" y="416771"/>
                  </a:lnTo>
                  <a:lnTo>
                    <a:pt x="823567" y="364729"/>
                  </a:lnTo>
                  <a:lnTo>
                    <a:pt x="828772" y="338708"/>
                  </a:lnTo>
                  <a:lnTo>
                    <a:pt x="812291" y="330034"/>
                  </a:lnTo>
                  <a:lnTo>
                    <a:pt x="752443" y="324830"/>
                  </a:lnTo>
                  <a:lnTo>
                    <a:pt x="742902" y="308350"/>
                  </a:lnTo>
                  <a:lnTo>
                    <a:pt x="742902" y="272788"/>
                  </a:lnTo>
                  <a:lnTo>
                    <a:pt x="696931" y="242430"/>
                  </a:lnTo>
                  <a:lnTo>
                    <a:pt x="634481" y="174775"/>
                  </a:lnTo>
                  <a:lnTo>
                    <a:pt x="614531" y="111457"/>
                  </a:lnTo>
                  <a:lnTo>
                    <a:pt x="610194" y="75027"/>
                  </a:lnTo>
                  <a:lnTo>
                    <a:pt x="616266" y="54211"/>
                  </a:lnTo>
                  <a:lnTo>
                    <a:pt x="593714" y="27322"/>
                  </a:lnTo>
                  <a:lnTo>
                    <a:pt x="583306" y="6505"/>
                  </a:lnTo>
                  <a:lnTo>
                    <a:pt x="516519" y="13444"/>
                  </a:lnTo>
                  <a:lnTo>
                    <a:pt x="429782" y="18648"/>
                  </a:lnTo>
                  <a:lnTo>
                    <a:pt x="6505" y="29057"/>
                  </a:lnTo>
                  <a:lnTo>
                    <a:pt x="17781" y="51608"/>
                  </a:lnTo>
                  <a:lnTo>
                    <a:pt x="16914" y="70691"/>
                  </a:lnTo>
                  <a:lnTo>
                    <a:pt x="36863" y="101916"/>
                  </a:lnTo>
                  <a:lnTo>
                    <a:pt x="62884" y="135743"/>
                  </a:lnTo>
                  <a:lnTo>
                    <a:pt x="89773" y="161764"/>
                  </a:lnTo>
                  <a:lnTo>
                    <a:pt x="112324" y="163499"/>
                  </a:lnTo>
                  <a:lnTo>
                    <a:pt x="124468" y="173040"/>
                  </a:lnTo>
                  <a:lnTo>
                    <a:pt x="124468" y="198194"/>
                  </a:lnTo>
                  <a:lnTo>
                    <a:pt x="108855" y="212072"/>
                  </a:lnTo>
                  <a:lnTo>
                    <a:pt x="104518" y="232021"/>
                  </a:lnTo>
                  <a:lnTo>
                    <a:pt x="122733" y="259777"/>
                  </a:lnTo>
                  <a:lnTo>
                    <a:pt x="143550" y="285798"/>
                  </a:lnTo>
                  <a:lnTo>
                    <a:pt x="166101" y="304013"/>
                  </a:lnTo>
                  <a:lnTo>
                    <a:pt x="177377" y="404628"/>
                  </a:lnTo>
                  <a:lnTo>
                    <a:pt x="170438" y="751575"/>
                  </a:lnTo>
                  <a:lnTo>
                    <a:pt x="174775" y="801016"/>
                  </a:lnTo>
                  <a:lnTo>
                    <a:pt x="380342" y="799281"/>
                  </a:lnTo>
                  <a:lnTo>
                    <a:pt x="582438" y="793209"/>
                  </a:lnTo>
                  <a:lnTo>
                    <a:pt x="864334" y="781933"/>
                  </a:lnTo>
                  <a:lnTo>
                    <a:pt x="883416" y="814026"/>
                  </a:lnTo>
                  <a:lnTo>
                    <a:pt x="876477" y="840914"/>
                  </a:lnTo>
                  <a:lnTo>
                    <a:pt x="849588" y="862599"/>
                  </a:lnTo>
                  <a:lnTo>
                    <a:pt x="845251" y="878211"/>
                  </a:lnTo>
                  <a:lnTo>
                    <a:pt x="890355" y="882548"/>
                  </a:lnTo>
                  <a:lnTo>
                    <a:pt x="925917" y="873007"/>
                  </a:lnTo>
                  <a:lnTo>
                    <a:pt x="940662" y="82703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3" name="Freeform: Shape 130">
              <a:extLst>
                <a:ext uri="{FF2B5EF4-FFF2-40B4-BE49-F238E27FC236}">
                  <a16:creationId xmlns:a16="http://schemas.microsoft.com/office/drawing/2014/main" id="{3D38FC6D-DBBC-0A48-8F7D-92127AE7D95D}"/>
                </a:ext>
              </a:extLst>
            </p:cNvPr>
            <p:cNvSpPr/>
            <p:nvPr/>
          </p:nvSpPr>
          <p:spPr>
            <a:xfrm>
              <a:off x="5292350" y="3157658"/>
              <a:ext cx="537769" cy="954106"/>
            </a:xfrm>
            <a:custGeom>
              <a:avLst/>
              <a:gdLst>
                <a:gd name="connsiteX0" fmla="*/ 362127 w 537768"/>
                <a:gd name="connsiteY0" fmla="*/ 940662 h 954106"/>
                <a:gd name="connsiteX1" fmla="*/ 384679 w 537768"/>
                <a:gd name="connsiteY1" fmla="*/ 904233 h 954106"/>
                <a:gd name="connsiteX2" fmla="*/ 400291 w 537768"/>
                <a:gd name="connsiteY2" fmla="*/ 911172 h 954106"/>
                <a:gd name="connsiteX3" fmla="*/ 459272 w 537768"/>
                <a:gd name="connsiteY3" fmla="*/ 894692 h 954106"/>
                <a:gd name="connsiteX4" fmla="*/ 477487 w 537768"/>
                <a:gd name="connsiteY4" fmla="*/ 897294 h 954106"/>
                <a:gd name="connsiteX5" fmla="*/ 490497 w 537768"/>
                <a:gd name="connsiteY5" fmla="*/ 904233 h 954106"/>
                <a:gd name="connsiteX6" fmla="*/ 535601 w 537768"/>
                <a:gd name="connsiteY6" fmla="*/ 904233 h 954106"/>
                <a:gd name="connsiteX7" fmla="*/ 539070 w 537768"/>
                <a:gd name="connsiteY7" fmla="*/ 890355 h 954106"/>
                <a:gd name="connsiteX8" fmla="*/ 524325 w 537768"/>
                <a:gd name="connsiteY8" fmla="*/ 761984 h 954106"/>
                <a:gd name="connsiteX9" fmla="*/ 500039 w 537768"/>
                <a:gd name="connsiteY9" fmla="*/ 597184 h 954106"/>
                <a:gd name="connsiteX10" fmla="*/ 508712 w 537768"/>
                <a:gd name="connsiteY10" fmla="*/ 206000 h 954106"/>
                <a:gd name="connsiteX11" fmla="*/ 506978 w 537768"/>
                <a:gd name="connsiteY11" fmla="*/ 61150 h 954106"/>
                <a:gd name="connsiteX12" fmla="*/ 508712 w 537768"/>
                <a:gd name="connsiteY12" fmla="*/ 6505 h 954106"/>
                <a:gd name="connsiteX13" fmla="*/ 467079 w 537768"/>
                <a:gd name="connsiteY13" fmla="*/ 9108 h 954106"/>
                <a:gd name="connsiteX14" fmla="*/ 297074 w 537768"/>
                <a:gd name="connsiteY14" fmla="*/ 22985 h 954106"/>
                <a:gd name="connsiteX15" fmla="*/ 184316 w 537768"/>
                <a:gd name="connsiteY15" fmla="*/ 26455 h 954106"/>
                <a:gd name="connsiteX16" fmla="*/ 182581 w 537768"/>
                <a:gd name="connsiteY16" fmla="*/ 54211 h 954106"/>
                <a:gd name="connsiteX17" fmla="*/ 158295 w 537768"/>
                <a:gd name="connsiteY17" fmla="*/ 65487 h 954106"/>
                <a:gd name="connsiteX18" fmla="*/ 135744 w 537768"/>
                <a:gd name="connsiteY18" fmla="*/ 109722 h 954106"/>
                <a:gd name="connsiteX19" fmla="*/ 140080 w 537768"/>
                <a:gd name="connsiteY19" fmla="*/ 123600 h 954106"/>
                <a:gd name="connsiteX20" fmla="*/ 140948 w 537768"/>
                <a:gd name="connsiteY20" fmla="*/ 144417 h 954106"/>
                <a:gd name="connsiteX21" fmla="*/ 115794 w 537768"/>
                <a:gd name="connsiteY21" fmla="*/ 153958 h 954106"/>
                <a:gd name="connsiteX22" fmla="*/ 85436 w 537768"/>
                <a:gd name="connsiteY22" fmla="*/ 198194 h 954106"/>
                <a:gd name="connsiteX23" fmla="*/ 92375 w 537768"/>
                <a:gd name="connsiteY23" fmla="*/ 218144 h 954106"/>
                <a:gd name="connsiteX24" fmla="*/ 66354 w 537768"/>
                <a:gd name="connsiteY24" fmla="*/ 239828 h 954106"/>
                <a:gd name="connsiteX25" fmla="*/ 57680 w 537768"/>
                <a:gd name="connsiteY25" fmla="*/ 289268 h 954106"/>
                <a:gd name="connsiteX26" fmla="*/ 52476 w 537768"/>
                <a:gd name="connsiteY26" fmla="*/ 305748 h 954106"/>
                <a:gd name="connsiteX27" fmla="*/ 66354 w 537768"/>
                <a:gd name="connsiteY27" fmla="*/ 327432 h 954106"/>
                <a:gd name="connsiteX28" fmla="*/ 53343 w 537768"/>
                <a:gd name="connsiteY28" fmla="*/ 339575 h 954106"/>
                <a:gd name="connsiteX29" fmla="*/ 66354 w 537768"/>
                <a:gd name="connsiteY29" fmla="*/ 363862 h 954106"/>
                <a:gd name="connsiteX30" fmla="*/ 68956 w 537768"/>
                <a:gd name="connsiteY30" fmla="*/ 400291 h 954106"/>
                <a:gd name="connsiteX31" fmla="*/ 58547 w 537768"/>
                <a:gd name="connsiteY31" fmla="*/ 421975 h 954106"/>
                <a:gd name="connsiteX32" fmla="*/ 56813 w 537768"/>
                <a:gd name="connsiteY32" fmla="*/ 429782 h 954106"/>
                <a:gd name="connsiteX33" fmla="*/ 60282 w 537768"/>
                <a:gd name="connsiteY33" fmla="*/ 473150 h 954106"/>
                <a:gd name="connsiteX34" fmla="*/ 77630 w 537768"/>
                <a:gd name="connsiteY34" fmla="*/ 512182 h 954106"/>
                <a:gd name="connsiteX35" fmla="*/ 76763 w 537768"/>
                <a:gd name="connsiteY35" fmla="*/ 526927 h 954106"/>
                <a:gd name="connsiteX36" fmla="*/ 96712 w 537768"/>
                <a:gd name="connsiteY36" fmla="*/ 544274 h 954106"/>
                <a:gd name="connsiteX37" fmla="*/ 90640 w 537768"/>
                <a:gd name="connsiteY37" fmla="*/ 571163 h 954106"/>
                <a:gd name="connsiteX38" fmla="*/ 82834 w 537768"/>
                <a:gd name="connsiteY38" fmla="*/ 573765 h 954106"/>
                <a:gd name="connsiteX39" fmla="*/ 88038 w 537768"/>
                <a:gd name="connsiteY39" fmla="*/ 590245 h 954106"/>
                <a:gd name="connsiteX40" fmla="*/ 13444 w 537768"/>
                <a:gd name="connsiteY40" fmla="*/ 720350 h 954106"/>
                <a:gd name="connsiteX41" fmla="*/ 6505 w 537768"/>
                <a:gd name="connsiteY41" fmla="*/ 791475 h 954106"/>
                <a:gd name="connsiteX42" fmla="*/ 10842 w 537768"/>
                <a:gd name="connsiteY42" fmla="*/ 804485 h 954106"/>
                <a:gd name="connsiteX43" fmla="*/ 220746 w 537768"/>
                <a:gd name="connsiteY43" fmla="*/ 798414 h 954106"/>
                <a:gd name="connsiteX44" fmla="*/ 291870 w 537768"/>
                <a:gd name="connsiteY44" fmla="*/ 792342 h 954106"/>
                <a:gd name="connsiteX45" fmla="*/ 308350 w 537768"/>
                <a:gd name="connsiteY45" fmla="*/ 789740 h 954106"/>
                <a:gd name="connsiteX46" fmla="*/ 313554 w 537768"/>
                <a:gd name="connsiteY46" fmla="*/ 801883 h 954106"/>
                <a:gd name="connsiteX47" fmla="*/ 304881 w 537768"/>
                <a:gd name="connsiteY47" fmla="*/ 863466 h 954106"/>
                <a:gd name="connsiteX48" fmla="*/ 333504 w 537768"/>
                <a:gd name="connsiteY48" fmla="*/ 892089 h 954106"/>
                <a:gd name="connsiteX49" fmla="*/ 352586 w 537768"/>
                <a:gd name="connsiteY49" fmla="*/ 947601 h 954106"/>
                <a:gd name="connsiteX50" fmla="*/ 362127 w 537768"/>
                <a:gd name="connsiteY50" fmla="*/ 940662 h 95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37768" h="954106">
                  <a:moveTo>
                    <a:pt x="362127" y="940662"/>
                  </a:moveTo>
                  <a:lnTo>
                    <a:pt x="384679" y="904233"/>
                  </a:lnTo>
                  <a:lnTo>
                    <a:pt x="400291" y="911172"/>
                  </a:lnTo>
                  <a:lnTo>
                    <a:pt x="459272" y="894692"/>
                  </a:lnTo>
                  <a:lnTo>
                    <a:pt x="477487" y="897294"/>
                  </a:lnTo>
                  <a:lnTo>
                    <a:pt x="490497" y="904233"/>
                  </a:lnTo>
                  <a:lnTo>
                    <a:pt x="535601" y="904233"/>
                  </a:lnTo>
                  <a:lnTo>
                    <a:pt x="539070" y="890355"/>
                  </a:lnTo>
                  <a:lnTo>
                    <a:pt x="524325" y="761984"/>
                  </a:lnTo>
                  <a:lnTo>
                    <a:pt x="500039" y="597184"/>
                  </a:lnTo>
                  <a:lnTo>
                    <a:pt x="508712" y="206000"/>
                  </a:lnTo>
                  <a:lnTo>
                    <a:pt x="506978" y="61150"/>
                  </a:lnTo>
                  <a:lnTo>
                    <a:pt x="508712" y="6505"/>
                  </a:lnTo>
                  <a:lnTo>
                    <a:pt x="467079" y="9108"/>
                  </a:lnTo>
                  <a:lnTo>
                    <a:pt x="297074" y="22985"/>
                  </a:lnTo>
                  <a:lnTo>
                    <a:pt x="184316" y="26455"/>
                  </a:lnTo>
                  <a:lnTo>
                    <a:pt x="182581" y="54211"/>
                  </a:lnTo>
                  <a:lnTo>
                    <a:pt x="158295" y="65487"/>
                  </a:lnTo>
                  <a:lnTo>
                    <a:pt x="135744" y="109722"/>
                  </a:lnTo>
                  <a:lnTo>
                    <a:pt x="140080" y="123600"/>
                  </a:lnTo>
                  <a:lnTo>
                    <a:pt x="140948" y="144417"/>
                  </a:lnTo>
                  <a:lnTo>
                    <a:pt x="115794" y="153958"/>
                  </a:lnTo>
                  <a:lnTo>
                    <a:pt x="85436" y="198194"/>
                  </a:lnTo>
                  <a:lnTo>
                    <a:pt x="92375" y="218144"/>
                  </a:lnTo>
                  <a:lnTo>
                    <a:pt x="66354" y="239828"/>
                  </a:lnTo>
                  <a:lnTo>
                    <a:pt x="57680" y="289268"/>
                  </a:lnTo>
                  <a:lnTo>
                    <a:pt x="52476" y="305748"/>
                  </a:lnTo>
                  <a:lnTo>
                    <a:pt x="66354" y="327432"/>
                  </a:lnTo>
                  <a:lnTo>
                    <a:pt x="53343" y="339575"/>
                  </a:lnTo>
                  <a:lnTo>
                    <a:pt x="66354" y="363862"/>
                  </a:lnTo>
                  <a:lnTo>
                    <a:pt x="68956" y="400291"/>
                  </a:lnTo>
                  <a:lnTo>
                    <a:pt x="58547" y="421975"/>
                  </a:lnTo>
                  <a:lnTo>
                    <a:pt x="56813" y="429782"/>
                  </a:lnTo>
                  <a:lnTo>
                    <a:pt x="60282" y="473150"/>
                  </a:lnTo>
                  <a:lnTo>
                    <a:pt x="77630" y="512182"/>
                  </a:lnTo>
                  <a:lnTo>
                    <a:pt x="76763" y="526927"/>
                  </a:lnTo>
                  <a:lnTo>
                    <a:pt x="96712" y="544274"/>
                  </a:lnTo>
                  <a:lnTo>
                    <a:pt x="90640" y="571163"/>
                  </a:lnTo>
                  <a:lnTo>
                    <a:pt x="82834" y="573765"/>
                  </a:lnTo>
                  <a:lnTo>
                    <a:pt x="88038" y="590245"/>
                  </a:lnTo>
                  <a:lnTo>
                    <a:pt x="13444" y="720350"/>
                  </a:lnTo>
                  <a:lnTo>
                    <a:pt x="6505" y="791475"/>
                  </a:lnTo>
                  <a:lnTo>
                    <a:pt x="10842" y="804485"/>
                  </a:lnTo>
                  <a:lnTo>
                    <a:pt x="220746" y="798414"/>
                  </a:lnTo>
                  <a:lnTo>
                    <a:pt x="291870" y="792342"/>
                  </a:lnTo>
                  <a:lnTo>
                    <a:pt x="308350" y="789740"/>
                  </a:lnTo>
                  <a:lnTo>
                    <a:pt x="313554" y="801883"/>
                  </a:lnTo>
                  <a:lnTo>
                    <a:pt x="304881" y="863466"/>
                  </a:lnTo>
                  <a:lnTo>
                    <a:pt x="333504" y="892089"/>
                  </a:lnTo>
                  <a:lnTo>
                    <a:pt x="352586" y="947601"/>
                  </a:lnTo>
                  <a:lnTo>
                    <a:pt x="362127" y="94066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4" name="Freeform: Shape 131">
              <a:extLst>
                <a:ext uri="{FF2B5EF4-FFF2-40B4-BE49-F238E27FC236}">
                  <a16:creationId xmlns:a16="http://schemas.microsoft.com/office/drawing/2014/main" id="{C7121843-9D69-9545-982E-B3FB0C3B5953}"/>
                </a:ext>
              </a:extLst>
            </p:cNvPr>
            <p:cNvSpPr/>
            <p:nvPr/>
          </p:nvSpPr>
          <p:spPr>
            <a:xfrm>
              <a:off x="2010225" y="256308"/>
              <a:ext cx="1543917" cy="988801"/>
            </a:xfrm>
            <a:custGeom>
              <a:avLst/>
              <a:gdLst>
                <a:gd name="connsiteX0" fmla="*/ 1534810 w 1543917"/>
                <a:gd name="connsiteY0" fmla="*/ 357790 h 988801"/>
                <a:gd name="connsiteX1" fmla="*/ 1488839 w 1543917"/>
                <a:gd name="connsiteY1" fmla="*/ 853058 h 988801"/>
                <a:gd name="connsiteX2" fmla="*/ 1477564 w 1543917"/>
                <a:gd name="connsiteY2" fmla="*/ 984898 h 988801"/>
                <a:gd name="connsiteX3" fmla="*/ 964948 w 1543917"/>
                <a:gd name="connsiteY3" fmla="*/ 927652 h 988801"/>
                <a:gd name="connsiteX4" fmla="*/ 539937 w 1543917"/>
                <a:gd name="connsiteY4" fmla="*/ 866068 h 988801"/>
                <a:gd name="connsiteX5" fmla="*/ 527794 w 1543917"/>
                <a:gd name="connsiteY5" fmla="*/ 963214 h 988801"/>
                <a:gd name="connsiteX6" fmla="*/ 511314 w 1543917"/>
                <a:gd name="connsiteY6" fmla="*/ 948468 h 988801"/>
                <a:gd name="connsiteX7" fmla="*/ 507845 w 1543917"/>
                <a:gd name="connsiteY7" fmla="*/ 926784 h 988801"/>
                <a:gd name="connsiteX8" fmla="*/ 496569 w 1543917"/>
                <a:gd name="connsiteY8" fmla="*/ 910304 h 988801"/>
                <a:gd name="connsiteX9" fmla="*/ 467946 w 1543917"/>
                <a:gd name="connsiteY9" fmla="*/ 923315 h 988801"/>
                <a:gd name="connsiteX10" fmla="*/ 461874 w 1543917"/>
                <a:gd name="connsiteY10" fmla="*/ 944999 h 988801"/>
                <a:gd name="connsiteX11" fmla="*/ 441925 w 1543917"/>
                <a:gd name="connsiteY11" fmla="*/ 947601 h 988801"/>
                <a:gd name="connsiteX12" fmla="*/ 408965 w 1543917"/>
                <a:gd name="connsiteY12" fmla="*/ 933723 h 988801"/>
                <a:gd name="connsiteX13" fmla="*/ 373403 w 1543917"/>
                <a:gd name="connsiteY13" fmla="*/ 934590 h 988801"/>
                <a:gd name="connsiteX14" fmla="*/ 352586 w 1543917"/>
                <a:gd name="connsiteY14" fmla="*/ 940662 h 988801"/>
                <a:gd name="connsiteX15" fmla="*/ 324830 w 1543917"/>
                <a:gd name="connsiteY15" fmla="*/ 927652 h 988801"/>
                <a:gd name="connsiteX16" fmla="*/ 298809 w 1543917"/>
                <a:gd name="connsiteY16" fmla="*/ 929386 h 988801"/>
                <a:gd name="connsiteX17" fmla="*/ 280594 w 1543917"/>
                <a:gd name="connsiteY17" fmla="*/ 945866 h 988801"/>
                <a:gd name="connsiteX18" fmla="*/ 272788 w 1543917"/>
                <a:gd name="connsiteY18" fmla="*/ 940662 h 988801"/>
                <a:gd name="connsiteX19" fmla="*/ 266716 w 1543917"/>
                <a:gd name="connsiteY19" fmla="*/ 911172 h 988801"/>
                <a:gd name="connsiteX20" fmla="*/ 272788 w 1543917"/>
                <a:gd name="connsiteY20" fmla="*/ 883416 h 988801"/>
                <a:gd name="connsiteX21" fmla="*/ 249369 w 1543917"/>
                <a:gd name="connsiteY21" fmla="*/ 855660 h 988801"/>
                <a:gd name="connsiteX22" fmla="*/ 220746 w 1543917"/>
                <a:gd name="connsiteY22" fmla="*/ 833976 h 988801"/>
                <a:gd name="connsiteX23" fmla="*/ 199061 w 1543917"/>
                <a:gd name="connsiteY23" fmla="*/ 724687 h 988801"/>
                <a:gd name="connsiteX24" fmla="*/ 198194 w 1543917"/>
                <a:gd name="connsiteY24" fmla="*/ 678717 h 988801"/>
                <a:gd name="connsiteX25" fmla="*/ 184316 w 1543917"/>
                <a:gd name="connsiteY25" fmla="*/ 671778 h 988801"/>
                <a:gd name="connsiteX26" fmla="*/ 179112 w 1543917"/>
                <a:gd name="connsiteY26" fmla="*/ 680451 h 988801"/>
                <a:gd name="connsiteX27" fmla="*/ 140080 w 1543917"/>
                <a:gd name="connsiteY27" fmla="*/ 708207 h 988801"/>
                <a:gd name="connsiteX28" fmla="*/ 129672 w 1543917"/>
                <a:gd name="connsiteY28" fmla="*/ 707340 h 988801"/>
                <a:gd name="connsiteX29" fmla="*/ 109722 w 1543917"/>
                <a:gd name="connsiteY29" fmla="*/ 683053 h 988801"/>
                <a:gd name="connsiteX30" fmla="*/ 107988 w 1543917"/>
                <a:gd name="connsiteY30" fmla="*/ 658767 h 988801"/>
                <a:gd name="connsiteX31" fmla="*/ 168703 w 1543917"/>
                <a:gd name="connsiteY31" fmla="*/ 509580 h 988801"/>
                <a:gd name="connsiteX32" fmla="*/ 163499 w 1543917"/>
                <a:gd name="connsiteY32" fmla="*/ 486161 h 988801"/>
                <a:gd name="connsiteX33" fmla="*/ 133141 w 1543917"/>
                <a:gd name="connsiteY33" fmla="*/ 476619 h 988801"/>
                <a:gd name="connsiteX34" fmla="*/ 129672 w 1543917"/>
                <a:gd name="connsiteY34" fmla="*/ 468813 h 988801"/>
                <a:gd name="connsiteX35" fmla="*/ 106253 w 1543917"/>
                <a:gd name="connsiteY35" fmla="*/ 438455 h 988801"/>
                <a:gd name="connsiteX36" fmla="*/ 66354 w 1543917"/>
                <a:gd name="connsiteY36" fmla="*/ 348249 h 988801"/>
                <a:gd name="connsiteX37" fmla="*/ 38598 w 1543917"/>
                <a:gd name="connsiteY37" fmla="*/ 334371 h 988801"/>
                <a:gd name="connsiteX38" fmla="*/ 22985 w 1543917"/>
                <a:gd name="connsiteY38" fmla="*/ 297074 h 988801"/>
                <a:gd name="connsiteX39" fmla="*/ 34261 w 1543917"/>
                <a:gd name="connsiteY39" fmla="*/ 257175 h 988801"/>
                <a:gd name="connsiteX40" fmla="*/ 6505 w 1543917"/>
                <a:gd name="connsiteY40" fmla="*/ 191255 h 988801"/>
                <a:gd name="connsiteX41" fmla="*/ 44670 w 1543917"/>
                <a:gd name="connsiteY41" fmla="*/ 6505 h 988801"/>
                <a:gd name="connsiteX42" fmla="*/ 328299 w 1543917"/>
                <a:gd name="connsiteY42" fmla="*/ 66354 h 988801"/>
                <a:gd name="connsiteX43" fmla="*/ 487895 w 1543917"/>
                <a:gd name="connsiteY43" fmla="*/ 95844 h 988801"/>
                <a:gd name="connsiteX44" fmla="*/ 768056 w 1543917"/>
                <a:gd name="connsiteY44" fmla="*/ 141815 h 988801"/>
                <a:gd name="connsiteX45" fmla="*/ 1022195 w 1543917"/>
                <a:gd name="connsiteY45" fmla="*/ 176510 h 988801"/>
                <a:gd name="connsiteX46" fmla="*/ 1275467 w 1543917"/>
                <a:gd name="connsiteY46" fmla="*/ 206868 h 988801"/>
                <a:gd name="connsiteX47" fmla="*/ 1542616 w 1543917"/>
                <a:gd name="connsiteY47" fmla="*/ 233756 h 988801"/>
                <a:gd name="connsiteX48" fmla="*/ 1534810 w 1543917"/>
                <a:gd name="connsiteY48" fmla="*/ 357790 h 988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543917" h="988801">
                  <a:moveTo>
                    <a:pt x="1534810" y="357790"/>
                  </a:moveTo>
                  <a:lnTo>
                    <a:pt x="1488839" y="853058"/>
                  </a:lnTo>
                  <a:lnTo>
                    <a:pt x="1477564" y="984898"/>
                  </a:lnTo>
                  <a:lnTo>
                    <a:pt x="964948" y="927652"/>
                  </a:lnTo>
                  <a:lnTo>
                    <a:pt x="539937" y="866068"/>
                  </a:lnTo>
                  <a:lnTo>
                    <a:pt x="527794" y="963214"/>
                  </a:lnTo>
                  <a:lnTo>
                    <a:pt x="511314" y="948468"/>
                  </a:lnTo>
                  <a:lnTo>
                    <a:pt x="507845" y="926784"/>
                  </a:lnTo>
                  <a:lnTo>
                    <a:pt x="496569" y="910304"/>
                  </a:lnTo>
                  <a:lnTo>
                    <a:pt x="467946" y="923315"/>
                  </a:lnTo>
                  <a:lnTo>
                    <a:pt x="461874" y="944999"/>
                  </a:lnTo>
                  <a:lnTo>
                    <a:pt x="441925" y="947601"/>
                  </a:lnTo>
                  <a:lnTo>
                    <a:pt x="408965" y="933723"/>
                  </a:lnTo>
                  <a:lnTo>
                    <a:pt x="373403" y="934590"/>
                  </a:lnTo>
                  <a:lnTo>
                    <a:pt x="352586" y="940662"/>
                  </a:lnTo>
                  <a:lnTo>
                    <a:pt x="324830" y="927652"/>
                  </a:lnTo>
                  <a:lnTo>
                    <a:pt x="298809" y="929386"/>
                  </a:lnTo>
                  <a:lnTo>
                    <a:pt x="280594" y="945866"/>
                  </a:lnTo>
                  <a:lnTo>
                    <a:pt x="272788" y="940662"/>
                  </a:lnTo>
                  <a:lnTo>
                    <a:pt x="266716" y="911172"/>
                  </a:lnTo>
                  <a:lnTo>
                    <a:pt x="272788" y="883416"/>
                  </a:lnTo>
                  <a:lnTo>
                    <a:pt x="249369" y="855660"/>
                  </a:lnTo>
                  <a:lnTo>
                    <a:pt x="220746" y="833976"/>
                  </a:lnTo>
                  <a:lnTo>
                    <a:pt x="199061" y="724687"/>
                  </a:lnTo>
                  <a:lnTo>
                    <a:pt x="198194" y="678717"/>
                  </a:lnTo>
                  <a:lnTo>
                    <a:pt x="184316" y="671778"/>
                  </a:lnTo>
                  <a:lnTo>
                    <a:pt x="179112" y="680451"/>
                  </a:lnTo>
                  <a:lnTo>
                    <a:pt x="140080" y="708207"/>
                  </a:lnTo>
                  <a:lnTo>
                    <a:pt x="129672" y="707340"/>
                  </a:lnTo>
                  <a:lnTo>
                    <a:pt x="109722" y="683053"/>
                  </a:lnTo>
                  <a:lnTo>
                    <a:pt x="107988" y="658767"/>
                  </a:lnTo>
                  <a:lnTo>
                    <a:pt x="168703" y="509580"/>
                  </a:lnTo>
                  <a:lnTo>
                    <a:pt x="163499" y="486161"/>
                  </a:lnTo>
                  <a:lnTo>
                    <a:pt x="133141" y="476619"/>
                  </a:lnTo>
                  <a:lnTo>
                    <a:pt x="129672" y="468813"/>
                  </a:lnTo>
                  <a:lnTo>
                    <a:pt x="106253" y="438455"/>
                  </a:lnTo>
                  <a:lnTo>
                    <a:pt x="66354" y="348249"/>
                  </a:lnTo>
                  <a:lnTo>
                    <a:pt x="38598" y="334371"/>
                  </a:lnTo>
                  <a:lnTo>
                    <a:pt x="22985" y="297074"/>
                  </a:lnTo>
                  <a:lnTo>
                    <a:pt x="34261" y="257175"/>
                  </a:lnTo>
                  <a:lnTo>
                    <a:pt x="6505" y="191255"/>
                  </a:lnTo>
                  <a:lnTo>
                    <a:pt x="44670" y="6505"/>
                  </a:lnTo>
                  <a:lnTo>
                    <a:pt x="328299" y="66354"/>
                  </a:lnTo>
                  <a:lnTo>
                    <a:pt x="487895" y="95844"/>
                  </a:lnTo>
                  <a:lnTo>
                    <a:pt x="768056" y="141815"/>
                  </a:lnTo>
                  <a:lnTo>
                    <a:pt x="1022195" y="176510"/>
                  </a:lnTo>
                  <a:lnTo>
                    <a:pt x="1275467" y="206868"/>
                  </a:lnTo>
                  <a:lnTo>
                    <a:pt x="1542616" y="233756"/>
                  </a:lnTo>
                  <a:lnTo>
                    <a:pt x="1534810" y="35779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5" name="Freeform: Shape 132">
              <a:extLst>
                <a:ext uri="{FF2B5EF4-FFF2-40B4-BE49-F238E27FC236}">
                  <a16:creationId xmlns:a16="http://schemas.microsoft.com/office/drawing/2014/main" id="{77D0B7A2-CAC3-424B-BEFB-2DEA1F850C5F}"/>
                </a:ext>
              </a:extLst>
            </p:cNvPr>
            <p:cNvSpPr/>
            <p:nvPr/>
          </p:nvSpPr>
          <p:spPr>
            <a:xfrm>
              <a:off x="6390440" y="2581725"/>
              <a:ext cx="1353096" cy="598485"/>
            </a:xfrm>
            <a:custGeom>
              <a:avLst/>
              <a:gdLst>
                <a:gd name="connsiteX0" fmla="*/ 846119 w 1353096"/>
                <a:gd name="connsiteY0" fmla="*/ 520855 h 598484"/>
                <a:gd name="connsiteX1" fmla="*/ 735963 w 1353096"/>
                <a:gd name="connsiteY1" fmla="*/ 454068 h 598484"/>
                <a:gd name="connsiteX2" fmla="*/ 709074 w 1353096"/>
                <a:gd name="connsiteY2" fmla="*/ 447129 h 598484"/>
                <a:gd name="connsiteX3" fmla="*/ 565091 w 1353096"/>
                <a:gd name="connsiteY3" fmla="*/ 465344 h 598484"/>
                <a:gd name="connsiteX4" fmla="*/ 551213 w 1353096"/>
                <a:gd name="connsiteY4" fmla="*/ 439323 h 598484"/>
                <a:gd name="connsiteX5" fmla="*/ 526927 w 1353096"/>
                <a:gd name="connsiteY5" fmla="*/ 420241 h 598484"/>
                <a:gd name="connsiteX6" fmla="*/ 382076 w 1353096"/>
                <a:gd name="connsiteY6" fmla="*/ 424577 h 598484"/>
                <a:gd name="connsiteX7" fmla="*/ 317891 w 1353096"/>
                <a:gd name="connsiteY7" fmla="*/ 432384 h 598484"/>
                <a:gd name="connsiteX8" fmla="*/ 238092 w 1353096"/>
                <a:gd name="connsiteY8" fmla="*/ 471415 h 598484"/>
                <a:gd name="connsiteX9" fmla="*/ 179111 w 1353096"/>
                <a:gd name="connsiteY9" fmla="*/ 494834 h 598484"/>
                <a:gd name="connsiteX10" fmla="*/ 122732 w 1353096"/>
                <a:gd name="connsiteY10" fmla="*/ 505243 h 598484"/>
                <a:gd name="connsiteX11" fmla="*/ 6505 w 1353096"/>
                <a:gd name="connsiteY11" fmla="*/ 517386 h 598484"/>
                <a:gd name="connsiteX12" fmla="*/ 7372 w 1353096"/>
                <a:gd name="connsiteY12" fmla="*/ 481824 h 598484"/>
                <a:gd name="connsiteX13" fmla="*/ 22118 w 1353096"/>
                <a:gd name="connsiteY13" fmla="*/ 470548 h 598484"/>
                <a:gd name="connsiteX14" fmla="*/ 45537 w 1353096"/>
                <a:gd name="connsiteY14" fmla="*/ 464476 h 598484"/>
                <a:gd name="connsiteX15" fmla="*/ 51608 w 1353096"/>
                <a:gd name="connsiteY15" fmla="*/ 431516 h 598484"/>
                <a:gd name="connsiteX16" fmla="*/ 85436 w 1353096"/>
                <a:gd name="connsiteY16" fmla="*/ 409832 h 598484"/>
                <a:gd name="connsiteX17" fmla="*/ 119263 w 1353096"/>
                <a:gd name="connsiteY17" fmla="*/ 396821 h 598484"/>
                <a:gd name="connsiteX18" fmla="*/ 158295 w 1353096"/>
                <a:gd name="connsiteY18" fmla="*/ 364729 h 598484"/>
                <a:gd name="connsiteX19" fmla="*/ 196459 w 1353096"/>
                <a:gd name="connsiteY19" fmla="*/ 344779 h 598484"/>
                <a:gd name="connsiteX20" fmla="*/ 202531 w 1353096"/>
                <a:gd name="connsiteY20" fmla="*/ 317024 h 598484"/>
                <a:gd name="connsiteX21" fmla="*/ 238092 w 1353096"/>
                <a:gd name="connsiteY21" fmla="*/ 284063 h 598484"/>
                <a:gd name="connsiteX22" fmla="*/ 244164 w 1353096"/>
                <a:gd name="connsiteY22" fmla="*/ 292737 h 598484"/>
                <a:gd name="connsiteX23" fmla="*/ 265848 w 1353096"/>
                <a:gd name="connsiteY23" fmla="*/ 294472 h 598484"/>
                <a:gd name="connsiteX24" fmla="*/ 286665 w 1353096"/>
                <a:gd name="connsiteY24" fmla="*/ 263247 h 598484"/>
                <a:gd name="connsiteX25" fmla="*/ 301411 w 1353096"/>
                <a:gd name="connsiteY25" fmla="*/ 259777 h 598484"/>
                <a:gd name="connsiteX26" fmla="*/ 323962 w 1353096"/>
                <a:gd name="connsiteY26" fmla="*/ 262379 h 598484"/>
                <a:gd name="connsiteX27" fmla="*/ 339575 w 1353096"/>
                <a:gd name="connsiteY27" fmla="*/ 227684 h 598484"/>
                <a:gd name="connsiteX28" fmla="*/ 361259 w 1353096"/>
                <a:gd name="connsiteY28" fmla="*/ 206868 h 598484"/>
                <a:gd name="connsiteX29" fmla="*/ 365596 w 1353096"/>
                <a:gd name="connsiteY29" fmla="*/ 191255 h 598484"/>
                <a:gd name="connsiteX30" fmla="*/ 366464 w 1353096"/>
                <a:gd name="connsiteY30" fmla="*/ 160897 h 598484"/>
                <a:gd name="connsiteX31" fmla="*/ 404627 w 1353096"/>
                <a:gd name="connsiteY31" fmla="*/ 161764 h 598484"/>
                <a:gd name="connsiteX32" fmla="*/ 738565 w 1353096"/>
                <a:gd name="connsiteY32" fmla="*/ 113192 h 598484"/>
                <a:gd name="connsiteX33" fmla="*/ 1237302 w 1353096"/>
                <a:gd name="connsiteY33" fmla="*/ 6505 h 598484"/>
                <a:gd name="connsiteX34" fmla="*/ 1254649 w 1353096"/>
                <a:gd name="connsiteY34" fmla="*/ 48139 h 598484"/>
                <a:gd name="connsiteX35" fmla="*/ 1285875 w 1353096"/>
                <a:gd name="connsiteY35" fmla="*/ 104518 h 598484"/>
                <a:gd name="connsiteX36" fmla="*/ 1306692 w 1353096"/>
                <a:gd name="connsiteY36" fmla="*/ 125335 h 598484"/>
                <a:gd name="connsiteX37" fmla="*/ 1311896 w 1353096"/>
                <a:gd name="connsiteY37" fmla="*/ 145284 h 598484"/>
                <a:gd name="connsiteX38" fmla="*/ 1291079 w 1353096"/>
                <a:gd name="connsiteY38" fmla="*/ 147019 h 598484"/>
                <a:gd name="connsiteX39" fmla="*/ 1298018 w 1353096"/>
                <a:gd name="connsiteY39" fmla="*/ 152223 h 598484"/>
                <a:gd name="connsiteX40" fmla="*/ 1295416 w 1353096"/>
                <a:gd name="connsiteY40" fmla="*/ 188653 h 598484"/>
                <a:gd name="connsiteX41" fmla="*/ 1272865 w 1353096"/>
                <a:gd name="connsiteY41" fmla="*/ 199929 h 598484"/>
                <a:gd name="connsiteX42" fmla="*/ 1267660 w 1353096"/>
                <a:gd name="connsiteY42" fmla="*/ 218143 h 598484"/>
                <a:gd name="connsiteX43" fmla="*/ 1256384 w 1353096"/>
                <a:gd name="connsiteY43" fmla="*/ 243297 h 598484"/>
                <a:gd name="connsiteX44" fmla="*/ 1224292 w 1353096"/>
                <a:gd name="connsiteY44" fmla="*/ 257175 h 598484"/>
                <a:gd name="connsiteX45" fmla="*/ 1203475 w 1353096"/>
                <a:gd name="connsiteY45" fmla="*/ 254573 h 598484"/>
                <a:gd name="connsiteX46" fmla="*/ 1190464 w 1353096"/>
                <a:gd name="connsiteY46" fmla="*/ 252838 h 598484"/>
                <a:gd name="connsiteX47" fmla="*/ 1176586 w 1353096"/>
                <a:gd name="connsiteY47" fmla="*/ 241562 h 598484"/>
                <a:gd name="connsiteX48" fmla="*/ 1179188 w 1353096"/>
                <a:gd name="connsiteY48" fmla="*/ 252838 h 598484"/>
                <a:gd name="connsiteX49" fmla="*/ 1179188 w 1353096"/>
                <a:gd name="connsiteY49" fmla="*/ 261512 h 598484"/>
                <a:gd name="connsiteX50" fmla="*/ 1195668 w 1353096"/>
                <a:gd name="connsiteY50" fmla="*/ 261512 h 598484"/>
                <a:gd name="connsiteX51" fmla="*/ 1202607 w 1353096"/>
                <a:gd name="connsiteY51" fmla="*/ 272788 h 598484"/>
                <a:gd name="connsiteX52" fmla="*/ 1186128 w 1353096"/>
                <a:gd name="connsiteY52" fmla="*/ 327432 h 598484"/>
                <a:gd name="connsiteX53" fmla="*/ 1222557 w 1353096"/>
                <a:gd name="connsiteY53" fmla="*/ 327432 h 598484"/>
                <a:gd name="connsiteX54" fmla="*/ 1227761 w 1353096"/>
                <a:gd name="connsiteY54" fmla="*/ 341310 h 598484"/>
                <a:gd name="connsiteX55" fmla="*/ 1247711 w 1353096"/>
                <a:gd name="connsiteY55" fmla="*/ 321361 h 598484"/>
                <a:gd name="connsiteX56" fmla="*/ 1258986 w 1353096"/>
                <a:gd name="connsiteY56" fmla="*/ 317024 h 598484"/>
                <a:gd name="connsiteX57" fmla="*/ 1242507 w 1353096"/>
                <a:gd name="connsiteY57" fmla="*/ 348249 h 598484"/>
                <a:gd name="connsiteX58" fmla="*/ 1215618 w 1353096"/>
                <a:gd name="connsiteY58" fmla="*/ 389883 h 598484"/>
                <a:gd name="connsiteX59" fmla="*/ 1204342 w 1353096"/>
                <a:gd name="connsiteY59" fmla="*/ 389883 h 598484"/>
                <a:gd name="connsiteX60" fmla="*/ 1194801 w 1353096"/>
                <a:gd name="connsiteY60" fmla="*/ 385546 h 598484"/>
                <a:gd name="connsiteX61" fmla="*/ 1171382 w 1353096"/>
                <a:gd name="connsiteY61" fmla="*/ 390750 h 598484"/>
                <a:gd name="connsiteX62" fmla="*/ 1126279 w 1353096"/>
                <a:gd name="connsiteY62" fmla="*/ 411567 h 598484"/>
                <a:gd name="connsiteX63" fmla="*/ 1069900 w 1353096"/>
                <a:gd name="connsiteY63" fmla="*/ 457537 h 598484"/>
                <a:gd name="connsiteX64" fmla="*/ 1040409 w 1353096"/>
                <a:gd name="connsiteY64" fmla="*/ 498304 h 598484"/>
                <a:gd name="connsiteX65" fmla="*/ 1023929 w 1353096"/>
                <a:gd name="connsiteY65" fmla="*/ 554683 h 598484"/>
                <a:gd name="connsiteX66" fmla="*/ 1019593 w 1353096"/>
                <a:gd name="connsiteY66" fmla="*/ 575500 h 598484"/>
                <a:gd name="connsiteX67" fmla="*/ 978826 w 1353096"/>
                <a:gd name="connsiteY67" fmla="*/ 579836 h 598484"/>
                <a:gd name="connsiteX68" fmla="*/ 934590 w 1353096"/>
                <a:gd name="connsiteY68" fmla="*/ 592847 h 598484"/>
                <a:gd name="connsiteX69" fmla="*/ 846119 w 1353096"/>
                <a:gd name="connsiteY69" fmla="*/ 520855 h 598484"/>
                <a:gd name="connsiteX70" fmla="*/ 1273732 w 1353096"/>
                <a:gd name="connsiteY70" fmla="*/ 293605 h 598484"/>
                <a:gd name="connsiteX71" fmla="*/ 1296283 w 1353096"/>
                <a:gd name="connsiteY71" fmla="*/ 271920 h 598484"/>
                <a:gd name="connsiteX72" fmla="*/ 1324039 w 1353096"/>
                <a:gd name="connsiteY72" fmla="*/ 249369 h 598484"/>
                <a:gd name="connsiteX73" fmla="*/ 1337050 w 1353096"/>
                <a:gd name="connsiteY73" fmla="*/ 244164 h 598484"/>
                <a:gd name="connsiteX74" fmla="*/ 1338784 w 1353096"/>
                <a:gd name="connsiteY74" fmla="*/ 226817 h 598484"/>
                <a:gd name="connsiteX75" fmla="*/ 1333580 w 1353096"/>
                <a:gd name="connsiteY75" fmla="*/ 173908 h 598484"/>
                <a:gd name="connsiteX76" fmla="*/ 1320570 w 1353096"/>
                <a:gd name="connsiteY76" fmla="*/ 153958 h 598484"/>
                <a:gd name="connsiteX77" fmla="*/ 1315365 w 1353096"/>
                <a:gd name="connsiteY77" fmla="*/ 137478 h 598484"/>
                <a:gd name="connsiteX78" fmla="*/ 1321437 w 1353096"/>
                <a:gd name="connsiteY78" fmla="*/ 135743 h 598484"/>
                <a:gd name="connsiteX79" fmla="*/ 1344856 w 1353096"/>
                <a:gd name="connsiteY79" fmla="*/ 183449 h 598484"/>
                <a:gd name="connsiteX80" fmla="*/ 1348325 w 1353096"/>
                <a:gd name="connsiteY80" fmla="*/ 221613 h 598484"/>
                <a:gd name="connsiteX81" fmla="*/ 1346591 w 1353096"/>
                <a:gd name="connsiteY81" fmla="*/ 251104 h 598484"/>
                <a:gd name="connsiteX82" fmla="*/ 1317100 w 1353096"/>
                <a:gd name="connsiteY82" fmla="*/ 264114 h 598484"/>
                <a:gd name="connsiteX83" fmla="*/ 1292814 w 1353096"/>
                <a:gd name="connsiteY83" fmla="*/ 284931 h 598484"/>
                <a:gd name="connsiteX84" fmla="*/ 1283273 w 1353096"/>
                <a:gd name="connsiteY84" fmla="*/ 295339 h 598484"/>
                <a:gd name="connsiteX85" fmla="*/ 1273732 w 1353096"/>
                <a:gd name="connsiteY85" fmla="*/ 293605 h 59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353096" h="598484">
                  <a:moveTo>
                    <a:pt x="846119" y="520855"/>
                  </a:moveTo>
                  <a:lnTo>
                    <a:pt x="735963" y="454068"/>
                  </a:lnTo>
                  <a:lnTo>
                    <a:pt x="709074" y="447129"/>
                  </a:lnTo>
                  <a:lnTo>
                    <a:pt x="565091" y="465344"/>
                  </a:lnTo>
                  <a:lnTo>
                    <a:pt x="551213" y="439323"/>
                  </a:lnTo>
                  <a:lnTo>
                    <a:pt x="526927" y="420241"/>
                  </a:lnTo>
                  <a:lnTo>
                    <a:pt x="382076" y="424577"/>
                  </a:lnTo>
                  <a:lnTo>
                    <a:pt x="317891" y="432384"/>
                  </a:lnTo>
                  <a:lnTo>
                    <a:pt x="238092" y="471415"/>
                  </a:lnTo>
                  <a:lnTo>
                    <a:pt x="179111" y="494834"/>
                  </a:lnTo>
                  <a:lnTo>
                    <a:pt x="122732" y="505243"/>
                  </a:lnTo>
                  <a:lnTo>
                    <a:pt x="6505" y="517386"/>
                  </a:lnTo>
                  <a:lnTo>
                    <a:pt x="7372" y="481824"/>
                  </a:lnTo>
                  <a:lnTo>
                    <a:pt x="22118" y="470548"/>
                  </a:lnTo>
                  <a:lnTo>
                    <a:pt x="45537" y="464476"/>
                  </a:lnTo>
                  <a:lnTo>
                    <a:pt x="51608" y="431516"/>
                  </a:lnTo>
                  <a:lnTo>
                    <a:pt x="85436" y="409832"/>
                  </a:lnTo>
                  <a:lnTo>
                    <a:pt x="119263" y="396821"/>
                  </a:lnTo>
                  <a:lnTo>
                    <a:pt x="158295" y="364729"/>
                  </a:lnTo>
                  <a:lnTo>
                    <a:pt x="196459" y="344779"/>
                  </a:lnTo>
                  <a:lnTo>
                    <a:pt x="202531" y="317024"/>
                  </a:lnTo>
                  <a:lnTo>
                    <a:pt x="238092" y="284063"/>
                  </a:lnTo>
                  <a:lnTo>
                    <a:pt x="244164" y="292737"/>
                  </a:lnTo>
                  <a:lnTo>
                    <a:pt x="265848" y="294472"/>
                  </a:lnTo>
                  <a:lnTo>
                    <a:pt x="286665" y="263247"/>
                  </a:lnTo>
                  <a:lnTo>
                    <a:pt x="301411" y="259777"/>
                  </a:lnTo>
                  <a:lnTo>
                    <a:pt x="323962" y="262379"/>
                  </a:lnTo>
                  <a:lnTo>
                    <a:pt x="339575" y="227684"/>
                  </a:lnTo>
                  <a:lnTo>
                    <a:pt x="361259" y="206868"/>
                  </a:lnTo>
                  <a:lnTo>
                    <a:pt x="365596" y="191255"/>
                  </a:lnTo>
                  <a:lnTo>
                    <a:pt x="366464" y="160897"/>
                  </a:lnTo>
                  <a:lnTo>
                    <a:pt x="404627" y="161764"/>
                  </a:lnTo>
                  <a:lnTo>
                    <a:pt x="738565" y="113192"/>
                  </a:lnTo>
                  <a:lnTo>
                    <a:pt x="1237302" y="6505"/>
                  </a:lnTo>
                  <a:lnTo>
                    <a:pt x="1254649" y="48139"/>
                  </a:lnTo>
                  <a:lnTo>
                    <a:pt x="1285875" y="104518"/>
                  </a:lnTo>
                  <a:lnTo>
                    <a:pt x="1306692" y="125335"/>
                  </a:lnTo>
                  <a:lnTo>
                    <a:pt x="1311896" y="145284"/>
                  </a:lnTo>
                  <a:lnTo>
                    <a:pt x="1291079" y="147019"/>
                  </a:lnTo>
                  <a:lnTo>
                    <a:pt x="1298018" y="152223"/>
                  </a:lnTo>
                  <a:lnTo>
                    <a:pt x="1295416" y="188653"/>
                  </a:lnTo>
                  <a:lnTo>
                    <a:pt x="1272865" y="199929"/>
                  </a:lnTo>
                  <a:lnTo>
                    <a:pt x="1267660" y="218143"/>
                  </a:lnTo>
                  <a:lnTo>
                    <a:pt x="1256384" y="243297"/>
                  </a:lnTo>
                  <a:lnTo>
                    <a:pt x="1224292" y="257175"/>
                  </a:lnTo>
                  <a:lnTo>
                    <a:pt x="1203475" y="254573"/>
                  </a:lnTo>
                  <a:lnTo>
                    <a:pt x="1190464" y="252838"/>
                  </a:lnTo>
                  <a:lnTo>
                    <a:pt x="1176586" y="241562"/>
                  </a:lnTo>
                  <a:lnTo>
                    <a:pt x="1179188" y="252838"/>
                  </a:lnTo>
                  <a:lnTo>
                    <a:pt x="1179188" y="261512"/>
                  </a:lnTo>
                  <a:lnTo>
                    <a:pt x="1195668" y="261512"/>
                  </a:lnTo>
                  <a:lnTo>
                    <a:pt x="1202607" y="272788"/>
                  </a:lnTo>
                  <a:lnTo>
                    <a:pt x="1186128" y="327432"/>
                  </a:lnTo>
                  <a:lnTo>
                    <a:pt x="1222557" y="327432"/>
                  </a:lnTo>
                  <a:lnTo>
                    <a:pt x="1227761" y="341310"/>
                  </a:lnTo>
                  <a:lnTo>
                    <a:pt x="1247711" y="321361"/>
                  </a:lnTo>
                  <a:lnTo>
                    <a:pt x="1258986" y="317024"/>
                  </a:lnTo>
                  <a:lnTo>
                    <a:pt x="1242507" y="348249"/>
                  </a:lnTo>
                  <a:lnTo>
                    <a:pt x="1215618" y="389883"/>
                  </a:lnTo>
                  <a:lnTo>
                    <a:pt x="1204342" y="389883"/>
                  </a:lnTo>
                  <a:lnTo>
                    <a:pt x="1194801" y="385546"/>
                  </a:lnTo>
                  <a:lnTo>
                    <a:pt x="1171382" y="390750"/>
                  </a:lnTo>
                  <a:lnTo>
                    <a:pt x="1126279" y="411567"/>
                  </a:lnTo>
                  <a:lnTo>
                    <a:pt x="1069900" y="457537"/>
                  </a:lnTo>
                  <a:lnTo>
                    <a:pt x="1040409" y="498304"/>
                  </a:lnTo>
                  <a:lnTo>
                    <a:pt x="1023929" y="554683"/>
                  </a:lnTo>
                  <a:lnTo>
                    <a:pt x="1019593" y="575500"/>
                  </a:lnTo>
                  <a:lnTo>
                    <a:pt x="978826" y="579836"/>
                  </a:lnTo>
                  <a:lnTo>
                    <a:pt x="934590" y="592847"/>
                  </a:lnTo>
                  <a:lnTo>
                    <a:pt x="846119" y="520855"/>
                  </a:lnTo>
                  <a:close/>
                  <a:moveTo>
                    <a:pt x="1273732" y="293605"/>
                  </a:moveTo>
                  <a:lnTo>
                    <a:pt x="1296283" y="271920"/>
                  </a:lnTo>
                  <a:lnTo>
                    <a:pt x="1324039" y="249369"/>
                  </a:lnTo>
                  <a:lnTo>
                    <a:pt x="1337050" y="244164"/>
                  </a:lnTo>
                  <a:lnTo>
                    <a:pt x="1338784" y="226817"/>
                  </a:lnTo>
                  <a:lnTo>
                    <a:pt x="1333580" y="173908"/>
                  </a:lnTo>
                  <a:lnTo>
                    <a:pt x="1320570" y="153958"/>
                  </a:lnTo>
                  <a:lnTo>
                    <a:pt x="1315365" y="137478"/>
                  </a:lnTo>
                  <a:lnTo>
                    <a:pt x="1321437" y="135743"/>
                  </a:lnTo>
                  <a:lnTo>
                    <a:pt x="1344856" y="183449"/>
                  </a:lnTo>
                  <a:lnTo>
                    <a:pt x="1348325" y="221613"/>
                  </a:lnTo>
                  <a:lnTo>
                    <a:pt x="1346591" y="251104"/>
                  </a:lnTo>
                  <a:lnTo>
                    <a:pt x="1317100" y="264114"/>
                  </a:lnTo>
                  <a:lnTo>
                    <a:pt x="1292814" y="284931"/>
                  </a:lnTo>
                  <a:lnTo>
                    <a:pt x="1283273" y="295339"/>
                  </a:lnTo>
                  <a:lnTo>
                    <a:pt x="1273732" y="29360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6" name="Freeform: Shape 133">
              <a:extLst>
                <a:ext uri="{FF2B5EF4-FFF2-40B4-BE49-F238E27FC236}">
                  <a16:creationId xmlns:a16="http://schemas.microsoft.com/office/drawing/2014/main" id="{DF94EA77-89A3-F143-98D7-6D882ADF9565}"/>
                </a:ext>
              </a:extLst>
            </p:cNvPr>
            <p:cNvSpPr/>
            <p:nvPr/>
          </p:nvSpPr>
          <p:spPr>
            <a:xfrm>
              <a:off x="3505569" y="485293"/>
              <a:ext cx="997475" cy="624506"/>
            </a:xfrm>
            <a:custGeom>
              <a:avLst/>
              <a:gdLst>
                <a:gd name="connsiteX0" fmla="*/ 992704 w 997474"/>
                <a:gd name="connsiteY0" fmla="*/ 611062 h 624505"/>
                <a:gd name="connsiteX1" fmla="*/ 989235 w 997474"/>
                <a:gd name="connsiteY1" fmla="*/ 557285 h 624505"/>
                <a:gd name="connsiteX2" fmla="*/ 973622 w 997474"/>
                <a:gd name="connsiteY2" fmla="*/ 493967 h 624505"/>
                <a:gd name="connsiteX3" fmla="*/ 958010 w 997474"/>
                <a:gd name="connsiteY3" fmla="*/ 376005 h 624505"/>
                <a:gd name="connsiteX4" fmla="*/ 953673 w 997474"/>
                <a:gd name="connsiteY4" fmla="*/ 291870 h 624505"/>
                <a:gd name="connsiteX5" fmla="*/ 937193 w 997474"/>
                <a:gd name="connsiteY5" fmla="*/ 264114 h 624505"/>
                <a:gd name="connsiteX6" fmla="*/ 923315 w 997474"/>
                <a:gd name="connsiteY6" fmla="*/ 218143 h 624505"/>
                <a:gd name="connsiteX7" fmla="*/ 923315 w 997474"/>
                <a:gd name="connsiteY7" fmla="*/ 127937 h 624505"/>
                <a:gd name="connsiteX8" fmla="*/ 928519 w 997474"/>
                <a:gd name="connsiteY8" fmla="*/ 94977 h 624505"/>
                <a:gd name="connsiteX9" fmla="*/ 912906 w 997474"/>
                <a:gd name="connsiteY9" fmla="*/ 47272 h 624505"/>
                <a:gd name="connsiteX10" fmla="*/ 664839 w 997474"/>
                <a:gd name="connsiteY10" fmla="*/ 42067 h 624505"/>
                <a:gd name="connsiteX11" fmla="*/ 503508 w 997474"/>
                <a:gd name="connsiteY11" fmla="*/ 36863 h 624505"/>
                <a:gd name="connsiteX12" fmla="*/ 273655 w 997474"/>
                <a:gd name="connsiteY12" fmla="*/ 25587 h 624505"/>
                <a:gd name="connsiteX13" fmla="*/ 55078 w 997474"/>
                <a:gd name="connsiteY13" fmla="*/ 6505 h 624505"/>
                <a:gd name="connsiteX14" fmla="*/ 47272 w 997474"/>
                <a:gd name="connsiteY14" fmla="*/ 131406 h 624505"/>
                <a:gd name="connsiteX15" fmla="*/ 6505 w 997474"/>
                <a:gd name="connsiteY15" fmla="*/ 572897 h 624505"/>
                <a:gd name="connsiteX16" fmla="*/ 499171 w 997474"/>
                <a:gd name="connsiteY16" fmla="*/ 606725 h 624505"/>
                <a:gd name="connsiteX17" fmla="*/ 992704 w 997474"/>
                <a:gd name="connsiteY17" fmla="*/ 621470 h 624505"/>
                <a:gd name="connsiteX18" fmla="*/ 992704 w 997474"/>
                <a:gd name="connsiteY18" fmla="*/ 611062 h 62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7474" h="624505">
                  <a:moveTo>
                    <a:pt x="992704" y="611062"/>
                  </a:moveTo>
                  <a:lnTo>
                    <a:pt x="989235" y="557285"/>
                  </a:lnTo>
                  <a:lnTo>
                    <a:pt x="973622" y="493967"/>
                  </a:lnTo>
                  <a:lnTo>
                    <a:pt x="958010" y="376005"/>
                  </a:lnTo>
                  <a:lnTo>
                    <a:pt x="953673" y="291870"/>
                  </a:lnTo>
                  <a:lnTo>
                    <a:pt x="937193" y="264114"/>
                  </a:lnTo>
                  <a:lnTo>
                    <a:pt x="923315" y="218143"/>
                  </a:lnTo>
                  <a:lnTo>
                    <a:pt x="923315" y="127937"/>
                  </a:lnTo>
                  <a:lnTo>
                    <a:pt x="928519" y="94977"/>
                  </a:lnTo>
                  <a:lnTo>
                    <a:pt x="912906" y="47272"/>
                  </a:lnTo>
                  <a:lnTo>
                    <a:pt x="664839" y="42067"/>
                  </a:lnTo>
                  <a:lnTo>
                    <a:pt x="503508" y="36863"/>
                  </a:lnTo>
                  <a:lnTo>
                    <a:pt x="273655" y="25587"/>
                  </a:lnTo>
                  <a:lnTo>
                    <a:pt x="55078" y="6505"/>
                  </a:lnTo>
                  <a:lnTo>
                    <a:pt x="47272" y="131406"/>
                  </a:lnTo>
                  <a:lnTo>
                    <a:pt x="6505" y="572897"/>
                  </a:lnTo>
                  <a:lnTo>
                    <a:pt x="499171" y="606725"/>
                  </a:lnTo>
                  <a:lnTo>
                    <a:pt x="992704" y="621470"/>
                  </a:lnTo>
                  <a:lnTo>
                    <a:pt x="992704" y="61106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7" name="Freeform: Shape 134">
              <a:extLst>
                <a:ext uri="{FF2B5EF4-FFF2-40B4-BE49-F238E27FC236}">
                  <a16:creationId xmlns:a16="http://schemas.microsoft.com/office/drawing/2014/main" id="{511232A3-B4B8-064E-9EEF-18404A9341F3}"/>
                </a:ext>
              </a:extLst>
            </p:cNvPr>
            <p:cNvSpPr/>
            <p:nvPr/>
          </p:nvSpPr>
          <p:spPr>
            <a:xfrm>
              <a:off x="3425771" y="1621547"/>
              <a:ext cx="1240338" cy="624506"/>
            </a:xfrm>
            <a:custGeom>
              <a:avLst/>
              <a:gdLst>
                <a:gd name="connsiteX0" fmla="*/ 1066431 w 1240338"/>
                <a:gd name="connsiteY0" fmla="*/ 150489 h 624505"/>
                <a:gd name="connsiteX1" fmla="*/ 1057757 w 1240338"/>
                <a:gd name="connsiteY1" fmla="*/ 130539 h 624505"/>
                <a:gd name="connsiteX2" fmla="*/ 1053420 w 1240338"/>
                <a:gd name="connsiteY2" fmla="*/ 116661 h 624505"/>
                <a:gd name="connsiteX3" fmla="*/ 1028266 w 1240338"/>
                <a:gd name="connsiteY3" fmla="*/ 102783 h 624505"/>
                <a:gd name="connsiteX4" fmla="*/ 986633 w 1240338"/>
                <a:gd name="connsiteY4" fmla="*/ 89773 h 624505"/>
                <a:gd name="connsiteX5" fmla="*/ 967550 w 1240338"/>
                <a:gd name="connsiteY5" fmla="*/ 79364 h 624505"/>
                <a:gd name="connsiteX6" fmla="*/ 944999 w 1240338"/>
                <a:gd name="connsiteY6" fmla="*/ 80232 h 624505"/>
                <a:gd name="connsiteX7" fmla="*/ 912906 w 1240338"/>
                <a:gd name="connsiteY7" fmla="*/ 83701 h 624505"/>
                <a:gd name="connsiteX8" fmla="*/ 876477 w 1240338"/>
                <a:gd name="connsiteY8" fmla="*/ 94110 h 624505"/>
                <a:gd name="connsiteX9" fmla="*/ 824434 w 1240338"/>
                <a:gd name="connsiteY9" fmla="*/ 58547 h 624505"/>
                <a:gd name="connsiteX10" fmla="*/ 805353 w 1240338"/>
                <a:gd name="connsiteY10" fmla="*/ 41200 h 624505"/>
                <a:gd name="connsiteX11" fmla="*/ 712544 w 1240338"/>
                <a:gd name="connsiteY11" fmla="*/ 46404 h 624505"/>
                <a:gd name="connsiteX12" fmla="*/ 352586 w 1240338"/>
                <a:gd name="connsiteY12" fmla="*/ 25587 h 624505"/>
                <a:gd name="connsiteX13" fmla="*/ 43802 w 1240338"/>
                <a:gd name="connsiteY13" fmla="*/ 6505 h 624505"/>
                <a:gd name="connsiteX14" fmla="*/ 6505 w 1240338"/>
                <a:gd name="connsiteY14" fmla="*/ 385546 h 624505"/>
                <a:gd name="connsiteX15" fmla="*/ 293605 w 1240338"/>
                <a:gd name="connsiteY15" fmla="*/ 414169 h 624505"/>
                <a:gd name="connsiteX16" fmla="*/ 281461 w 1240338"/>
                <a:gd name="connsiteY16" fmla="*/ 597184 h 624505"/>
                <a:gd name="connsiteX17" fmla="*/ 469680 w 1240338"/>
                <a:gd name="connsiteY17" fmla="*/ 605857 h 624505"/>
                <a:gd name="connsiteX18" fmla="*/ 821832 w 1240338"/>
                <a:gd name="connsiteY18" fmla="*/ 616266 h 624505"/>
                <a:gd name="connsiteX19" fmla="*/ 1201740 w 1240338"/>
                <a:gd name="connsiteY19" fmla="*/ 621470 h 624505"/>
                <a:gd name="connsiteX20" fmla="*/ 1240772 w 1240338"/>
                <a:gd name="connsiteY20" fmla="*/ 621470 h 624505"/>
                <a:gd name="connsiteX21" fmla="*/ 1221690 w 1240338"/>
                <a:gd name="connsiteY21" fmla="*/ 595449 h 624505"/>
                <a:gd name="connsiteX22" fmla="*/ 1199138 w 1240338"/>
                <a:gd name="connsiteY22" fmla="*/ 561622 h 624505"/>
                <a:gd name="connsiteX23" fmla="*/ 1200006 w 1240338"/>
                <a:gd name="connsiteY23" fmla="*/ 541672 h 624505"/>
                <a:gd name="connsiteX24" fmla="*/ 1187862 w 1240338"/>
                <a:gd name="connsiteY24" fmla="*/ 518253 h 624505"/>
                <a:gd name="connsiteX25" fmla="*/ 1171382 w 1240338"/>
                <a:gd name="connsiteY25" fmla="*/ 473150 h 624505"/>
                <a:gd name="connsiteX26" fmla="*/ 1167913 w 1240338"/>
                <a:gd name="connsiteY26" fmla="*/ 415036 h 624505"/>
                <a:gd name="connsiteX27" fmla="*/ 1155770 w 1240338"/>
                <a:gd name="connsiteY27" fmla="*/ 379474 h 624505"/>
                <a:gd name="connsiteX28" fmla="*/ 1151433 w 1240338"/>
                <a:gd name="connsiteY28" fmla="*/ 336106 h 624505"/>
                <a:gd name="connsiteX29" fmla="*/ 1131483 w 1240338"/>
                <a:gd name="connsiteY29" fmla="*/ 304013 h 624505"/>
                <a:gd name="connsiteX30" fmla="*/ 1122810 w 1240338"/>
                <a:gd name="connsiteY30" fmla="*/ 263247 h 624505"/>
                <a:gd name="connsiteX31" fmla="*/ 1098523 w 1240338"/>
                <a:gd name="connsiteY31" fmla="*/ 194724 h 624505"/>
                <a:gd name="connsiteX32" fmla="*/ 1089850 w 1240338"/>
                <a:gd name="connsiteY32" fmla="*/ 148754 h 624505"/>
                <a:gd name="connsiteX33" fmla="*/ 1066431 w 1240338"/>
                <a:gd name="connsiteY33" fmla="*/ 150489 h 62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40338" h="624505">
                  <a:moveTo>
                    <a:pt x="1066431" y="150489"/>
                  </a:moveTo>
                  <a:lnTo>
                    <a:pt x="1057757" y="130539"/>
                  </a:lnTo>
                  <a:lnTo>
                    <a:pt x="1053420" y="116661"/>
                  </a:lnTo>
                  <a:lnTo>
                    <a:pt x="1028266" y="102783"/>
                  </a:lnTo>
                  <a:lnTo>
                    <a:pt x="986633" y="89773"/>
                  </a:lnTo>
                  <a:lnTo>
                    <a:pt x="967550" y="79364"/>
                  </a:lnTo>
                  <a:lnTo>
                    <a:pt x="944999" y="80232"/>
                  </a:lnTo>
                  <a:lnTo>
                    <a:pt x="912906" y="83701"/>
                  </a:lnTo>
                  <a:lnTo>
                    <a:pt x="876477" y="94110"/>
                  </a:lnTo>
                  <a:lnTo>
                    <a:pt x="824434" y="58547"/>
                  </a:lnTo>
                  <a:lnTo>
                    <a:pt x="805353" y="41200"/>
                  </a:lnTo>
                  <a:lnTo>
                    <a:pt x="712544" y="46404"/>
                  </a:lnTo>
                  <a:lnTo>
                    <a:pt x="352586" y="25587"/>
                  </a:lnTo>
                  <a:lnTo>
                    <a:pt x="43802" y="6505"/>
                  </a:lnTo>
                  <a:lnTo>
                    <a:pt x="6505" y="385546"/>
                  </a:lnTo>
                  <a:lnTo>
                    <a:pt x="293605" y="414169"/>
                  </a:lnTo>
                  <a:lnTo>
                    <a:pt x="281461" y="597184"/>
                  </a:lnTo>
                  <a:lnTo>
                    <a:pt x="469680" y="605857"/>
                  </a:lnTo>
                  <a:lnTo>
                    <a:pt x="821832" y="616266"/>
                  </a:lnTo>
                  <a:lnTo>
                    <a:pt x="1201740" y="621470"/>
                  </a:lnTo>
                  <a:lnTo>
                    <a:pt x="1240772" y="621470"/>
                  </a:lnTo>
                  <a:lnTo>
                    <a:pt x="1221690" y="595449"/>
                  </a:lnTo>
                  <a:lnTo>
                    <a:pt x="1199138" y="561622"/>
                  </a:lnTo>
                  <a:lnTo>
                    <a:pt x="1200006" y="541672"/>
                  </a:lnTo>
                  <a:lnTo>
                    <a:pt x="1187862" y="518253"/>
                  </a:lnTo>
                  <a:lnTo>
                    <a:pt x="1171382" y="473150"/>
                  </a:lnTo>
                  <a:lnTo>
                    <a:pt x="1167913" y="415036"/>
                  </a:lnTo>
                  <a:lnTo>
                    <a:pt x="1155770" y="379474"/>
                  </a:lnTo>
                  <a:lnTo>
                    <a:pt x="1151433" y="336106"/>
                  </a:lnTo>
                  <a:lnTo>
                    <a:pt x="1131483" y="304013"/>
                  </a:lnTo>
                  <a:lnTo>
                    <a:pt x="1122810" y="263247"/>
                  </a:lnTo>
                  <a:lnTo>
                    <a:pt x="1098523" y="194724"/>
                  </a:lnTo>
                  <a:lnTo>
                    <a:pt x="1089850" y="148754"/>
                  </a:lnTo>
                  <a:lnTo>
                    <a:pt x="1066431" y="15048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8" name="Freeform: Shape 135">
              <a:extLst>
                <a:ext uri="{FF2B5EF4-FFF2-40B4-BE49-F238E27FC236}">
                  <a16:creationId xmlns:a16="http://schemas.microsoft.com/office/drawing/2014/main" id="{ED0AC2F5-5ADF-3D41-885F-97ED15143BA4}"/>
                </a:ext>
              </a:extLst>
            </p:cNvPr>
            <p:cNvSpPr/>
            <p:nvPr/>
          </p:nvSpPr>
          <p:spPr>
            <a:xfrm>
              <a:off x="7822467" y="793209"/>
              <a:ext cx="251537" cy="520422"/>
            </a:xfrm>
            <a:custGeom>
              <a:avLst/>
              <a:gdLst>
                <a:gd name="connsiteX0" fmla="*/ 238093 w 251537"/>
                <a:gd name="connsiteY0" fmla="*/ 432384 h 520421"/>
                <a:gd name="connsiteX1" fmla="*/ 247634 w 251537"/>
                <a:gd name="connsiteY1" fmla="*/ 404628 h 520421"/>
                <a:gd name="connsiteX2" fmla="*/ 224215 w 251537"/>
                <a:gd name="connsiteY2" fmla="*/ 394219 h 520421"/>
                <a:gd name="connsiteX3" fmla="*/ 219878 w 251537"/>
                <a:gd name="connsiteY3" fmla="*/ 367331 h 520421"/>
                <a:gd name="connsiteX4" fmla="*/ 184316 w 251537"/>
                <a:gd name="connsiteY4" fmla="*/ 357790 h 520421"/>
                <a:gd name="connsiteX5" fmla="*/ 181714 w 251537"/>
                <a:gd name="connsiteY5" fmla="*/ 331769 h 520421"/>
                <a:gd name="connsiteX6" fmla="*/ 80232 w 251537"/>
                <a:gd name="connsiteY6" fmla="*/ 6505 h 520421"/>
                <a:gd name="connsiteX7" fmla="*/ 74160 w 251537"/>
                <a:gd name="connsiteY7" fmla="*/ 7373 h 520421"/>
                <a:gd name="connsiteX8" fmla="*/ 68956 w 251537"/>
                <a:gd name="connsiteY8" fmla="*/ 21251 h 520421"/>
                <a:gd name="connsiteX9" fmla="*/ 63751 w 251537"/>
                <a:gd name="connsiteY9" fmla="*/ 16914 h 520421"/>
                <a:gd name="connsiteX10" fmla="*/ 55078 w 251537"/>
                <a:gd name="connsiteY10" fmla="*/ 8240 h 520421"/>
                <a:gd name="connsiteX11" fmla="*/ 42067 w 251537"/>
                <a:gd name="connsiteY11" fmla="*/ 24720 h 520421"/>
                <a:gd name="connsiteX12" fmla="*/ 40333 w 251537"/>
                <a:gd name="connsiteY12" fmla="*/ 44670 h 520421"/>
                <a:gd name="connsiteX13" fmla="*/ 44670 w 251537"/>
                <a:gd name="connsiteY13" fmla="*/ 117529 h 520421"/>
                <a:gd name="connsiteX14" fmla="*/ 61149 w 251537"/>
                <a:gd name="connsiteY14" fmla="*/ 141815 h 520421"/>
                <a:gd name="connsiteX15" fmla="*/ 61149 w 251537"/>
                <a:gd name="connsiteY15" fmla="*/ 179112 h 520421"/>
                <a:gd name="connsiteX16" fmla="*/ 27322 w 251537"/>
                <a:gd name="connsiteY16" fmla="*/ 220746 h 520421"/>
                <a:gd name="connsiteX17" fmla="*/ 6505 w 251537"/>
                <a:gd name="connsiteY17" fmla="*/ 228552 h 520421"/>
                <a:gd name="connsiteX18" fmla="*/ 6505 w 251537"/>
                <a:gd name="connsiteY18" fmla="*/ 234623 h 520421"/>
                <a:gd name="connsiteX19" fmla="*/ 16046 w 251537"/>
                <a:gd name="connsiteY19" fmla="*/ 251103 h 520421"/>
                <a:gd name="connsiteX20" fmla="*/ 16046 w 251537"/>
                <a:gd name="connsiteY20" fmla="*/ 325697 h 520421"/>
                <a:gd name="connsiteX21" fmla="*/ 9107 w 251537"/>
                <a:gd name="connsiteY21" fmla="*/ 405495 h 520421"/>
                <a:gd name="connsiteX22" fmla="*/ 7372 w 251537"/>
                <a:gd name="connsiteY22" fmla="*/ 446261 h 520421"/>
                <a:gd name="connsiteX23" fmla="*/ 16046 w 251537"/>
                <a:gd name="connsiteY23" fmla="*/ 458405 h 520421"/>
                <a:gd name="connsiteX24" fmla="*/ 14312 w 251537"/>
                <a:gd name="connsiteY24" fmla="*/ 499171 h 520421"/>
                <a:gd name="connsiteX25" fmla="*/ 9975 w 251537"/>
                <a:gd name="connsiteY25" fmla="*/ 512182 h 520421"/>
                <a:gd name="connsiteX26" fmla="*/ 18649 w 251537"/>
                <a:gd name="connsiteY26" fmla="*/ 521723 h 520421"/>
                <a:gd name="connsiteX27" fmla="*/ 62884 w 251537"/>
                <a:gd name="connsiteY27" fmla="*/ 511314 h 520421"/>
                <a:gd name="connsiteX28" fmla="*/ 182581 w 251537"/>
                <a:gd name="connsiteY28" fmla="*/ 480956 h 520421"/>
                <a:gd name="connsiteX29" fmla="*/ 197327 w 251537"/>
                <a:gd name="connsiteY29" fmla="*/ 455803 h 520421"/>
                <a:gd name="connsiteX30" fmla="*/ 232021 w 251537"/>
                <a:gd name="connsiteY30" fmla="*/ 439323 h 520421"/>
                <a:gd name="connsiteX31" fmla="*/ 238093 w 251537"/>
                <a:gd name="connsiteY31" fmla="*/ 432384 h 5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537" h="520421">
                  <a:moveTo>
                    <a:pt x="238093" y="432384"/>
                  </a:moveTo>
                  <a:lnTo>
                    <a:pt x="247634" y="404628"/>
                  </a:lnTo>
                  <a:lnTo>
                    <a:pt x="224215" y="394219"/>
                  </a:lnTo>
                  <a:lnTo>
                    <a:pt x="219878" y="367331"/>
                  </a:lnTo>
                  <a:lnTo>
                    <a:pt x="184316" y="357790"/>
                  </a:lnTo>
                  <a:lnTo>
                    <a:pt x="181714" y="331769"/>
                  </a:lnTo>
                  <a:lnTo>
                    <a:pt x="80232" y="6505"/>
                  </a:lnTo>
                  <a:lnTo>
                    <a:pt x="74160" y="7373"/>
                  </a:lnTo>
                  <a:lnTo>
                    <a:pt x="68956" y="21251"/>
                  </a:lnTo>
                  <a:lnTo>
                    <a:pt x="63751" y="16914"/>
                  </a:lnTo>
                  <a:lnTo>
                    <a:pt x="55078" y="8240"/>
                  </a:lnTo>
                  <a:lnTo>
                    <a:pt x="42067" y="24720"/>
                  </a:lnTo>
                  <a:lnTo>
                    <a:pt x="40333" y="44670"/>
                  </a:lnTo>
                  <a:lnTo>
                    <a:pt x="44670" y="117529"/>
                  </a:lnTo>
                  <a:lnTo>
                    <a:pt x="61149" y="141815"/>
                  </a:lnTo>
                  <a:lnTo>
                    <a:pt x="61149" y="179112"/>
                  </a:lnTo>
                  <a:lnTo>
                    <a:pt x="27322" y="220746"/>
                  </a:lnTo>
                  <a:lnTo>
                    <a:pt x="6505" y="228552"/>
                  </a:lnTo>
                  <a:lnTo>
                    <a:pt x="6505" y="234623"/>
                  </a:lnTo>
                  <a:lnTo>
                    <a:pt x="16046" y="251103"/>
                  </a:lnTo>
                  <a:lnTo>
                    <a:pt x="16046" y="325697"/>
                  </a:lnTo>
                  <a:lnTo>
                    <a:pt x="9107" y="405495"/>
                  </a:lnTo>
                  <a:lnTo>
                    <a:pt x="7372" y="446261"/>
                  </a:lnTo>
                  <a:lnTo>
                    <a:pt x="16046" y="458405"/>
                  </a:lnTo>
                  <a:lnTo>
                    <a:pt x="14312" y="499171"/>
                  </a:lnTo>
                  <a:lnTo>
                    <a:pt x="9975" y="512182"/>
                  </a:lnTo>
                  <a:lnTo>
                    <a:pt x="18649" y="521723"/>
                  </a:lnTo>
                  <a:lnTo>
                    <a:pt x="62884" y="511314"/>
                  </a:lnTo>
                  <a:lnTo>
                    <a:pt x="182581" y="480956"/>
                  </a:lnTo>
                  <a:lnTo>
                    <a:pt x="197327" y="455803"/>
                  </a:lnTo>
                  <a:lnTo>
                    <a:pt x="232021" y="439323"/>
                  </a:lnTo>
                  <a:lnTo>
                    <a:pt x="238093" y="43238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09" name="Freeform: Shape 136">
              <a:extLst>
                <a:ext uri="{FF2B5EF4-FFF2-40B4-BE49-F238E27FC236}">
                  <a16:creationId xmlns:a16="http://schemas.microsoft.com/office/drawing/2014/main" id="{CC6B95F0-6DB1-1F45-BF09-74F3B0A00A5E}"/>
                </a:ext>
              </a:extLst>
            </p:cNvPr>
            <p:cNvSpPr/>
            <p:nvPr/>
          </p:nvSpPr>
          <p:spPr>
            <a:xfrm>
              <a:off x="7541439" y="1640629"/>
              <a:ext cx="216842" cy="477053"/>
            </a:xfrm>
            <a:custGeom>
              <a:avLst/>
              <a:gdLst>
                <a:gd name="connsiteX0" fmla="*/ 16047 w 216842"/>
                <a:gd name="connsiteY0" fmla="*/ 339575 h 477053"/>
                <a:gd name="connsiteX1" fmla="*/ 16914 w 216842"/>
                <a:gd name="connsiteY1" fmla="*/ 326565 h 477053"/>
                <a:gd name="connsiteX2" fmla="*/ 40333 w 216842"/>
                <a:gd name="connsiteY2" fmla="*/ 315289 h 477053"/>
                <a:gd name="connsiteX3" fmla="*/ 55078 w 216842"/>
                <a:gd name="connsiteY3" fmla="*/ 291002 h 477053"/>
                <a:gd name="connsiteX4" fmla="*/ 69824 w 216842"/>
                <a:gd name="connsiteY4" fmla="*/ 270186 h 477053"/>
                <a:gd name="connsiteX5" fmla="*/ 98447 w 216842"/>
                <a:gd name="connsiteY5" fmla="*/ 242430 h 477053"/>
                <a:gd name="connsiteX6" fmla="*/ 98447 w 216842"/>
                <a:gd name="connsiteY6" fmla="*/ 232021 h 477053"/>
                <a:gd name="connsiteX7" fmla="*/ 45537 w 216842"/>
                <a:gd name="connsiteY7" fmla="*/ 196459 h 477053"/>
                <a:gd name="connsiteX8" fmla="*/ 36863 w 216842"/>
                <a:gd name="connsiteY8" fmla="*/ 173040 h 477053"/>
                <a:gd name="connsiteX9" fmla="*/ 13445 w 216842"/>
                <a:gd name="connsiteY9" fmla="*/ 170438 h 477053"/>
                <a:gd name="connsiteX10" fmla="*/ 12577 w 216842"/>
                <a:gd name="connsiteY10" fmla="*/ 162632 h 477053"/>
                <a:gd name="connsiteX11" fmla="*/ 6505 w 216842"/>
                <a:gd name="connsiteY11" fmla="*/ 143550 h 477053"/>
                <a:gd name="connsiteX12" fmla="*/ 25588 w 216842"/>
                <a:gd name="connsiteY12" fmla="*/ 134009 h 477053"/>
                <a:gd name="connsiteX13" fmla="*/ 27322 w 216842"/>
                <a:gd name="connsiteY13" fmla="*/ 108855 h 477053"/>
                <a:gd name="connsiteX14" fmla="*/ 16047 w 216842"/>
                <a:gd name="connsiteY14" fmla="*/ 97579 h 477053"/>
                <a:gd name="connsiteX15" fmla="*/ 17781 w 216842"/>
                <a:gd name="connsiteY15" fmla="*/ 87171 h 477053"/>
                <a:gd name="connsiteX16" fmla="*/ 34261 w 216842"/>
                <a:gd name="connsiteY16" fmla="*/ 60282 h 477053"/>
                <a:gd name="connsiteX17" fmla="*/ 34261 w 216842"/>
                <a:gd name="connsiteY17" fmla="*/ 33394 h 477053"/>
                <a:gd name="connsiteX18" fmla="*/ 55945 w 216842"/>
                <a:gd name="connsiteY18" fmla="*/ 6505 h 477053"/>
                <a:gd name="connsiteX19" fmla="*/ 104518 w 216842"/>
                <a:gd name="connsiteY19" fmla="*/ 28190 h 477053"/>
                <a:gd name="connsiteX20" fmla="*/ 160030 w 216842"/>
                <a:gd name="connsiteY20" fmla="*/ 44670 h 477053"/>
                <a:gd name="connsiteX21" fmla="*/ 181714 w 216842"/>
                <a:gd name="connsiteY21" fmla="*/ 55078 h 477053"/>
                <a:gd name="connsiteX22" fmla="*/ 182582 w 216842"/>
                <a:gd name="connsiteY22" fmla="*/ 70691 h 477053"/>
                <a:gd name="connsiteX23" fmla="*/ 178245 w 216842"/>
                <a:gd name="connsiteY23" fmla="*/ 94110 h 477053"/>
                <a:gd name="connsiteX24" fmla="*/ 181714 w 216842"/>
                <a:gd name="connsiteY24" fmla="*/ 133141 h 477053"/>
                <a:gd name="connsiteX25" fmla="*/ 163499 w 216842"/>
                <a:gd name="connsiteY25" fmla="*/ 149621 h 477053"/>
                <a:gd name="connsiteX26" fmla="*/ 153958 w 216842"/>
                <a:gd name="connsiteY26" fmla="*/ 158295 h 477053"/>
                <a:gd name="connsiteX27" fmla="*/ 158295 w 216842"/>
                <a:gd name="connsiteY27" fmla="*/ 162632 h 477053"/>
                <a:gd name="connsiteX28" fmla="*/ 181714 w 216842"/>
                <a:gd name="connsiteY28" fmla="*/ 160030 h 477053"/>
                <a:gd name="connsiteX29" fmla="*/ 191255 w 216842"/>
                <a:gd name="connsiteY29" fmla="*/ 153091 h 477053"/>
                <a:gd name="connsiteX30" fmla="*/ 205133 w 216842"/>
                <a:gd name="connsiteY30" fmla="*/ 182581 h 477053"/>
                <a:gd name="connsiteX31" fmla="*/ 206868 w 216842"/>
                <a:gd name="connsiteY31" fmla="*/ 264114 h 477053"/>
                <a:gd name="connsiteX32" fmla="*/ 212072 w 216842"/>
                <a:gd name="connsiteY32" fmla="*/ 273655 h 477053"/>
                <a:gd name="connsiteX33" fmla="*/ 202531 w 216842"/>
                <a:gd name="connsiteY33" fmla="*/ 321360 h 477053"/>
                <a:gd name="connsiteX34" fmla="*/ 175642 w 216842"/>
                <a:gd name="connsiteY34" fmla="*/ 377739 h 477053"/>
                <a:gd name="connsiteX35" fmla="*/ 152224 w 216842"/>
                <a:gd name="connsiteY35" fmla="*/ 412434 h 477053"/>
                <a:gd name="connsiteX36" fmla="*/ 145284 w 216842"/>
                <a:gd name="connsiteY36" fmla="*/ 454068 h 477053"/>
                <a:gd name="connsiteX37" fmla="*/ 127070 w 216842"/>
                <a:gd name="connsiteY37" fmla="*/ 474885 h 477053"/>
                <a:gd name="connsiteX38" fmla="*/ 120131 w 216842"/>
                <a:gd name="connsiteY38" fmla="*/ 474885 h 477053"/>
                <a:gd name="connsiteX39" fmla="*/ 117529 w 216842"/>
                <a:gd name="connsiteY39" fmla="*/ 451466 h 477053"/>
                <a:gd name="connsiteX40" fmla="*/ 124468 w 216842"/>
                <a:gd name="connsiteY40" fmla="*/ 442792 h 477053"/>
                <a:gd name="connsiteX41" fmla="*/ 122733 w 216842"/>
                <a:gd name="connsiteY41" fmla="*/ 429782 h 477053"/>
                <a:gd name="connsiteX42" fmla="*/ 88038 w 216842"/>
                <a:gd name="connsiteY42" fmla="*/ 424577 h 477053"/>
                <a:gd name="connsiteX43" fmla="*/ 46405 w 216842"/>
                <a:gd name="connsiteY43" fmla="*/ 404628 h 477053"/>
                <a:gd name="connsiteX44" fmla="*/ 18649 w 216842"/>
                <a:gd name="connsiteY44" fmla="*/ 379474 h 477053"/>
                <a:gd name="connsiteX45" fmla="*/ 9975 w 216842"/>
                <a:gd name="connsiteY45" fmla="*/ 362127 h 477053"/>
                <a:gd name="connsiteX46" fmla="*/ 16047 w 216842"/>
                <a:gd name="connsiteY46" fmla="*/ 339575 h 47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16842" h="477053">
                  <a:moveTo>
                    <a:pt x="16047" y="339575"/>
                  </a:moveTo>
                  <a:lnTo>
                    <a:pt x="16914" y="326565"/>
                  </a:lnTo>
                  <a:lnTo>
                    <a:pt x="40333" y="315289"/>
                  </a:lnTo>
                  <a:lnTo>
                    <a:pt x="55078" y="291002"/>
                  </a:lnTo>
                  <a:lnTo>
                    <a:pt x="69824" y="270186"/>
                  </a:lnTo>
                  <a:lnTo>
                    <a:pt x="98447" y="242430"/>
                  </a:lnTo>
                  <a:lnTo>
                    <a:pt x="98447" y="232021"/>
                  </a:lnTo>
                  <a:lnTo>
                    <a:pt x="45537" y="196459"/>
                  </a:lnTo>
                  <a:lnTo>
                    <a:pt x="36863" y="173040"/>
                  </a:lnTo>
                  <a:lnTo>
                    <a:pt x="13445" y="170438"/>
                  </a:lnTo>
                  <a:lnTo>
                    <a:pt x="12577" y="162632"/>
                  </a:lnTo>
                  <a:lnTo>
                    <a:pt x="6505" y="143550"/>
                  </a:lnTo>
                  <a:lnTo>
                    <a:pt x="25588" y="134009"/>
                  </a:lnTo>
                  <a:lnTo>
                    <a:pt x="27322" y="108855"/>
                  </a:lnTo>
                  <a:lnTo>
                    <a:pt x="16047" y="97579"/>
                  </a:lnTo>
                  <a:lnTo>
                    <a:pt x="17781" y="87171"/>
                  </a:lnTo>
                  <a:lnTo>
                    <a:pt x="34261" y="60282"/>
                  </a:lnTo>
                  <a:lnTo>
                    <a:pt x="34261" y="33394"/>
                  </a:lnTo>
                  <a:lnTo>
                    <a:pt x="55945" y="6505"/>
                  </a:lnTo>
                  <a:lnTo>
                    <a:pt x="104518" y="28190"/>
                  </a:lnTo>
                  <a:lnTo>
                    <a:pt x="160030" y="44670"/>
                  </a:lnTo>
                  <a:lnTo>
                    <a:pt x="181714" y="55078"/>
                  </a:lnTo>
                  <a:lnTo>
                    <a:pt x="182582" y="70691"/>
                  </a:lnTo>
                  <a:lnTo>
                    <a:pt x="178245" y="94110"/>
                  </a:lnTo>
                  <a:lnTo>
                    <a:pt x="181714" y="133141"/>
                  </a:lnTo>
                  <a:lnTo>
                    <a:pt x="163499" y="149621"/>
                  </a:lnTo>
                  <a:lnTo>
                    <a:pt x="153958" y="158295"/>
                  </a:lnTo>
                  <a:lnTo>
                    <a:pt x="158295" y="162632"/>
                  </a:lnTo>
                  <a:lnTo>
                    <a:pt x="181714" y="160030"/>
                  </a:lnTo>
                  <a:lnTo>
                    <a:pt x="191255" y="153091"/>
                  </a:lnTo>
                  <a:lnTo>
                    <a:pt x="205133" y="182581"/>
                  </a:lnTo>
                  <a:lnTo>
                    <a:pt x="206868" y="264114"/>
                  </a:lnTo>
                  <a:lnTo>
                    <a:pt x="212072" y="273655"/>
                  </a:lnTo>
                  <a:lnTo>
                    <a:pt x="202531" y="321360"/>
                  </a:lnTo>
                  <a:lnTo>
                    <a:pt x="175642" y="377739"/>
                  </a:lnTo>
                  <a:lnTo>
                    <a:pt x="152224" y="412434"/>
                  </a:lnTo>
                  <a:lnTo>
                    <a:pt x="145284" y="454068"/>
                  </a:lnTo>
                  <a:lnTo>
                    <a:pt x="127070" y="474885"/>
                  </a:lnTo>
                  <a:lnTo>
                    <a:pt x="120131" y="474885"/>
                  </a:lnTo>
                  <a:lnTo>
                    <a:pt x="117529" y="451466"/>
                  </a:lnTo>
                  <a:lnTo>
                    <a:pt x="124468" y="442792"/>
                  </a:lnTo>
                  <a:lnTo>
                    <a:pt x="122733" y="429782"/>
                  </a:lnTo>
                  <a:lnTo>
                    <a:pt x="88038" y="424577"/>
                  </a:lnTo>
                  <a:lnTo>
                    <a:pt x="46405" y="404628"/>
                  </a:lnTo>
                  <a:lnTo>
                    <a:pt x="18649" y="379474"/>
                  </a:lnTo>
                  <a:lnTo>
                    <a:pt x="9975" y="362127"/>
                  </a:lnTo>
                  <a:lnTo>
                    <a:pt x="16047" y="33957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0" name="Freeform: Shape 137">
              <a:extLst>
                <a:ext uri="{FF2B5EF4-FFF2-40B4-BE49-F238E27FC236}">
                  <a16:creationId xmlns:a16="http://schemas.microsoft.com/office/drawing/2014/main" id="{EAFBE846-58E9-CF4F-A1AD-23DDDAF829F1}"/>
                </a:ext>
              </a:extLst>
            </p:cNvPr>
            <p:cNvSpPr/>
            <p:nvPr/>
          </p:nvSpPr>
          <p:spPr>
            <a:xfrm>
              <a:off x="2457787" y="2687544"/>
              <a:ext cx="1058191" cy="1101559"/>
            </a:xfrm>
            <a:custGeom>
              <a:avLst/>
              <a:gdLst>
                <a:gd name="connsiteX0" fmla="*/ 298809 w 1058190"/>
                <a:gd name="connsiteY0" fmla="*/ 1036940 h 1101559"/>
                <a:gd name="connsiteX1" fmla="*/ 153958 w 1058190"/>
                <a:gd name="connsiteY1" fmla="*/ 1014388 h 1101559"/>
                <a:gd name="connsiteX2" fmla="*/ 143550 w 1058190"/>
                <a:gd name="connsiteY2" fmla="*/ 1097656 h 1101559"/>
                <a:gd name="connsiteX3" fmla="*/ 6505 w 1058190"/>
                <a:gd name="connsiteY3" fmla="*/ 1080308 h 1101559"/>
                <a:gd name="connsiteX4" fmla="*/ 58547 w 1058190"/>
                <a:gd name="connsiteY4" fmla="*/ 735963 h 1101559"/>
                <a:gd name="connsiteX5" fmla="*/ 119263 w 1058190"/>
                <a:gd name="connsiteY5" fmla="*/ 274522 h 1101559"/>
                <a:gd name="connsiteX6" fmla="*/ 157427 w 1058190"/>
                <a:gd name="connsiteY6" fmla="*/ 6505 h 1101559"/>
                <a:gd name="connsiteX7" fmla="*/ 452333 w 1058190"/>
                <a:gd name="connsiteY7" fmla="*/ 40333 h 1101559"/>
                <a:gd name="connsiteX8" fmla="*/ 776729 w 1058190"/>
                <a:gd name="connsiteY8" fmla="*/ 78497 h 1101559"/>
                <a:gd name="connsiteX9" fmla="*/ 1054287 w 1058190"/>
                <a:gd name="connsiteY9" fmla="*/ 102783 h 1101559"/>
                <a:gd name="connsiteX10" fmla="*/ 1051685 w 1058190"/>
                <a:gd name="connsiteY10" fmla="*/ 196459 h 1101559"/>
                <a:gd name="connsiteX11" fmla="*/ 1039542 w 1058190"/>
                <a:gd name="connsiteY11" fmla="*/ 195592 h 1101559"/>
                <a:gd name="connsiteX12" fmla="*/ 975357 w 1058190"/>
                <a:gd name="connsiteY12" fmla="*/ 1043012 h 1101559"/>
                <a:gd name="connsiteX13" fmla="*/ 729024 w 1058190"/>
                <a:gd name="connsiteY13" fmla="*/ 1027399 h 1101559"/>
                <a:gd name="connsiteX14" fmla="*/ 398556 w 1058190"/>
                <a:gd name="connsiteY14" fmla="*/ 995306 h 1101559"/>
                <a:gd name="connsiteX15" fmla="*/ 404628 w 1058190"/>
                <a:gd name="connsiteY15" fmla="*/ 1049951 h 1101559"/>
                <a:gd name="connsiteX16" fmla="*/ 298809 w 1058190"/>
                <a:gd name="connsiteY16" fmla="*/ 1036940 h 110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8190" h="1101559">
                  <a:moveTo>
                    <a:pt x="298809" y="1036940"/>
                  </a:moveTo>
                  <a:lnTo>
                    <a:pt x="153958" y="1014388"/>
                  </a:lnTo>
                  <a:lnTo>
                    <a:pt x="143550" y="1097656"/>
                  </a:lnTo>
                  <a:lnTo>
                    <a:pt x="6505" y="1080308"/>
                  </a:lnTo>
                  <a:lnTo>
                    <a:pt x="58547" y="735963"/>
                  </a:lnTo>
                  <a:lnTo>
                    <a:pt x="119263" y="274522"/>
                  </a:lnTo>
                  <a:lnTo>
                    <a:pt x="157427" y="6505"/>
                  </a:lnTo>
                  <a:lnTo>
                    <a:pt x="452333" y="40333"/>
                  </a:lnTo>
                  <a:lnTo>
                    <a:pt x="776729" y="78497"/>
                  </a:lnTo>
                  <a:lnTo>
                    <a:pt x="1054287" y="102783"/>
                  </a:lnTo>
                  <a:lnTo>
                    <a:pt x="1051685" y="196459"/>
                  </a:lnTo>
                  <a:lnTo>
                    <a:pt x="1039542" y="195592"/>
                  </a:lnTo>
                  <a:lnTo>
                    <a:pt x="975357" y="1043012"/>
                  </a:lnTo>
                  <a:lnTo>
                    <a:pt x="729024" y="1027399"/>
                  </a:lnTo>
                  <a:lnTo>
                    <a:pt x="398556" y="995306"/>
                  </a:lnTo>
                  <a:lnTo>
                    <a:pt x="404628" y="1049951"/>
                  </a:lnTo>
                  <a:lnTo>
                    <a:pt x="298809" y="103694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1" name="Freeform: Shape 138">
              <a:extLst>
                <a:ext uri="{FF2B5EF4-FFF2-40B4-BE49-F238E27FC236}">
                  <a16:creationId xmlns:a16="http://schemas.microsoft.com/office/drawing/2014/main" id="{743CACA4-17AA-AE46-837E-0326130DF87E}"/>
                </a:ext>
              </a:extLst>
            </p:cNvPr>
            <p:cNvSpPr/>
            <p:nvPr/>
          </p:nvSpPr>
          <p:spPr>
            <a:xfrm>
              <a:off x="1076935" y="1439399"/>
              <a:ext cx="971454" cy="1491875"/>
            </a:xfrm>
            <a:custGeom>
              <a:avLst/>
              <a:gdLst>
                <a:gd name="connsiteX0" fmla="*/ 403760 w 971453"/>
                <a:gd name="connsiteY0" fmla="*/ 66354 h 1491875"/>
                <a:gd name="connsiteX1" fmla="*/ 739432 w 971453"/>
                <a:gd name="connsiteY1" fmla="*/ 140080 h 1491875"/>
                <a:gd name="connsiteX2" fmla="*/ 964948 w 971453"/>
                <a:gd name="connsiteY2" fmla="*/ 185183 h 1491875"/>
                <a:gd name="connsiteX3" fmla="*/ 873007 w 971453"/>
                <a:gd name="connsiteY3" fmla="*/ 645756 h 1491875"/>
                <a:gd name="connsiteX4" fmla="*/ 826169 w 971453"/>
                <a:gd name="connsiteY4" fmla="*/ 904233 h 1491875"/>
                <a:gd name="connsiteX5" fmla="*/ 797546 w 971453"/>
                <a:gd name="connsiteY5" fmla="*/ 1038675 h 1491875"/>
                <a:gd name="connsiteX6" fmla="*/ 779331 w 971453"/>
                <a:gd name="connsiteY6" fmla="*/ 1134953 h 1491875"/>
                <a:gd name="connsiteX7" fmla="*/ 756780 w 971453"/>
                <a:gd name="connsiteY7" fmla="*/ 1277202 h 1491875"/>
                <a:gd name="connsiteX8" fmla="*/ 742035 w 971453"/>
                <a:gd name="connsiteY8" fmla="*/ 1304090 h 1491875"/>
                <a:gd name="connsiteX9" fmla="*/ 728157 w 971453"/>
                <a:gd name="connsiteY9" fmla="*/ 1303223 h 1491875"/>
                <a:gd name="connsiteX10" fmla="*/ 717748 w 971453"/>
                <a:gd name="connsiteY10" fmla="*/ 1280671 h 1491875"/>
                <a:gd name="connsiteX11" fmla="*/ 693462 w 971453"/>
                <a:gd name="connsiteY11" fmla="*/ 1276334 h 1491875"/>
                <a:gd name="connsiteX12" fmla="*/ 682186 w 971453"/>
                <a:gd name="connsiteY12" fmla="*/ 1266793 h 1491875"/>
                <a:gd name="connsiteX13" fmla="*/ 666573 w 971453"/>
                <a:gd name="connsiteY13" fmla="*/ 1267660 h 1491875"/>
                <a:gd name="connsiteX14" fmla="*/ 658767 w 971453"/>
                <a:gd name="connsiteY14" fmla="*/ 1274599 h 1491875"/>
                <a:gd name="connsiteX15" fmla="*/ 643154 w 971453"/>
                <a:gd name="connsiteY15" fmla="*/ 1285875 h 1491875"/>
                <a:gd name="connsiteX16" fmla="*/ 640552 w 971453"/>
                <a:gd name="connsiteY16" fmla="*/ 1349193 h 1491875"/>
                <a:gd name="connsiteX17" fmla="*/ 637950 w 971453"/>
                <a:gd name="connsiteY17" fmla="*/ 1362204 h 1491875"/>
                <a:gd name="connsiteX18" fmla="*/ 633613 w 971453"/>
                <a:gd name="connsiteY18" fmla="*/ 1469757 h 1491875"/>
                <a:gd name="connsiteX19" fmla="*/ 624072 w 971453"/>
                <a:gd name="connsiteY19" fmla="*/ 1485370 h 1491875"/>
                <a:gd name="connsiteX20" fmla="*/ 479222 w 971453"/>
                <a:gd name="connsiteY20" fmla="*/ 1264191 h 1491875"/>
                <a:gd name="connsiteX21" fmla="*/ 114059 w 971453"/>
                <a:gd name="connsiteY21" fmla="*/ 725555 h 1491875"/>
                <a:gd name="connsiteX22" fmla="*/ 6505 w 971453"/>
                <a:gd name="connsiteY22" fmla="*/ 560754 h 1491875"/>
                <a:gd name="connsiteX23" fmla="*/ 81099 w 971453"/>
                <a:gd name="connsiteY23" fmla="*/ 277992 h 1491875"/>
                <a:gd name="connsiteX24" fmla="*/ 150489 w 971453"/>
                <a:gd name="connsiteY24" fmla="*/ 6505 h 1491875"/>
                <a:gd name="connsiteX25" fmla="*/ 403760 w 971453"/>
                <a:gd name="connsiteY25" fmla="*/ 66354 h 14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71453" h="1491875">
                  <a:moveTo>
                    <a:pt x="403760" y="66354"/>
                  </a:moveTo>
                  <a:lnTo>
                    <a:pt x="739432" y="140080"/>
                  </a:lnTo>
                  <a:lnTo>
                    <a:pt x="964948" y="185183"/>
                  </a:lnTo>
                  <a:lnTo>
                    <a:pt x="873007" y="645756"/>
                  </a:lnTo>
                  <a:lnTo>
                    <a:pt x="826169" y="904233"/>
                  </a:lnTo>
                  <a:lnTo>
                    <a:pt x="797546" y="1038675"/>
                  </a:lnTo>
                  <a:lnTo>
                    <a:pt x="779331" y="1134953"/>
                  </a:lnTo>
                  <a:lnTo>
                    <a:pt x="756780" y="1277202"/>
                  </a:lnTo>
                  <a:lnTo>
                    <a:pt x="742035" y="1304090"/>
                  </a:lnTo>
                  <a:lnTo>
                    <a:pt x="728157" y="1303223"/>
                  </a:lnTo>
                  <a:lnTo>
                    <a:pt x="717748" y="1280671"/>
                  </a:lnTo>
                  <a:lnTo>
                    <a:pt x="693462" y="1276334"/>
                  </a:lnTo>
                  <a:lnTo>
                    <a:pt x="682186" y="1266793"/>
                  </a:lnTo>
                  <a:lnTo>
                    <a:pt x="666573" y="1267660"/>
                  </a:lnTo>
                  <a:lnTo>
                    <a:pt x="658767" y="1274599"/>
                  </a:lnTo>
                  <a:lnTo>
                    <a:pt x="643154" y="1285875"/>
                  </a:lnTo>
                  <a:lnTo>
                    <a:pt x="640552" y="1349193"/>
                  </a:lnTo>
                  <a:lnTo>
                    <a:pt x="637950" y="1362204"/>
                  </a:lnTo>
                  <a:lnTo>
                    <a:pt x="633613" y="1469757"/>
                  </a:lnTo>
                  <a:lnTo>
                    <a:pt x="624072" y="1485370"/>
                  </a:lnTo>
                  <a:lnTo>
                    <a:pt x="479222" y="1264191"/>
                  </a:lnTo>
                  <a:lnTo>
                    <a:pt x="114059" y="725555"/>
                  </a:lnTo>
                  <a:lnTo>
                    <a:pt x="6505" y="560754"/>
                  </a:lnTo>
                  <a:lnTo>
                    <a:pt x="81099" y="277992"/>
                  </a:lnTo>
                  <a:lnTo>
                    <a:pt x="150489" y="6505"/>
                  </a:lnTo>
                  <a:lnTo>
                    <a:pt x="403760" y="6635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2" name="Freeform: Shape 139">
              <a:extLst>
                <a:ext uri="{FF2B5EF4-FFF2-40B4-BE49-F238E27FC236}">
                  <a16:creationId xmlns:a16="http://schemas.microsoft.com/office/drawing/2014/main" id="{EF313047-900E-8844-9EE3-2CEE838A9A74}"/>
                </a:ext>
              </a:extLst>
            </p:cNvPr>
            <p:cNvSpPr/>
            <p:nvPr/>
          </p:nvSpPr>
          <p:spPr>
            <a:xfrm>
              <a:off x="6864891" y="918110"/>
              <a:ext cx="1110233" cy="858696"/>
            </a:xfrm>
            <a:custGeom>
              <a:avLst/>
              <a:gdLst>
                <a:gd name="connsiteX0" fmla="*/ 863467 w 1110232"/>
                <a:gd name="connsiteY0" fmla="*/ 816628 h 858695"/>
                <a:gd name="connsiteX1" fmla="*/ 867803 w 1110232"/>
                <a:gd name="connsiteY1" fmla="*/ 793209 h 858695"/>
                <a:gd name="connsiteX2" fmla="*/ 866069 w 1110232"/>
                <a:gd name="connsiteY2" fmla="*/ 772392 h 858695"/>
                <a:gd name="connsiteX3" fmla="*/ 840048 w 1110232"/>
                <a:gd name="connsiteY3" fmla="*/ 759382 h 858695"/>
                <a:gd name="connsiteX4" fmla="*/ 783669 w 1110232"/>
                <a:gd name="connsiteY4" fmla="*/ 742034 h 858695"/>
                <a:gd name="connsiteX5" fmla="*/ 731626 w 1110232"/>
                <a:gd name="connsiteY5" fmla="*/ 719483 h 858695"/>
                <a:gd name="connsiteX6" fmla="*/ 726422 w 1110232"/>
                <a:gd name="connsiteY6" fmla="*/ 716013 h 858695"/>
                <a:gd name="connsiteX7" fmla="*/ 703003 w 1110232"/>
                <a:gd name="connsiteY7" fmla="*/ 713411 h 858695"/>
                <a:gd name="connsiteX8" fmla="*/ 685656 w 1110232"/>
                <a:gd name="connsiteY8" fmla="*/ 700401 h 858695"/>
                <a:gd name="connsiteX9" fmla="*/ 667441 w 1110232"/>
                <a:gd name="connsiteY9" fmla="*/ 649226 h 858695"/>
                <a:gd name="connsiteX10" fmla="*/ 638818 w 1110232"/>
                <a:gd name="connsiteY10" fmla="*/ 644889 h 858695"/>
                <a:gd name="connsiteX11" fmla="*/ 618001 w 1110232"/>
                <a:gd name="connsiteY11" fmla="*/ 624072 h 858695"/>
                <a:gd name="connsiteX12" fmla="*/ 284931 w 1110232"/>
                <a:gd name="connsiteY12" fmla="*/ 694329 h 858695"/>
                <a:gd name="connsiteX13" fmla="*/ 10842 w 1110232"/>
                <a:gd name="connsiteY13" fmla="*/ 746371 h 858695"/>
                <a:gd name="connsiteX14" fmla="*/ 6505 w 1110232"/>
                <a:gd name="connsiteY14" fmla="*/ 689992 h 858695"/>
                <a:gd name="connsiteX15" fmla="*/ 20383 w 1110232"/>
                <a:gd name="connsiteY15" fmla="*/ 679584 h 858695"/>
                <a:gd name="connsiteX16" fmla="*/ 31659 w 1110232"/>
                <a:gd name="connsiteY16" fmla="*/ 670043 h 858695"/>
                <a:gd name="connsiteX17" fmla="*/ 40333 w 1110232"/>
                <a:gd name="connsiteY17" fmla="*/ 656165 h 858695"/>
                <a:gd name="connsiteX18" fmla="*/ 55945 w 1110232"/>
                <a:gd name="connsiteY18" fmla="*/ 646624 h 858695"/>
                <a:gd name="connsiteX19" fmla="*/ 72426 w 1110232"/>
                <a:gd name="connsiteY19" fmla="*/ 631011 h 858695"/>
                <a:gd name="connsiteX20" fmla="*/ 76763 w 1110232"/>
                <a:gd name="connsiteY20" fmla="*/ 617133 h 858695"/>
                <a:gd name="connsiteX21" fmla="*/ 94977 w 1110232"/>
                <a:gd name="connsiteY21" fmla="*/ 593714 h 858695"/>
                <a:gd name="connsiteX22" fmla="*/ 104518 w 1110232"/>
                <a:gd name="connsiteY22" fmla="*/ 585041 h 858695"/>
                <a:gd name="connsiteX23" fmla="*/ 102784 w 1110232"/>
                <a:gd name="connsiteY23" fmla="*/ 576367 h 858695"/>
                <a:gd name="connsiteX24" fmla="*/ 91508 w 1110232"/>
                <a:gd name="connsiteY24" fmla="*/ 549478 h 858695"/>
                <a:gd name="connsiteX25" fmla="*/ 75895 w 1110232"/>
                <a:gd name="connsiteY25" fmla="*/ 547744 h 858695"/>
                <a:gd name="connsiteX26" fmla="*/ 59415 w 1110232"/>
                <a:gd name="connsiteY26" fmla="*/ 494834 h 858695"/>
                <a:gd name="connsiteX27" fmla="*/ 84569 w 1110232"/>
                <a:gd name="connsiteY27" fmla="*/ 479222 h 858695"/>
                <a:gd name="connsiteX28" fmla="*/ 122733 w 1110232"/>
                <a:gd name="connsiteY28" fmla="*/ 466211 h 858695"/>
                <a:gd name="connsiteX29" fmla="*/ 157428 w 1110232"/>
                <a:gd name="connsiteY29" fmla="*/ 454935 h 858695"/>
                <a:gd name="connsiteX30" fmla="*/ 185184 w 1110232"/>
                <a:gd name="connsiteY30" fmla="*/ 450598 h 858695"/>
                <a:gd name="connsiteX31" fmla="*/ 239828 w 1110232"/>
                <a:gd name="connsiteY31" fmla="*/ 448864 h 858695"/>
                <a:gd name="connsiteX32" fmla="*/ 256308 w 1110232"/>
                <a:gd name="connsiteY32" fmla="*/ 460139 h 858695"/>
                <a:gd name="connsiteX33" fmla="*/ 270186 w 1110232"/>
                <a:gd name="connsiteY33" fmla="*/ 461874 h 858695"/>
                <a:gd name="connsiteX34" fmla="*/ 288400 w 1110232"/>
                <a:gd name="connsiteY34" fmla="*/ 450598 h 858695"/>
                <a:gd name="connsiteX35" fmla="*/ 310952 w 1110232"/>
                <a:gd name="connsiteY35" fmla="*/ 441057 h 858695"/>
                <a:gd name="connsiteX36" fmla="*/ 356056 w 1110232"/>
                <a:gd name="connsiteY36" fmla="*/ 436720 h 858695"/>
                <a:gd name="connsiteX37" fmla="*/ 374270 w 1110232"/>
                <a:gd name="connsiteY37" fmla="*/ 421108 h 858695"/>
                <a:gd name="connsiteX38" fmla="*/ 389883 w 1110232"/>
                <a:gd name="connsiteY38" fmla="*/ 393352 h 858695"/>
                <a:gd name="connsiteX39" fmla="*/ 403761 w 1110232"/>
                <a:gd name="connsiteY39" fmla="*/ 376872 h 858695"/>
                <a:gd name="connsiteX40" fmla="*/ 421975 w 1110232"/>
                <a:gd name="connsiteY40" fmla="*/ 376872 h 858695"/>
                <a:gd name="connsiteX41" fmla="*/ 438456 w 1110232"/>
                <a:gd name="connsiteY41" fmla="*/ 367331 h 858695"/>
                <a:gd name="connsiteX42" fmla="*/ 440190 w 1110232"/>
                <a:gd name="connsiteY42" fmla="*/ 347381 h 858695"/>
                <a:gd name="connsiteX43" fmla="*/ 427179 w 1110232"/>
                <a:gd name="connsiteY43" fmla="*/ 329167 h 858695"/>
                <a:gd name="connsiteX44" fmla="*/ 424577 w 1110232"/>
                <a:gd name="connsiteY44" fmla="*/ 316156 h 858695"/>
                <a:gd name="connsiteX45" fmla="*/ 434119 w 1110232"/>
                <a:gd name="connsiteY45" fmla="*/ 297941 h 858695"/>
                <a:gd name="connsiteX46" fmla="*/ 434119 w 1110232"/>
                <a:gd name="connsiteY46" fmla="*/ 284931 h 858695"/>
                <a:gd name="connsiteX47" fmla="*/ 418506 w 1110232"/>
                <a:gd name="connsiteY47" fmla="*/ 284931 h 858695"/>
                <a:gd name="connsiteX48" fmla="*/ 402893 w 1110232"/>
                <a:gd name="connsiteY48" fmla="*/ 277992 h 858695"/>
                <a:gd name="connsiteX49" fmla="*/ 395954 w 1110232"/>
                <a:gd name="connsiteY49" fmla="*/ 268451 h 858695"/>
                <a:gd name="connsiteX50" fmla="*/ 394219 w 1110232"/>
                <a:gd name="connsiteY50" fmla="*/ 245899 h 858695"/>
                <a:gd name="connsiteX51" fmla="*/ 444527 w 1110232"/>
                <a:gd name="connsiteY51" fmla="*/ 198194 h 858695"/>
                <a:gd name="connsiteX52" fmla="*/ 449731 w 1110232"/>
                <a:gd name="connsiteY52" fmla="*/ 191255 h 858695"/>
                <a:gd name="connsiteX53" fmla="*/ 462742 w 1110232"/>
                <a:gd name="connsiteY53" fmla="*/ 166101 h 858695"/>
                <a:gd name="connsiteX54" fmla="*/ 487895 w 1110232"/>
                <a:gd name="connsiteY54" fmla="*/ 127070 h 858695"/>
                <a:gd name="connsiteX55" fmla="*/ 511314 w 1110232"/>
                <a:gd name="connsiteY55" fmla="*/ 94977 h 858695"/>
                <a:gd name="connsiteX56" fmla="*/ 529529 w 1110232"/>
                <a:gd name="connsiteY56" fmla="*/ 74160 h 858695"/>
                <a:gd name="connsiteX57" fmla="*/ 550346 w 1110232"/>
                <a:gd name="connsiteY57" fmla="*/ 58547 h 858695"/>
                <a:gd name="connsiteX58" fmla="*/ 577235 w 1110232"/>
                <a:gd name="connsiteY58" fmla="*/ 48139 h 858695"/>
                <a:gd name="connsiteX59" fmla="*/ 624940 w 1110232"/>
                <a:gd name="connsiteY59" fmla="*/ 36863 h 858695"/>
                <a:gd name="connsiteX60" fmla="*/ 652695 w 1110232"/>
                <a:gd name="connsiteY60" fmla="*/ 38598 h 858695"/>
                <a:gd name="connsiteX61" fmla="*/ 691727 w 1110232"/>
                <a:gd name="connsiteY61" fmla="*/ 25587 h 858695"/>
                <a:gd name="connsiteX62" fmla="*/ 755913 w 1110232"/>
                <a:gd name="connsiteY62" fmla="*/ 6505 h 858695"/>
                <a:gd name="connsiteX63" fmla="*/ 761984 w 1110232"/>
                <a:gd name="connsiteY63" fmla="*/ 49006 h 858695"/>
                <a:gd name="connsiteX64" fmla="*/ 782801 w 1110232"/>
                <a:gd name="connsiteY64" fmla="*/ 105385 h 858695"/>
                <a:gd name="connsiteX65" fmla="*/ 789740 w 1110232"/>
                <a:gd name="connsiteY65" fmla="*/ 148754 h 858695"/>
                <a:gd name="connsiteX66" fmla="*/ 781067 w 1110232"/>
                <a:gd name="connsiteY66" fmla="*/ 185183 h 858695"/>
                <a:gd name="connsiteX67" fmla="*/ 803618 w 1110232"/>
                <a:gd name="connsiteY67" fmla="*/ 224215 h 858695"/>
                <a:gd name="connsiteX68" fmla="*/ 810557 w 1110232"/>
                <a:gd name="connsiteY68" fmla="*/ 241562 h 858695"/>
                <a:gd name="connsiteX69" fmla="*/ 802751 w 1110232"/>
                <a:gd name="connsiteY69" fmla="*/ 269318 h 858695"/>
                <a:gd name="connsiteX70" fmla="*/ 834843 w 1110232"/>
                <a:gd name="connsiteY70" fmla="*/ 284064 h 858695"/>
                <a:gd name="connsiteX71" fmla="*/ 858262 w 1110232"/>
                <a:gd name="connsiteY71" fmla="*/ 372535 h 858695"/>
                <a:gd name="connsiteX72" fmla="*/ 858262 w 1110232"/>
                <a:gd name="connsiteY72" fmla="*/ 422843 h 858695"/>
                <a:gd name="connsiteX73" fmla="*/ 853058 w 1110232"/>
                <a:gd name="connsiteY73" fmla="*/ 517386 h 858695"/>
                <a:gd name="connsiteX74" fmla="*/ 859997 w 1110232"/>
                <a:gd name="connsiteY74" fmla="*/ 564224 h 858695"/>
                <a:gd name="connsiteX75" fmla="*/ 866069 w 1110232"/>
                <a:gd name="connsiteY75" fmla="*/ 595449 h 858695"/>
                <a:gd name="connsiteX76" fmla="*/ 879079 w 1110232"/>
                <a:gd name="connsiteY76" fmla="*/ 658767 h 858695"/>
                <a:gd name="connsiteX77" fmla="*/ 879079 w 1110232"/>
                <a:gd name="connsiteY77" fmla="*/ 729024 h 858695"/>
                <a:gd name="connsiteX78" fmla="*/ 869538 w 1110232"/>
                <a:gd name="connsiteY78" fmla="*/ 748973 h 858695"/>
                <a:gd name="connsiteX79" fmla="*/ 887753 w 1110232"/>
                <a:gd name="connsiteY79" fmla="*/ 772392 h 858695"/>
                <a:gd name="connsiteX80" fmla="*/ 892090 w 1110232"/>
                <a:gd name="connsiteY80" fmla="*/ 780199 h 858695"/>
                <a:gd name="connsiteX81" fmla="*/ 875609 w 1110232"/>
                <a:gd name="connsiteY81" fmla="*/ 795811 h 858695"/>
                <a:gd name="connsiteX82" fmla="*/ 878211 w 1110232"/>
                <a:gd name="connsiteY82" fmla="*/ 807087 h 858695"/>
                <a:gd name="connsiteX83" fmla="*/ 889488 w 1110232"/>
                <a:gd name="connsiteY83" fmla="*/ 804485 h 858695"/>
                <a:gd name="connsiteX84" fmla="*/ 902498 w 1110232"/>
                <a:gd name="connsiteY84" fmla="*/ 793209 h 858695"/>
                <a:gd name="connsiteX85" fmla="*/ 922448 w 1110232"/>
                <a:gd name="connsiteY85" fmla="*/ 770658 h 858695"/>
                <a:gd name="connsiteX86" fmla="*/ 931988 w 1110232"/>
                <a:gd name="connsiteY86" fmla="*/ 765454 h 858695"/>
                <a:gd name="connsiteX87" fmla="*/ 945867 w 1110232"/>
                <a:gd name="connsiteY87" fmla="*/ 770658 h 858695"/>
                <a:gd name="connsiteX88" fmla="*/ 965816 w 1110232"/>
                <a:gd name="connsiteY88" fmla="*/ 772392 h 858695"/>
                <a:gd name="connsiteX89" fmla="*/ 1034338 w 1110232"/>
                <a:gd name="connsiteY89" fmla="*/ 738565 h 858695"/>
                <a:gd name="connsiteX90" fmla="*/ 1059492 w 1110232"/>
                <a:gd name="connsiteY90" fmla="*/ 715146 h 858695"/>
                <a:gd name="connsiteX91" fmla="*/ 1070768 w 1110232"/>
                <a:gd name="connsiteY91" fmla="*/ 702136 h 858695"/>
                <a:gd name="connsiteX92" fmla="*/ 1107197 w 1110232"/>
                <a:gd name="connsiteY92" fmla="*/ 716013 h 858695"/>
                <a:gd name="connsiteX93" fmla="*/ 1077706 w 1110232"/>
                <a:gd name="connsiteY93" fmla="*/ 747239 h 858695"/>
                <a:gd name="connsiteX94" fmla="*/ 1043879 w 1110232"/>
                <a:gd name="connsiteY94" fmla="*/ 772392 h 858695"/>
                <a:gd name="connsiteX95" fmla="*/ 982296 w 1110232"/>
                <a:gd name="connsiteY95" fmla="*/ 818363 h 858695"/>
                <a:gd name="connsiteX96" fmla="*/ 959744 w 1110232"/>
                <a:gd name="connsiteY96" fmla="*/ 827037 h 858695"/>
                <a:gd name="connsiteX97" fmla="*/ 909437 w 1110232"/>
                <a:gd name="connsiteY97" fmla="*/ 843517 h 858695"/>
                <a:gd name="connsiteX98" fmla="*/ 874742 w 1110232"/>
                <a:gd name="connsiteY98" fmla="*/ 853058 h 858695"/>
                <a:gd name="connsiteX99" fmla="*/ 866069 w 1110232"/>
                <a:gd name="connsiteY99" fmla="*/ 849588 h 858695"/>
                <a:gd name="connsiteX100" fmla="*/ 863467 w 1110232"/>
                <a:gd name="connsiteY100" fmla="*/ 816628 h 8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110232" h="858695">
                  <a:moveTo>
                    <a:pt x="863467" y="816628"/>
                  </a:moveTo>
                  <a:lnTo>
                    <a:pt x="867803" y="793209"/>
                  </a:lnTo>
                  <a:lnTo>
                    <a:pt x="866069" y="772392"/>
                  </a:lnTo>
                  <a:lnTo>
                    <a:pt x="840048" y="759382"/>
                  </a:lnTo>
                  <a:lnTo>
                    <a:pt x="783669" y="742034"/>
                  </a:lnTo>
                  <a:lnTo>
                    <a:pt x="731626" y="719483"/>
                  </a:lnTo>
                  <a:lnTo>
                    <a:pt x="726422" y="716013"/>
                  </a:lnTo>
                  <a:lnTo>
                    <a:pt x="703003" y="713411"/>
                  </a:lnTo>
                  <a:lnTo>
                    <a:pt x="685656" y="700401"/>
                  </a:lnTo>
                  <a:lnTo>
                    <a:pt x="667441" y="649226"/>
                  </a:lnTo>
                  <a:lnTo>
                    <a:pt x="638818" y="644889"/>
                  </a:lnTo>
                  <a:lnTo>
                    <a:pt x="618001" y="624072"/>
                  </a:lnTo>
                  <a:lnTo>
                    <a:pt x="284931" y="694329"/>
                  </a:lnTo>
                  <a:lnTo>
                    <a:pt x="10842" y="746371"/>
                  </a:lnTo>
                  <a:lnTo>
                    <a:pt x="6505" y="689992"/>
                  </a:lnTo>
                  <a:lnTo>
                    <a:pt x="20383" y="679584"/>
                  </a:lnTo>
                  <a:lnTo>
                    <a:pt x="31659" y="670043"/>
                  </a:lnTo>
                  <a:lnTo>
                    <a:pt x="40333" y="656165"/>
                  </a:lnTo>
                  <a:lnTo>
                    <a:pt x="55945" y="646624"/>
                  </a:lnTo>
                  <a:lnTo>
                    <a:pt x="72426" y="631011"/>
                  </a:lnTo>
                  <a:lnTo>
                    <a:pt x="76763" y="617133"/>
                  </a:lnTo>
                  <a:lnTo>
                    <a:pt x="94977" y="593714"/>
                  </a:lnTo>
                  <a:lnTo>
                    <a:pt x="104518" y="585041"/>
                  </a:lnTo>
                  <a:lnTo>
                    <a:pt x="102784" y="576367"/>
                  </a:lnTo>
                  <a:lnTo>
                    <a:pt x="91508" y="549478"/>
                  </a:lnTo>
                  <a:lnTo>
                    <a:pt x="75895" y="547744"/>
                  </a:lnTo>
                  <a:lnTo>
                    <a:pt x="59415" y="494834"/>
                  </a:lnTo>
                  <a:lnTo>
                    <a:pt x="84569" y="479222"/>
                  </a:lnTo>
                  <a:lnTo>
                    <a:pt x="122733" y="466211"/>
                  </a:lnTo>
                  <a:lnTo>
                    <a:pt x="157428" y="454935"/>
                  </a:lnTo>
                  <a:lnTo>
                    <a:pt x="185184" y="450598"/>
                  </a:lnTo>
                  <a:lnTo>
                    <a:pt x="239828" y="448864"/>
                  </a:lnTo>
                  <a:lnTo>
                    <a:pt x="256308" y="460139"/>
                  </a:lnTo>
                  <a:lnTo>
                    <a:pt x="270186" y="461874"/>
                  </a:lnTo>
                  <a:lnTo>
                    <a:pt x="288400" y="450598"/>
                  </a:lnTo>
                  <a:lnTo>
                    <a:pt x="310952" y="441057"/>
                  </a:lnTo>
                  <a:lnTo>
                    <a:pt x="356056" y="436720"/>
                  </a:lnTo>
                  <a:lnTo>
                    <a:pt x="374270" y="421108"/>
                  </a:lnTo>
                  <a:lnTo>
                    <a:pt x="389883" y="393352"/>
                  </a:lnTo>
                  <a:lnTo>
                    <a:pt x="403761" y="376872"/>
                  </a:lnTo>
                  <a:lnTo>
                    <a:pt x="421975" y="376872"/>
                  </a:lnTo>
                  <a:lnTo>
                    <a:pt x="438456" y="367331"/>
                  </a:lnTo>
                  <a:lnTo>
                    <a:pt x="440190" y="347381"/>
                  </a:lnTo>
                  <a:lnTo>
                    <a:pt x="427179" y="329167"/>
                  </a:lnTo>
                  <a:lnTo>
                    <a:pt x="424577" y="316156"/>
                  </a:lnTo>
                  <a:lnTo>
                    <a:pt x="434119" y="297941"/>
                  </a:lnTo>
                  <a:lnTo>
                    <a:pt x="434119" y="284931"/>
                  </a:lnTo>
                  <a:lnTo>
                    <a:pt x="418506" y="284931"/>
                  </a:lnTo>
                  <a:lnTo>
                    <a:pt x="402893" y="277992"/>
                  </a:lnTo>
                  <a:lnTo>
                    <a:pt x="395954" y="268451"/>
                  </a:lnTo>
                  <a:lnTo>
                    <a:pt x="394219" y="245899"/>
                  </a:lnTo>
                  <a:lnTo>
                    <a:pt x="444527" y="198194"/>
                  </a:lnTo>
                  <a:lnTo>
                    <a:pt x="449731" y="191255"/>
                  </a:lnTo>
                  <a:lnTo>
                    <a:pt x="462742" y="166101"/>
                  </a:lnTo>
                  <a:lnTo>
                    <a:pt x="487895" y="127070"/>
                  </a:lnTo>
                  <a:lnTo>
                    <a:pt x="511314" y="94977"/>
                  </a:lnTo>
                  <a:lnTo>
                    <a:pt x="529529" y="74160"/>
                  </a:lnTo>
                  <a:lnTo>
                    <a:pt x="550346" y="58547"/>
                  </a:lnTo>
                  <a:lnTo>
                    <a:pt x="577235" y="48139"/>
                  </a:lnTo>
                  <a:lnTo>
                    <a:pt x="624940" y="36863"/>
                  </a:lnTo>
                  <a:lnTo>
                    <a:pt x="652695" y="38598"/>
                  </a:lnTo>
                  <a:lnTo>
                    <a:pt x="691727" y="25587"/>
                  </a:lnTo>
                  <a:lnTo>
                    <a:pt x="755913" y="6505"/>
                  </a:lnTo>
                  <a:lnTo>
                    <a:pt x="761984" y="49006"/>
                  </a:lnTo>
                  <a:lnTo>
                    <a:pt x="782801" y="105385"/>
                  </a:lnTo>
                  <a:lnTo>
                    <a:pt x="789740" y="148754"/>
                  </a:lnTo>
                  <a:lnTo>
                    <a:pt x="781067" y="185183"/>
                  </a:lnTo>
                  <a:lnTo>
                    <a:pt x="803618" y="224215"/>
                  </a:lnTo>
                  <a:lnTo>
                    <a:pt x="810557" y="241562"/>
                  </a:lnTo>
                  <a:lnTo>
                    <a:pt x="802751" y="269318"/>
                  </a:lnTo>
                  <a:lnTo>
                    <a:pt x="834843" y="284064"/>
                  </a:lnTo>
                  <a:lnTo>
                    <a:pt x="858262" y="372535"/>
                  </a:lnTo>
                  <a:lnTo>
                    <a:pt x="858262" y="422843"/>
                  </a:lnTo>
                  <a:lnTo>
                    <a:pt x="853058" y="517386"/>
                  </a:lnTo>
                  <a:lnTo>
                    <a:pt x="859997" y="564224"/>
                  </a:lnTo>
                  <a:lnTo>
                    <a:pt x="866069" y="595449"/>
                  </a:lnTo>
                  <a:lnTo>
                    <a:pt x="879079" y="658767"/>
                  </a:lnTo>
                  <a:lnTo>
                    <a:pt x="879079" y="729024"/>
                  </a:lnTo>
                  <a:lnTo>
                    <a:pt x="869538" y="748973"/>
                  </a:lnTo>
                  <a:lnTo>
                    <a:pt x="887753" y="772392"/>
                  </a:lnTo>
                  <a:lnTo>
                    <a:pt x="892090" y="780199"/>
                  </a:lnTo>
                  <a:lnTo>
                    <a:pt x="875609" y="795811"/>
                  </a:lnTo>
                  <a:lnTo>
                    <a:pt x="878211" y="807087"/>
                  </a:lnTo>
                  <a:lnTo>
                    <a:pt x="889488" y="804485"/>
                  </a:lnTo>
                  <a:lnTo>
                    <a:pt x="902498" y="793209"/>
                  </a:lnTo>
                  <a:lnTo>
                    <a:pt x="922448" y="770658"/>
                  </a:lnTo>
                  <a:lnTo>
                    <a:pt x="931988" y="765454"/>
                  </a:lnTo>
                  <a:lnTo>
                    <a:pt x="945867" y="770658"/>
                  </a:lnTo>
                  <a:lnTo>
                    <a:pt x="965816" y="772392"/>
                  </a:lnTo>
                  <a:lnTo>
                    <a:pt x="1034338" y="738565"/>
                  </a:lnTo>
                  <a:lnTo>
                    <a:pt x="1059492" y="715146"/>
                  </a:lnTo>
                  <a:lnTo>
                    <a:pt x="1070768" y="702136"/>
                  </a:lnTo>
                  <a:lnTo>
                    <a:pt x="1107197" y="716013"/>
                  </a:lnTo>
                  <a:lnTo>
                    <a:pt x="1077706" y="747239"/>
                  </a:lnTo>
                  <a:lnTo>
                    <a:pt x="1043879" y="772392"/>
                  </a:lnTo>
                  <a:lnTo>
                    <a:pt x="982296" y="818363"/>
                  </a:lnTo>
                  <a:lnTo>
                    <a:pt x="959744" y="827037"/>
                  </a:lnTo>
                  <a:lnTo>
                    <a:pt x="909437" y="843517"/>
                  </a:lnTo>
                  <a:lnTo>
                    <a:pt x="874742" y="853058"/>
                  </a:lnTo>
                  <a:lnTo>
                    <a:pt x="866069" y="849588"/>
                  </a:lnTo>
                  <a:lnTo>
                    <a:pt x="863467" y="81662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3" name="Freeform: Shape 140">
              <a:extLst>
                <a:ext uri="{FF2B5EF4-FFF2-40B4-BE49-F238E27FC236}">
                  <a16:creationId xmlns:a16="http://schemas.microsoft.com/office/drawing/2014/main" id="{D785991B-2CFF-6A4F-8072-453F960AA3B1}"/>
                </a:ext>
              </a:extLst>
            </p:cNvPr>
            <p:cNvSpPr/>
            <p:nvPr/>
          </p:nvSpPr>
          <p:spPr>
            <a:xfrm>
              <a:off x="6164056" y="1688334"/>
              <a:ext cx="641853" cy="719917"/>
            </a:xfrm>
            <a:custGeom>
              <a:avLst/>
              <a:gdLst>
                <a:gd name="connsiteX0" fmla="*/ 6505 w 641853"/>
                <a:gd name="connsiteY0" fmla="*/ 143550 h 719916"/>
                <a:gd name="connsiteX1" fmla="*/ 21251 w 641853"/>
                <a:gd name="connsiteY1" fmla="*/ 277992 h 719916"/>
                <a:gd name="connsiteX2" fmla="*/ 62884 w 641853"/>
                <a:gd name="connsiteY2" fmla="*/ 634481 h 719916"/>
                <a:gd name="connsiteX3" fmla="*/ 96712 w 641853"/>
                <a:gd name="connsiteY3" fmla="*/ 632746 h 719916"/>
                <a:gd name="connsiteX4" fmla="*/ 116661 w 641853"/>
                <a:gd name="connsiteY4" fmla="*/ 625807 h 719916"/>
                <a:gd name="connsiteX5" fmla="*/ 147886 w 641853"/>
                <a:gd name="connsiteY5" fmla="*/ 641420 h 719916"/>
                <a:gd name="connsiteX6" fmla="*/ 162632 w 641853"/>
                <a:gd name="connsiteY6" fmla="*/ 677849 h 719916"/>
                <a:gd name="connsiteX7" fmla="*/ 209470 w 641853"/>
                <a:gd name="connsiteY7" fmla="*/ 678717 h 719916"/>
                <a:gd name="connsiteX8" fmla="*/ 225082 w 641853"/>
                <a:gd name="connsiteY8" fmla="*/ 696064 h 719916"/>
                <a:gd name="connsiteX9" fmla="*/ 239828 w 641853"/>
                <a:gd name="connsiteY9" fmla="*/ 696064 h 719916"/>
                <a:gd name="connsiteX10" fmla="*/ 260644 w 641853"/>
                <a:gd name="connsiteY10" fmla="*/ 683921 h 719916"/>
                <a:gd name="connsiteX11" fmla="*/ 287533 w 641853"/>
                <a:gd name="connsiteY11" fmla="*/ 688258 h 719916"/>
                <a:gd name="connsiteX12" fmla="*/ 300544 w 641853"/>
                <a:gd name="connsiteY12" fmla="*/ 699533 h 719916"/>
                <a:gd name="connsiteX13" fmla="*/ 316156 w 641853"/>
                <a:gd name="connsiteY13" fmla="*/ 682186 h 719916"/>
                <a:gd name="connsiteX14" fmla="*/ 336106 w 641853"/>
                <a:gd name="connsiteY14" fmla="*/ 670043 h 719916"/>
                <a:gd name="connsiteX15" fmla="*/ 356923 w 641853"/>
                <a:gd name="connsiteY15" fmla="*/ 666573 h 719916"/>
                <a:gd name="connsiteX16" fmla="*/ 362127 w 641853"/>
                <a:gd name="connsiteY16" fmla="*/ 689992 h 719916"/>
                <a:gd name="connsiteX17" fmla="*/ 376005 w 641853"/>
                <a:gd name="connsiteY17" fmla="*/ 698666 h 719916"/>
                <a:gd name="connsiteX18" fmla="*/ 398556 w 641853"/>
                <a:gd name="connsiteY18" fmla="*/ 716014 h 719916"/>
                <a:gd name="connsiteX19" fmla="*/ 405495 w 641853"/>
                <a:gd name="connsiteY19" fmla="*/ 717748 h 719916"/>
                <a:gd name="connsiteX20" fmla="*/ 422843 w 641853"/>
                <a:gd name="connsiteY20" fmla="*/ 716881 h 719916"/>
                <a:gd name="connsiteX21" fmla="*/ 433251 w 641853"/>
                <a:gd name="connsiteY21" fmla="*/ 711677 h 719916"/>
                <a:gd name="connsiteX22" fmla="*/ 433251 w 641853"/>
                <a:gd name="connsiteY22" fmla="*/ 693462 h 719916"/>
                <a:gd name="connsiteX23" fmla="*/ 447996 w 641853"/>
                <a:gd name="connsiteY23" fmla="*/ 680451 h 719916"/>
                <a:gd name="connsiteX24" fmla="*/ 448864 w 641853"/>
                <a:gd name="connsiteY24" fmla="*/ 638817 h 719916"/>
                <a:gd name="connsiteX25" fmla="*/ 458405 w 641853"/>
                <a:gd name="connsiteY25" fmla="*/ 602388 h 719916"/>
                <a:gd name="connsiteX26" fmla="*/ 474885 w 641853"/>
                <a:gd name="connsiteY26" fmla="*/ 591112 h 719916"/>
                <a:gd name="connsiteX27" fmla="*/ 483558 w 641853"/>
                <a:gd name="connsiteY27" fmla="*/ 597184 h 719916"/>
                <a:gd name="connsiteX28" fmla="*/ 492232 w 641853"/>
                <a:gd name="connsiteY28" fmla="*/ 606725 h 719916"/>
                <a:gd name="connsiteX29" fmla="*/ 498304 w 641853"/>
                <a:gd name="connsiteY29" fmla="*/ 608460 h 719916"/>
                <a:gd name="connsiteX30" fmla="*/ 501773 w 641853"/>
                <a:gd name="connsiteY30" fmla="*/ 604990 h 719916"/>
                <a:gd name="connsiteX31" fmla="*/ 493967 w 641853"/>
                <a:gd name="connsiteY31" fmla="*/ 581571 h 719916"/>
                <a:gd name="connsiteX32" fmla="*/ 493967 w 641853"/>
                <a:gd name="connsiteY32" fmla="*/ 562489 h 719916"/>
                <a:gd name="connsiteX33" fmla="*/ 503508 w 641853"/>
                <a:gd name="connsiteY33" fmla="*/ 550346 h 719916"/>
                <a:gd name="connsiteX34" fmla="*/ 525192 w 641853"/>
                <a:gd name="connsiteY34" fmla="*/ 519121 h 719916"/>
                <a:gd name="connsiteX35" fmla="*/ 536468 w 641853"/>
                <a:gd name="connsiteY35" fmla="*/ 506110 h 719916"/>
                <a:gd name="connsiteX36" fmla="*/ 555550 w 641853"/>
                <a:gd name="connsiteY36" fmla="*/ 510447 h 719916"/>
                <a:gd name="connsiteX37" fmla="*/ 573765 w 641853"/>
                <a:gd name="connsiteY37" fmla="*/ 497436 h 719916"/>
                <a:gd name="connsiteX38" fmla="*/ 599786 w 641853"/>
                <a:gd name="connsiteY38" fmla="*/ 468813 h 719916"/>
                <a:gd name="connsiteX39" fmla="*/ 618868 w 641853"/>
                <a:gd name="connsiteY39" fmla="*/ 436721 h 719916"/>
                <a:gd name="connsiteX40" fmla="*/ 620603 w 641853"/>
                <a:gd name="connsiteY40" fmla="*/ 389883 h 719916"/>
                <a:gd name="connsiteX41" fmla="*/ 624940 w 641853"/>
                <a:gd name="connsiteY41" fmla="*/ 346514 h 719916"/>
                <a:gd name="connsiteX42" fmla="*/ 624940 w 641853"/>
                <a:gd name="connsiteY42" fmla="*/ 306615 h 719916"/>
                <a:gd name="connsiteX43" fmla="*/ 614532 w 641853"/>
                <a:gd name="connsiteY43" fmla="*/ 278859 h 719916"/>
                <a:gd name="connsiteX44" fmla="*/ 624940 w 641853"/>
                <a:gd name="connsiteY44" fmla="*/ 263247 h 719916"/>
                <a:gd name="connsiteX45" fmla="*/ 636216 w 641853"/>
                <a:gd name="connsiteY45" fmla="*/ 252838 h 719916"/>
                <a:gd name="connsiteX46" fmla="*/ 631011 w 641853"/>
                <a:gd name="connsiteY46" fmla="*/ 228552 h 719916"/>
                <a:gd name="connsiteX47" fmla="*/ 593714 w 641853"/>
                <a:gd name="connsiteY47" fmla="*/ 6505 h 719916"/>
                <a:gd name="connsiteX48" fmla="*/ 539937 w 641853"/>
                <a:gd name="connsiteY48" fmla="*/ 38598 h 719916"/>
                <a:gd name="connsiteX49" fmla="*/ 506110 w 641853"/>
                <a:gd name="connsiteY49" fmla="*/ 58547 h 719916"/>
                <a:gd name="connsiteX50" fmla="*/ 476620 w 641853"/>
                <a:gd name="connsiteY50" fmla="*/ 90640 h 719916"/>
                <a:gd name="connsiteX51" fmla="*/ 441925 w 641853"/>
                <a:gd name="connsiteY51" fmla="*/ 124468 h 719916"/>
                <a:gd name="connsiteX52" fmla="*/ 414169 w 641853"/>
                <a:gd name="connsiteY52" fmla="*/ 131407 h 719916"/>
                <a:gd name="connsiteX53" fmla="*/ 389015 w 641853"/>
                <a:gd name="connsiteY53" fmla="*/ 135743 h 719916"/>
                <a:gd name="connsiteX54" fmla="*/ 341310 w 641853"/>
                <a:gd name="connsiteY54" fmla="*/ 158295 h 719916"/>
                <a:gd name="connsiteX55" fmla="*/ 323095 w 641853"/>
                <a:gd name="connsiteY55" fmla="*/ 160030 h 719916"/>
                <a:gd name="connsiteX56" fmla="*/ 293605 w 641853"/>
                <a:gd name="connsiteY56" fmla="*/ 133141 h 719916"/>
                <a:gd name="connsiteX57" fmla="*/ 248502 w 641853"/>
                <a:gd name="connsiteY57" fmla="*/ 138346 h 719916"/>
                <a:gd name="connsiteX58" fmla="*/ 225950 w 641853"/>
                <a:gd name="connsiteY58" fmla="*/ 125335 h 719916"/>
                <a:gd name="connsiteX59" fmla="*/ 206868 w 641853"/>
                <a:gd name="connsiteY59" fmla="*/ 114059 h 719916"/>
                <a:gd name="connsiteX60" fmla="*/ 6505 w 641853"/>
                <a:gd name="connsiteY60" fmla="*/ 143550 h 71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41853" h="719916">
                  <a:moveTo>
                    <a:pt x="6505" y="143550"/>
                  </a:moveTo>
                  <a:lnTo>
                    <a:pt x="21251" y="277992"/>
                  </a:lnTo>
                  <a:lnTo>
                    <a:pt x="62884" y="634481"/>
                  </a:lnTo>
                  <a:lnTo>
                    <a:pt x="96712" y="632746"/>
                  </a:lnTo>
                  <a:lnTo>
                    <a:pt x="116661" y="625807"/>
                  </a:lnTo>
                  <a:lnTo>
                    <a:pt x="147886" y="641420"/>
                  </a:lnTo>
                  <a:lnTo>
                    <a:pt x="162632" y="677849"/>
                  </a:lnTo>
                  <a:lnTo>
                    <a:pt x="209470" y="678717"/>
                  </a:lnTo>
                  <a:lnTo>
                    <a:pt x="225082" y="696064"/>
                  </a:lnTo>
                  <a:lnTo>
                    <a:pt x="239828" y="696064"/>
                  </a:lnTo>
                  <a:lnTo>
                    <a:pt x="260644" y="683921"/>
                  </a:lnTo>
                  <a:lnTo>
                    <a:pt x="287533" y="688258"/>
                  </a:lnTo>
                  <a:lnTo>
                    <a:pt x="300544" y="699533"/>
                  </a:lnTo>
                  <a:lnTo>
                    <a:pt x="316156" y="682186"/>
                  </a:lnTo>
                  <a:lnTo>
                    <a:pt x="336106" y="670043"/>
                  </a:lnTo>
                  <a:lnTo>
                    <a:pt x="356923" y="666573"/>
                  </a:lnTo>
                  <a:lnTo>
                    <a:pt x="362127" y="689992"/>
                  </a:lnTo>
                  <a:lnTo>
                    <a:pt x="376005" y="698666"/>
                  </a:lnTo>
                  <a:lnTo>
                    <a:pt x="398556" y="716014"/>
                  </a:lnTo>
                  <a:lnTo>
                    <a:pt x="405495" y="717748"/>
                  </a:lnTo>
                  <a:lnTo>
                    <a:pt x="422843" y="716881"/>
                  </a:lnTo>
                  <a:lnTo>
                    <a:pt x="433251" y="711677"/>
                  </a:lnTo>
                  <a:lnTo>
                    <a:pt x="433251" y="693462"/>
                  </a:lnTo>
                  <a:lnTo>
                    <a:pt x="447996" y="680451"/>
                  </a:lnTo>
                  <a:lnTo>
                    <a:pt x="448864" y="638817"/>
                  </a:lnTo>
                  <a:lnTo>
                    <a:pt x="458405" y="602388"/>
                  </a:lnTo>
                  <a:lnTo>
                    <a:pt x="474885" y="591112"/>
                  </a:lnTo>
                  <a:lnTo>
                    <a:pt x="483558" y="597184"/>
                  </a:lnTo>
                  <a:lnTo>
                    <a:pt x="492232" y="606725"/>
                  </a:lnTo>
                  <a:lnTo>
                    <a:pt x="498304" y="608460"/>
                  </a:lnTo>
                  <a:lnTo>
                    <a:pt x="501773" y="604990"/>
                  </a:lnTo>
                  <a:lnTo>
                    <a:pt x="493967" y="581571"/>
                  </a:lnTo>
                  <a:lnTo>
                    <a:pt x="493967" y="562489"/>
                  </a:lnTo>
                  <a:lnTo>
                    <a:pt x="503508" y="550346"/>
                  </a:lnTo>
                  <a:lnTo>
                    <a:pt x="525192" y="519121"/>
                  </a:lnTo>
                  <a:lnTo>
                    <a:pt x="536468" y="506110"/>
                  </a:lnTo>
                  <a:lnTo>
                    <a:pt x="555550" y="510447"/>
                  </a:lnTo>
                  <a:lnTo>
                    <a:pt x="573765" y="497436"/>
                  </a:lnTo>
                  <a:lnTo>
                    <a:pt x="599786" y="468813"/>
                  </a:lnTo>
                  <a:lnTo>
                    <a:pt x="618868" y="436721"/>
                  </a:lnTo>
                  <a:lnTo>
                    <a:pt x="620603" y="389883"/>
                  </a:lnTo>
                  <a:lnTo>
                    <a:pt x="624940" y="346514"/>
                  </a:lnTo>
                  <a:lnTo>
                    <a:pt x="624940" y="306615"/>
                  </a:lnTo>
                  <a:lnTo>
                    <a:pt x="614532" y="278859"/>
                  </a:lnTo>
                  <a:lnTo>
                    <a:pt x="624940" y="263247"/>
                  </a:lnTo>
                  <a:lnTo>
                    <a:pt x="636216" y="252838"/>
                  </a:lnTo>
                  <a:lnTo>
                    <a:pt x="631011" y="228552"/>
                  </a:lnTo>
                  <a:lnTo>
                    <a:pt x="593714" y="6505"/>
                  </a:lnTo>
                  <a:lnTo>
                    <a:pt x="539937" y="38598"/>
                  </a:lnTo>
                  <a:lnTo>
                    <a:pt x="506110" y="58547"/>
                  </a:lnTo>
                  <a:lnTo>
                    <a:pt x="476620" y="90640"/>
                  </a:lnTo>
                  <a:lnTo>
                    <a:pt x="441925" y="124468"/>
                  </a:lnTo>
                  <a:lnTo>
                    <a:pt x="414169" y="131407"/>
                  </a:lnTo>
                  <a:lnTo>
                    <a:pt x="389015" y="135743"/>
                  </a:lnTo>
                  <a:lnTo>
                    <a:pt x="341310" y="158295"/>
                  </a:lnTo>
                  <a:lnTo>
                    <a:pt x="323095" y="160030"/>
                  </a:lnTo>
                  <a:lnTo>
                    <a:pt x="293605" y="133141"/>
                  </a:lnTo>
                  <a:lnTo>
                    <a:pt x="248502" y="138346"/>
                  </a:lnTo>
                  <a:lnTo>
                    <a:pt x="225950" y="125335"/>
                  </a:lnTo>
                  <a:lnTo>
                    <a:pt x="206868" y="114059"/>
                  </a:lnTo>
                  <a:lnTo>
                    <a:pt x="6505" y="14355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4" name="Freeform: Shape 141">
              <a:extLst>
                <a:ext uri="{FF2B5EF4-FFF2-40B4-BE49-F238E27FC236}">
                  <a16:creationId xmlns:a16="http://schemas.microsoft.com/office/drawing/2014/main" id="{CD254C25-901A-7947-AE8C-04DA37626329}"/>
                </a:ext>
              </a:extLst>
            </p:cNvPr>
            <p:cNvSpPr/>
            <p:nvPr/>
          </p:nvSpPr>
          <p:spPr>
            <a:xfrm>
              <a:off x="3510774" y="2784689"/>
              <a:ext cx="1301054" cy="693895"/>
            </a:xfrm>
            <a:custGeom>
              <a:avLst/>
              <a:gdLst>
                <a:gd name="connsiteX0" fmla="*/ 474885 w 1301054"/>
                <a:gd name="connsiteY0" fmla="*/ 120131 h 693895"/>
                <a:gd name="connsiteX1" fmla="*/ 459272 w 1301054"/>
                <a:gd name="connsiteY1" fmla="*/ 330902 h 693895"/>
                <a:gd name="connsiteX2" fmla="*/ 451466 w 1301054"/>
                <a:gd name="connsiteY2" fmla="*/ 487028 h 693895"/>
                <a:gd name="connsiteX3" fmla="*/ 453200 w 1301054"/>
                <a:gd name="connsiteY3" fmla="*/ 500906 h 693895"/>
                <a:gd name="connsiteX4" fmla="*/ 487895 w 1301054"/>
                <a:gd name="connsiteY4" fmla="*/ 532131 h 693895"/>
                <a:gd name="connsiteX5" fmla="*/ 502641 w 1301054"/>
                <a:gd name="connsiteY5" fmla="*/ 539937 h 693895"/>
                <a:gd name="connsiteX6" fmla="*/ 510447 w 1301054"/>
                <a:gd name="connsiteY6" fmla="*/ 539937 h 693895"/>
                <a:gd name="connsiteX7" fmla="*/ 518253 w 1301054"/>
                <a:gd name="connsiteY7" fmla="*/ 521723 h 693895"/>
                <a:gd name="connsiteX8" fmla="*/ 531264 w 1301054"/>
                <a:gd name="connsiteY8" fmla="*/ 538203 h 693895"/>
                <a:gd name="connsiteX9" fmla="*/ 545142 w 1301054"/>
                <a:gd name="connsiteY9" fmla="*/ 539070 h 693895"/>
                <a:gd name="connsiteX10" fmla="*/ 547744 w 1301054"/>
                <a:gd name="connsiteY10" fmla="*/ 537335 h 693895"/>
                <a:gd name="connsiteX11" fmla="*/ 549479 w 1301054"/>
                <a:gd name="connsiteY11" fmla="*/ 527794 h 693895"/>
                <a:gd name="connsiteX12" fmla="*/ 573765 w 1301054"/>
                <a:gd name="connsiteY12" fmla="*/ 539937 h 693895"/>
                <a:gd name="connsiteX13" fmla="*/ 570295 w 1301054"/>
                <a:gd name="connsiteY13" fmla="*/ 570295 h 693895"/>
                <a:gd name="connsiteX14" fmla="*/ 603256 w 1301054"/>
                <a:gd name="connsiteY14" fmla="*/ 574632 h 693895"/>
                <a:gd name="connsiteX15" fmla="*/ 624940 w 1301054"/>
                <a:gd name="connsiteY15" fmla="*/ 583306 h 693895"/>
                <a:gd name="connsiteX16" fmla="*/ 661369 w 1301054"/>
                <a:gd name="connsiteY16" fmla="*/ 588510 h 693895"/>
                <a:gd name="connsiteX17" fmla="*/ 681319 w 1301054"/>
                <a:gd name="connsiteY17" fmla="*/ 602388 h 693895"/>
                <a:gd name="connsiteX18" fmla="*/ 703003 w 1301054"/>
                <a:gd name="connsiteY18" fmla="*/ 587643 h 693895"/>
                <a:gd name="connsiteX19" fmla="*/ 733361 w 1301054"/>
                <a:gd name="connsiteY19" fmla="*/ 593714 h 693895"/>
                <a:gd name="connsiteX20" fmla="*/ 752443 w 1301054"/>
                <a:gd name="connsiteY20" fmla="*/ 620603 h 693895"/>
                <a:gd name="connsiteX21" fmla="*/ 762851 w 1301054"/>
                <a:gd name="connsiteY21" fmla="*/ 621470 h 693895"/>
                <a:gd name="connsiteX22" fmla="*/ 762851 w 1301054"/>
                <a:gd name="connsiteY22" fmla="*/ 641420 h 693895"/>
                <a:gd name="connsiteX23" fmla="*/ 781066 w 1301054"/>
                <a:gd name="connsiteY23" fmla="*/ 647491 h 693895"/>
                <a:gd name="connsiteX24" fmla="*/ 802751 w 1301054"/>
                <a:gd name="connsiteY24" fmla="*/ 629277 h 693895"/>
                <a:gd name="connsiteX25" fmla="*/ 818363 w 1301054"/>
                <a:gd name="connsiteY25" fmla="*/ 634481 h 693895"/>
                <a:gd name="connsiteX26" fmla="*/ 841782 w 1301054"/>
                <a:gd name="connsiteY26" fmla="*/ 635348 h 693895"/>
                <a:gd name="connsiteX27" fmla="*/ 847854 w 1301054"/>
                <a:gd name="connsiteY27" fmla="*/ 655298 h 693895"/>
                <a:gd name="connsiteX28" fmla="*/ 886018 w 1301054"/>
                <a:gd name="connsiteY28" fmla="*/ 670910 h 693895"/>
                <a:gd name="connsiteX29" fmla="*/ 900763 w 1301054"/>
                <a:gd name="connsiteY29" fmla="*/ 668308 h 693895"/>
                <a:gd name="connsiteX30" fmla="*/ 917243 w 1301054"/>
                <a:gd name="connsiteY30" fmla="*/ 631879 h 693895"/>
                <a:gd name="connsiteX31" fmla="*/ 928519 w 1301054"/>
                <a:gd name="connsiteY31" fmla="*/ 631879 h 693895"/>
                <a:gd name="connsiteX32" fmla="*/ 938060 w 1301054"/>
                <a:gd name="connsiteY32" fmla="*/ 650093 h 693895"/>
                <a:gd name="connsiteX33" fmla="*/ 974490 w 1301054"/>
                <a:gd name="connsiteY33" fmla="*/ 657032 h 693895"/>
                <a:gd name="connsiteX34" fmla="*/ 1003980 w 1301054"/>
                <a:gd name="connsiteY34" fmla="*/ 668308 h 693895"/>
                <a:gd name="connsiteX35" fmla="*/ 1030001 w 1301054"/>
                <a:gd name="connsiteY35" fmla="*/ 675247 h 693895"/>
                <a:gd name="connsiteX36" fmla="*/ 1043879 w 1301054"/>
                <a:gd name="connsiteY36" fmla="*/ 669176 h 693895"/>
                <a:gd name="connsiteX37" fmla="*/ 1049951 w 1301054"/>
                <a:gd name="connsiteY37" fmla="*/ 645757 h 693895"/>
                <a:gd name="connsiteX38" fmla="*/ 1088982 w 1301054"/>
                <a:gd name="connsiteY38" fmla="*/ 645757 h 693895"/>
                <a:gd name="connsiteX39" fmla="*/ 1105462 w 1301054"/>
                <a:gd name="connsiteY39" fmla="*/ 653563 h 693895"/>
                <a:gd name="connsiteX40" fmla="*/ 1128881 w 1301054"/>
                <a:gd name="connsiteY40" fmla="*/ 637083 h 693895"/>
                <a:gd name="connsiteX41" fmla="*/ 1141025 w 1301054"/>
                <a:gd name="connsiteY41" fmla="*/ 637083 h 693895"/>
                <a:gd name="connsiteX42" fmla="*/ 1146229 w 1301054"/>
                <a:gd name="connsiteY42" fmla="*/ 649226 h 693895"/>
                <a:gd name="connsiteX43" fmla="*/ 1177454 w 1301054"/>
                <a:gd name="connsiteY43" fmla="*/ 649226 h 693895"/>
                <a:gd name="connsiteX44" fmla="*/ 1194801 w 1301054"/>
                <a:gd name="connsiteY44" fmla="*/ 633613 h 693895"/>
                <a:gd name="connsiteX45" fmla="*/ 1214751 w 1301054"/>
                <a:gd name="connsiteY45" fmla="*/ 638818 h 693895"/>
                <a:gd name="connsiteX46" fmla="*/ 1229496 w 1301054"/>
                <a:gd name="connsiteY46" fmla="*/ 657900 h 693895"/>
                <a:gd name="connsiteX47" fmla="*/ 1255517 w 1301054"/>
                <a:gd name="connsiteY47" fmla="*/ 672645 h 693895"/>
                <a:gd name="connsiteX48" fmla="*/ 1285008 w 1301054"/>
                <a:gd name="connsiteY48" fmla="*/ 680451 h 693895"/>
                <a:gd name="connsiteX49" fmla="*/ 1301488 w 1301054"/>
                <a:gd name="connsiteY49" fmla="*/ 690860 h 693895"/>
                <a:gd name="connsiteX50" fmla="*/ 1298886 w 1301054"/>
                <a:gd name="connsiteY50" fmla="*/ 364729 h 693895"/>
                <a:gd name="connsiteX51" fmla="*/ 1286743 w 1301054"/>
                <a:gd name="connsiteY51" fmla="*/ 270186 h 693895"/>
                <a:gd name="connsiteX52" fmla="*/ 1285875 w 1301054"/>
                <a:gd name="connsiteY52" fmla="*/ 195592 h 693895"/>
                <a:gd name="connsiteX53" fmla="*/ 1272865 w 1301054"/>
                <a:gd name="connsiteY53" fmla="*/ 138346 h 693895"/>
                <a:gd name="connsiteX54" fmla="*/ 1267660 w 1301054"/>
                <a:gd name="connsiteY54" fmla="*/ 79365 h 693895"/>
                <a:gd name="connsiteX55" fmla="*/ 1268528 w 1301054"/>
                <a:gd name="connsiteY55" fmla="*/ 42067 h 693895"/>
                <a:gd name="connsiteX56" fmla="*/ 1159239 w 1301054"/>
                <a:gd name="connsiteY56" fmla="*/ 44670 h 693895"/>
                <a:gd name="connsiteX57" fmla="*/ 757647 w 1301054"/>
                <a:gd name="connsiteY57" fmla="*/ 40333 h 693895"/>
                <a:gd name="connsiteX58" fmla="*/ 369933 w 1301054"/>
                <a:gd name="connsiteY58" fmla="*/ 22118 h 693895"/>
                <a:gd name="connsiteX59" fmla="*/ 9975 w 1301054"/>
                <a:gd name="connsiteY59" fmla="*/ 6505 h 693895"/>
                <a:gd name="connsiteX60" fmla="*/ 6505 w 1301054"/>
                <a:gd name="connsiteY60" fmla="*/ 99314 h 693895"/>
                <a:gd name="connsiteX61" fmla="*/ 474885 w 1301054"/>
                <a:gd name="connsiteY61" fmla="*/ 120131 h 693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1054" h="693895">
                  <a:moveTo>
                    <a:pt x="474885" y="120131"/>
                  </a:moveTo>
                  <a:lnTo>
                    <a:pt x="459272" y="330902"/>
                  </a:lnTo>
                  <a:lnTo>
                    <a:pt x="451466" y="487028"/>
                  </a:lnTo>
                  <a:lnTo>
                    <a:pt x="453200" y="500906"/>
                  </a:lnTo>
                  <a:lnTo>
                    <a:pt x="487895" y="532131"/>
                  </a:lnTo>
                  <a:lnTo>
                    <a:pt x="502641" y="539937"/>
                  </a:lnTo>
                  <a:lnTo>
                    <a:pt x="510447" y="539937"/>
                  </a:lnTo>
                  <a:lnTo>
                    <a:pt x="518253" y="521723"/>
                  </a:lnTo>
                  <a:lnTo>
                    <a:pt x="531264" y="538203"/>
                  </a:lnTo>
                  <a:lnTo>
                    <a:pt x="545142" y="539070"/>
                  </a:lnTo>
                  <a:lnTo>
                    <a:pt x="547744" y="537335"/>
                  </a:lnTo>
                  <a:lnTo>
                    <a:pt x="549479" y="527794"/>
                  </a:lnTo>
                  <a:lnTo>
                    <a:pt x="573765" y="539937"/>
                  </a:lnTo>
                  <a:lnTo>
                    <a:pt x="570295" y="570295"/>
                  </a:lnTo>
                  <a:lnTo>
                    <a:pt x="603256" y="574632"/>
                  </a:lnTo>
                  <a:lnTo>
                    <a:pt x="624940" y="583306"/>
                  </a:lnTo>
                  <a:lnTo>
                    <a:pt x="661369" y="588510"/>
                  </a:lnTo>
                  <a:lnTo>
                    <a:pt x="681319" y="602388"/>
                  </a:lnTo>
                  <a:lnTo>
                    <a:pt x="703003" y="587643"/>
                  </a:lnTo>
                  <a:lnTo>
                    <a:pt x="733361" y="593714"/>
                  </a:lnTo>
                  <a:lnTo>
                    <a:pt x="752443" y="620603"/>
                  </a:lnTo>
                  <a:lnTo>
                    <a:pt x="762851" y="621470"/>
                  </a:lnTo>
                  <a:lnTo>
                    <a:pt x="762851" y="641420"/>
                  </a:lnTo>
                  <a:lnTo>
                    <a:pt x="781066" y="647491"/>
                  </a:lnTo>
                  <a:lnTo>
                    <a:pt x="802751" y="629277"/>
                  </a:lnTo>
                  <a:lnTo>
                    <a:pt x="818363" y="634481"/>
                  </a:lnTo>
                  <a:lnTo>
                    <a:pt x="841782" y="635348"/>
                  </a:lnTo>
                  <a:lnTo>
                    <a:pt x="847854" y="655298"/>
                  </a:lnTo>
                  <a:lnTo>
                    <a:pt x="886018" y="670910"/>
                  </a:lnTo>
                  <a:lnTo>
                    <a:pt x="900763" y="668308"/>
                  </a:lnTo>
                  <a:lnTo>
                    <a:pt x="917243" y="631879"/>
                  </a:lnTo>
                  <a:lnTo>
                    <a:pt x="928519" y="631879"/>
                  </a:lnTo>
                  <a:lnTo>
                    <a:pt x="938060" y="650093"/>
                  </a:lnTo>
                  <a:lnTo>
                    <a:pt x="974490" y="657032"/>
                  </a:lnTo>
                  <a:lnTo>
                    <a:pt x="1003980" y="668308"/>
                  </a:lnTo>
                  <a:lnTo>
                    <a:pt x="1030001" y="675247"/>
                  </a:lnTo>
                  <a:lnTo>
                    <a:pt x="1043879" y="669176"/>
                  </a:lnTo>
                  <a:lnTo>
                    <a:pt x="1049951" y="645757"/>
                  </a:lnTo>
                  <a:lnTo>
                    <a:pt x="1088982" y="645757"/>
                  </a:lnTo>
                  <a:lnTo>
                    <a:pt x="1105462" y="653563"/>
                  </a:lnTo>
                  <a:lnTo>
                    <a:pt x="1128881" y="637083"/>
                  </a:lnTo>
                  <a:lnTo>
                    <a:pt x="1141025" y="637083"/>
                  </a:lnTo>
                  <a:lnTo>
                    <a:pt x="1146229" y="649226"/>
                  </a:lnTo>
                  <a:lnTo>
                    <a:pt x="1177454" y="649226"/>
                  </a:lnTo>
                  <a:lnTo>
                    <a:pt x="1194801" y="633613"/>
                  </a:lnTo>
                  <a:lnTo>
                    <a:pt x="1214751" y="638818"/>
                  </a:lnTo>
                  <a:lnTo>
                    <a:pt x="1229496" y="657900"/>
                  </a:lnTo>
                  <a:lnTo>
                    <a:pt x="1255517" y="672645"/>
                  </a:lnTo>
                  <a:lnTo>
                    <a:pt x="1285008" y="680451"/>
                  </a:lnTo>
                  <a:lnTo>
                    <a:pt x="1301488" y="690860"/>
                  </a:lnTo>
                  <a:lnTo>
                    <a:pt x="1298886" y="364729"/>
                  </a:lnTo>
                  <a:lnTo>
                    <a:pt x="1286743" y="270186"/>
                  </a:lnTo>
                  <a:lnTo>
                    <a:pt x="1285875" y="195592"/>
                  </a:lnTo>
                  <a:lnTo>
                    <a:pt x="1272865" y="138346"/>
                  </a:lnTo>
                  <a:lnTo>
                    <a:pt x="1267660" y="79365"/>
                  </a:lnTo>
                  <a:lnTo>
                    <a:pt x="1268528" y="42067"/>
                  </a:lnTo>
                  <a:lnTo>
                    <a:pt x="1159239" y="44670"/>
                  </a:lnTo>
                  <a:lnTo>
                    <a:pt x="757647" y="40333"/>
                  </a:lnTo>
                  <a:lnTo>
                    <a:pt x="369933" y="22118"/>
                  </a:lnTo>
                  <a:lnTo>
                    <a:pt x="9975" y="6505"/>
                  </a:lnTo>
                  <a:lnTo>
                    <a:pt x="6505" y="99314"/>
                  </a:lnTo>
                  <a:lnTo>
                    <a:pt x="474885" y="12013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5" name="Freeform: Shape 142">
              <a:extLst>
                <a:ext uri="{FF2B5EF4-FFF2-40B4-BE49-F238E27FC236}">
                  <a16:creationId xmlns:a16="http://schemas.microsoft.com/office/drawing/2014/main" id="{011B6C71-8905-1047-A44B-EFF64969B0E9}"/>
                </a:ext>
              </a:extLst>
            </p:cNvPr>
            <p:cNvSpPr/>
            <p:nvPr/>
          </p:nvSpPr>
          <p:spPr>
            <a:xfrm>
              <a:off x="633710" y="519121"/>
              <a:ext cx="1222991" cy="1014822"/>
            </a:xfrm>
            <a:custGeom>
              <a:avLst/>
              <a:gdLst>
                <a:gd name="connsiteX0" fmla="*/ 363861 w 1222990"/>
                <a:gd name="connsiteY0" fmla="*/ 859129 h 1014822"/>
                <a:gd name="connsiteX1" fmla="*/ 608460 w 1222990"/>
                <a:gd name="connsiteY1" fmla="*/ 921580 h 1014822"/>
                <a:gd name="connsiteX2" fmla="*/ 846986 w 1222990"/>
                <a:gd name="connsiteY2" fmla="*/ 977959 h 1014822"/>
                <a:gd name="connsiteX3" fmla="*/ 994439 w 1222990"/>
                <a:gd name="connsiteY3" fmla="*/ 1010052 h 1014822"/>
                <a:gd name="connsiteX4" fmla="*/ 1070767 w 1222990"/>
                <a:gd name="connsiteY4" fmla="*/ 705605 h 1014822"/>
                <a:gd name="connsiteX5" fmla="*/ 1081176 w 1222990"/>
                <a:gd name="connsiteY5" fmla="*/ 667441 h 1014822"/>
                <a:gd name="connsiteX6" fmla="*/ 1101993 w 1222990"/>
                <a:gd name="connsiteY6" fmla="*/ 619735 h 1014822"/>
                <a:gd name="connsiteX7" fmla="*/ 1095921 w 1222990"/>
                <a:gd name="connsiteY7" fmla="*/ 608460 h 1014822"/>
                <a:gd name="connsiteX8" fmla="*/ 1074237 w 1222990"/>
                <a:gd name="connsiteY8" fmla="*/ 609327 h 1014822"/>
                <a:gd name="connsiteX9" fmla="*/ 1062961 w 1222990"/>
                <a:gd name="connsiteY9" fmla="*/ 593714 h 1014822"/>
                <a:gd name="connsiteX10" fmla="*/ 1068165 w 1222990"/>
                <a:gd name="connsiteY10" fmla="*/ 580704 h 1014822"/>
                <a:gd name="connsiteX11" fmla="*/ 1071635 w 1222990"/>
                <a:gd name="connsiteY11" fmla="*/ 552081 h 1014822"/>
                <a:gd name="connsiteX12" fmla="*/ 1112401 w 1222990"/>
                <a:gd name="connsiteY12" fmla="*/ 502641 h 1014822"/>
                <a:gd name="connsiteX13" fmla="*/ 1128881 w 1222990"/>
                <a:gd name="connsiteY13" fmla="*/ 494834 h 1014822"/>
                <a:gd name="connsiteX14" fmla="*/ 1136688 w 1222990"/>
                <a:gd name="connsiteY14" fmla="*/ 487895 h 1014822"/>
                <a:gd name="connsiteX15" fmla="*/ 1142759 w 1222990"/>
                <a:gd name="connsiteY15" fmla="*/ 464476 h 1014822"/>
                <a:gd name="connsiteX16" fmla="*/ 1149698 w 1222990"/>
                <a:gd name="connsiteY16" fmla="*/ 454935 h 1014822"/>
                <a:gd name="connsiteX17" fmla="*/ 1183525 w 1222990"/>
                <a:gd name="connsiteY17" fmla="*/ 405495 h 1014822"/>
                <a:gd name="connsiteX18" fmla="*/ 1215618 w 1222990"/>
                <a:gd name="connsiteY18" fmla="*/ 370800 h 1014822"/>
                <a:gd name="connsiteX19" fmla="*/ 1217353 w 1222990"/>
                <a:gd name="connsiteY19" fmla="*/ 342177 h 1014822"/>
                <a:gd name="connsiteX20" fmla="*/ 1187862 w 1222990"/>
                <a:gd name="connsiteY20" fmla="*/ 320493 h 1014822"/>
                <a:gd name="connsiteX21" fmla="*/ 1177454 w 1222990"/>
                <a:gd name="connsiteY21" fmla="*/ 280594 h 1014822"/>
                <a:gd name="connsiteX22" fmla="*/ 1063829 w 1222990"/>
                <a:gd name="connsiteY22" fmla="*/ 247634 h 1014822"/>
                <a:gd name="connsiteX23" fmla="*/ 931988 w 1222990"/>
                <a:gd name="connsiteY23" fmla="*/ 218143 h 1014822"/>
                <a:gd name="connsiteX24" fmla="*/ 803618 w 1222990"/>
                <a:gd name="connsiteY24" fmla="*/ 221613 h 1014822"/>
                <a:gd name="connsiteX25" fmla="*/ 794077 w 1222990"/>
                <a:gd name="connsiteY25" fmla="*/ 210337 h 1014822"/>
                <a:gd name="connsiteX26" fmla="*/ 749841 w 1222990"/>
                <a:gd name="connsiteY26" fmla="*/ 225950 h 1014822"/>
                <a:gd name="connsiteX27" fmla="*/ 710809 w 1222990"/>
                <a:gd name="connsiteY27" fmla="*/ 221613 h 1014822"/>
                <a:gd name="connsiteX28" fmla="*/ 689992 w 1222990"/>
                <a:gd name="connsiteY28" fmla="*/ 207735 h 1014822"/>
                <a:gd name="connsiteX29" fmla="*/ 678717 w 1222990"/>
                <a:gd name="connsiteY29" fmla="*/ 212072 h 1014822"/>
                <a:gd name="connsiteX30" fmla="*/ 637950 w 1222990"/>
                <a:gd name="connsiteY30" fmla="*/ 210337 h 1014822"/>
                <a:gd name="connsiteX31" fmla="*/ 620603 w 1222990"/>
                <a:gd name="connsiteY31" fmla="*/ 198194 h 1014822"/>
                <a:gd name="connsiteX32" fmla="*/ 578969 w 1222990"/>
                <a:gd name="connsiteY32" fmla="*/ 182581 h 1014822"/>
                <a:gd name="connsiteX33" fmla="*/ 569428 w 1222990"/>
                <a:gd name="connsiteY33" fmla="*/ 181714 h 1014822"/>
                <a:gd name="connsiteX34" fmla="*/ 531264 w 1222990"/>
                <a:gd name="connsiteY34" fmla="*/ 170438 h 1014822"/>
                <a:gd name="connsiteX35" fmla="*/ 515651 w 1222990"/>
                <a:gd name="connsiteY35" fmla="*/ 183449 h 1014822"/>
                <a:gd name="connsiteX36" fmla="*/ 461007 w 1222990"/>
                <a:gd name="connsiteY36" fmla="*/ 181714 h 1014822"/>
                <a:gd name="connsiteX37" fmla="*/ 415036 w 1222990"/>
                <a:gd name="connsiteY37" fmla="*/ 148754 h 1014822"/>
                <a:gd name="connsiteX38" fmla="*/ 416771 w 1222990"/>
                <a:gd name="connsiteY38" fmla="*/ 68088 h 1014822"/>
                <a:gd name="connsiteX39" fmla="*/ 398556 w 1222990"/>
                <a:gd name="connsiteY39" fmla="*/ 37731 h 1014822"/>
                <a:gd name="connsiteX40" fmla="*/ 362994 w 1222990"/>
                <a:gd name="connsiteY40" fmla="*/ 32526 h 1014822"/>
                <a:gd name="connsiteX41" fmla="*/ 356922 w 1222990"/>
                <a:gd name="connsiteY41" fmla="*/ 10842 h 1014822"/>
                <a:gd name="connsiteX42" fmla="*/ 336106 w 1222990"/>
                <a:gd name="connsiteY42" fmla="*/ 6505 h 1014822"/>
                <a:gd name="connsiteX43" fmla="*/ 285798 w 1222990"/>
                <a:gd name="connsiteY43" fmla="*/ 24720 h 1014822"/>
                <a:gd name="connsiteX44" fmla="*/ 265849 w 1222990"/>
                <a:gd name="connsiteY44" fmla="*/ 81099 h 1014822"/>
                <a:gd name="connsiteX45" fmla="*/ 238093 w 1222990"/>
                <a:gd name="connsiteY45" fmla="*/ 167836 h 1014822"/>
                <a:gd name="connsiteX46" fmla="*/ 210337 w 1222990"/>
                <a:gd name="connsiteY46" fmla="*/ 224215 h 1014822"/>
                <a:gd name="connsiteX47" fmla="*/ 166969 w 1222990"/>
                <a:gd name="connsiteY47" fmla="*/ 346514 h 1014822"/>
                <a:gd name="connsiteX48" fmla="*/ 110590 w 1222990"/>
                <a:gd name="connsiteY48" fmla="*/ 464476 h 1014822"/>
                <a:gd name="connsiteX49" fmla="*/ 41200 w 1222990"/>
                <a:gd name="connsiteY49" fmla="*/ 573765 h 1014822"/>
                <a:gd name="connsiteX50" fmla="*/ 24720 w 1222990"/>
                <a:gd name="connsiteY50" fmla="*/ 598918 h 1014822"/>
                <a:gd name="connsiteX51" fmla="*/ 17781 w 1222990"/>
                <a:gd name="connsiteY51" fmla="*/ 673512 h 1014822"/>
                <a:gd name="connsiteX52" fmla="*/ 6505 w 1222990"/>
                <a:gd name="connsiteY52" fmla="*/ 725554 h 1014822"/>
                <a:gd name="connsiteX53" fmla="*/ 29924 w 1222990"/>
                <a:gd name="connsiteY53" fmla="*/ 755912 h 1014822"/>
                <a:gd name="connsiteX54" fmla="*/ 363861 w 1222990"/>
                <a:gd name="connsiteY54" fmla="*/ 859129 h 10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222990" h="1014822">
                  <a:moveTo>
                    <a:pt x="363861" y="859129"/>
                  </a:moveTo>
                  <a:lnTo>
                    <a:pt x="608460" y="921580"/>
                  </a:lnTo>
                  <a:lnTo>
                    <a:pt x="846986" y="977959"/>
                  </a:lnTo>
                  <a:lnTo>
                    <a:pt x="994439" y="1010052"/>
                  </a:lnTo>
                  <a:lnTo>
                    <a:pt x="1070767" y="705605"/>
                  </a:lnTo>
                  <a:lnTo>
                    <a:pt x="1081176" y="667441"/>
                  </a:lnTo>
                  <a:lnTo>
                    <a:pt x="1101993" y="619735"/>
                  </a:lnTo>
                  <a:lnTo>
                    <a:pt x="1095921" y="608460"/>
                  </a:lnTo>
                  <a:lnTo>
                    <a:pt x="1074237" y="609327"/>
                  </a:lnTo>
                  <a:lnTo>
                    <a:pt x="1062961" y="593714"/>
                  </a:lnTo>
                  <a:lnTo>
                    <a:pt x="1068165" y="580704"/>
                  </a:lnTo>
                  <a:lnTo>
                    <a:pt x="1071635" y="552081"/>
                  </a:lnTo>
                  <a:lnTo>
                    <a:pt x="1112401" y="502641"/>
                  </a:lnTo>
                  <a:lnTo>
                    <a:pt x="1128881" y="494834"/>
                  </a:lnTo>
                  <a:lnTo>
                    <a:pt x="1136688" y="487895"/>
                  </a:lnTo>
                  <a:lnTo>
                    <a:pt x="1142759" y="464476"/>
                  </a:lnTo>
                  <a:lnTo>
                    <a:pt x="1149698" y="454935"/>
                  </a:lnTo>
                  <a:lnTo>
                    <a:pt x="1183525" y="405495"/>
                  </a:lnTo>
                  <a:lnTo>
                    <a:pt x="1215618" y="370800"/>
                  </a:lnTo>
                  <a:lnTo>
                    <a:pt x="1217353" y="342177"/>
                  </a:lnTo>
                  <a:lnTo>
                    <a:pt x="1187862" y="320493"/>
                  </a:lnTo>
                  <a:lnTo>
                    <a:pt x="1177454" y="280594"/>
                  </a:lnTo>
                  <a:lnTo>
                    <a:pt x="1063829" y="247634"/>
                  </a:lnTo>
                  <a:lnTo>
                    <a:pt x="931988" y="218143"/>
                  </a:lnTo>
                  <a:lnTo>
                    <a:pt x="803618" y="221613"/>
                  </a:lnTo>
                  <a:lnTo>
                    <a:pt x="794077" y="210337"/>
                  </a:lnTo>
                  <a:lnTo>
                    <a:pt x="749841" y="225950"/>
                  </a:lnTo>
                  <a:lnTo>
                    <a:pt x="710809" y="221613"/>
                  </a:lnTo>
                  <a:lnTo>
                    <a:pt x="689992" y="207735"/>
                  </a:lnTo>
                  <a:lnTo>
                    <a:pt x="678717" y="212072"/>
                  </a:lnTo>
                  <a:lnTo>
                    <a:pt x="637950" y="210337"/>
                  </a:lnTo>
                  <a:lnTo>
                    <a:pt x="620603" y="198194"/>
                  </a:lnTo>
                  <a:lnTo>
                    <a:pt x="578969" y="182581"/>
                  </a:lnTo>
                  <a:lnTo>
                    <a:pt x="569428" y="181714"/>
                  </a:lnTo>
                  <a:lnTo>
                    <a:pt x="531264" y="170438"/>
                  </a:lnTo>
                  <a:lnTo>
                    <a:pt x="515651" y="183449"/>
                  </a:lnTo>
                  <a:lnTo>
                    <a:pt x="461007" y="181714"/>
                  </a:lnTo>
                  <a:lnTo>
                    <a:pt x="415036" y="148754"/>
                  </a:lnTo>
                  <a:lnTo>
                    <a:pt x="416771" y="68088"/>
                  </a:lnTo>
                  <a:lnTo>
                    <a:pt x="398556" y="37731"/>
                  </a:lnTo>
                  <a:lnTo>
                    <a:pt x="362994" y="32526"/>
                  </a:lnTo>
                  <a:lnTo>
                    <a:pt x="356922" y="10842"/>
                  </a:lnTo>
                  <a:lnTo>
                    <a:pt x="336106" y="6505"/>
                  </a:lnTo>
                  <a:lnTo>
                    <a:pt x="285798" y="24720"/>
                  </a:lnTo>
                  <a:lnTo>
                    <a:pt x="265849" y="81099"/>
                  </a:lnTo>
                  <a:lnTo>
                    <a:pt x="238093" y="167836"/>
                  </a:lnTo>
                  <a:lnTo>
                    <a:pt x="210337" y="224215"/>
                  </a:lnTo>
                  <a:lnTo>
                    <a:pt x="166969" y="346514"/>
                  </a:lnTo>
                  <a:lnTo>
                    <a:pt x="110590" y="464476"/>
                  </a:lnTo>
                  <a:lnTo>
                    <a:pt x="41200" y="573765"/>
                  </a:lnTo>
                  <a:lnTo>
                    <a:pt x="24720" y="598918"/>
                  </a:lnTo>
                  <a:lnTo>
                    <a:pt x="17781" y="673512"/>
                  </a:lnTo>
                  <a:lnTo>
                    <a:pt x="6505" y="725554"/>
                  </a:lnTo>
                  <a:lnTo>
                    <a:pt x="29924" y="755912"/>
                  </a:lnTo>
                  <a:lnTo>
                    <a:pt x="363861" y="85912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6" name="Freeform: Shape 143">
              <a:extLst>
                <a:ext uri="{FF2B5EF4-FFF2-40B4-BE49-F238E27FC236}">
                  <a16:creationId xmlns:a16="http://schemas.microsoft.com/office/drawing/2014/main" id="{268B9CFA-AC90-024D-8A81-A0D48AD00A04}"/>
                </a:ext>
              </a:extLst>
            </p:cNvPr>
            <p:cNvSpPr/>
            <p:nvPr/>
          </p:nvSpPr>
          <p:spPr>
            <a:xfrm>
              <a:off x="6759072" y="1544351"/>
              <a:ext cx="876043" cy="563790"/>
            </a:xfrm>
            <a:custGeom>
              <a:avLst/>
              <a:gdLst>
                <a:gd name="connsiteX0" fmla="*/ 42934 w 876043"/>
                <a:gd name="connsiteY0" fmla="*/ 122733 h 563790"/>
                <a:gd name="connsiteX1" fmla="*/ 54211 w 876043"/>
                <a:gd name="connsiteY1" fmla="*/ 118396 h 563790"/>
                <a:gd name="connsiteX2" fmla="*/ 103650 w 876043"/>
                <a:gd name="connsiteY2" fmla="*/ 70691 h 563790"/>
                <a:gd name="connsiteX3" fmla="*/ 109722 w 876043"/>
                <a:gd name="connsiteY3" fmla="*/ 130539 h 563790"/>
                <a:gd name="connsiteX4" fmla="*/ 400291 w 876043"/>
                <a:gd name="connsiteY4" fmla="*/ 74160 h 563790"/>
                <a:gd name="connsiteX5" fmla="*/ 720350 w 876043"/>
                <a:gd name="connsiteY5" fmla="*/ 6505 h 563790"/>
                <a:gd name="connsiteX6" fmla="*/ 740300 w 876043"/>
                <a:gd name="connsiteY6" fmla="*/ 26455 h 563790"/>
                <a:gd name="connsiteX7" fmla="*/ 767188 w 876043"/>
                <a:gd name="connsiteY7" fmla="*/ 29924 h 563790"/>
                <a:gd name="connsiteX8" fmla="*/ 784535 w 876043"/>
                <a:gd name="connsiteY8" fmla="*/ 78497 h 563790"/>
                <a:gd name="connsiteX9" fmla="*/ 805352 w 876043"/>
                <a:gd name="connsiteY9" fmla="*/ 94977 h 563790"/>
                <a:gd name="connsiteX10" fmla="*/ 829638 w 876043"/>
                <a:gd name="connsiteY10" fmla="*/ 98446 h 563790"/>
                <a:gd name="connsiteX11" fmla="*/ 830506 w 876043"/>
                <a:gd name="connsiteY11" fmla="*/ 99314 h 563790"/>
                <a:gd name="connsiteX12" fmla="*/ 807954 w 876043"/>
                <a:gd name="connsiteY12" fmla="*/ 127070 h 563790"/>
                <a:gd name="connsiteX13" fmla="*/ 807954 w 876043"/>
                <a:gd name="connsiteY13" fmla="*/ 153958 h 563790"/>
                <a:gd name="connsiteX14" fmla="*/ 791475 w 876043"/>
                <a:gd name="connsiteY14" fmla="*/ 180846 h 563790"/>
                <a:gd name="connsiteX15" fmla="*/ 789740 w 876043"/>
                <a:gd name="connsiteY15" fmla="*/ 197327 h 563790"/>
                <a:gd name="connsiteX16" fmla="*/ 801015 w 876043"/>
                <a:gd name="connsiteY16" fmla="*/ 208602 h 563790"/>
                <a:gd name="connsiteX17" fmla="*/ 799281 w 876043"/>
                <a:gd name="connsiteY17" fmla="*/ 225082 h 563790"/>
                <a:gd name="connsiteX18" fmla="*/ 778464 w 876043"/>
                <a:gd name="connsiteY18" fmla="*/ 234623 h 563790"/>
                <a:gd name="connsiteX19" fmla="*/ 787138 w 876043"/>
                <a:gd name="connsiteY19" fmla="*/ 264114 h 563790"/>
                <a:gd name="connsiteX20" fmla="*/ 788872 w 876043"/>
                <a:gd name="connsiteY20" fmla="*/ 273655 h 563790"/>
                <a:gd name="connsiteX21" fmla="*/ 813159 w 876043"/>
                <a:gd name="connsiteY21" fmla="*/ 276257 h 563790"/>
                <a:gd name="connsiteX22" fmla="*/ 820965 w 876043"/>
                <a:gd name="connsiteY22" fmla="*/ 297941 h 563790"/>
                <a:gd name="connsiteX23" fmla="*/ 872140 w 876043"/>
                <a:gd name="connsiteY23" fmla="*/ 331769 h 563790"/>
                <a:gd name="connsiteX24" fmla="*/ 872140 w 876043"/>
                <a:gd name="connsiteY24" fmla="*/ 335238 h 563790"/>
                <a:gd name="connsiteX25" fmla="*/ 845251 w 876043"/>
                <a:gd name="connsiteY25" fmla="*/ 361259 h 563790"/>
                <a:gd name="connsiteX26" fmla="*/ 832240 w 876043"/>
                <a:gd name="connsiteY26" fmla="*/ 380341 h 563790"/>
                <a:gd name="connsiteX27" fmla="*/ 817496 w 876043"/>
                <a:gd name="connsiteY27" fmla="*/ 404628 h 563790"/>
                <a:gd name="connsiteX28" fmla="*/ 794077 w 876043"/>
                <a:gd name="connsiteY28" fmla="*/ 415036 h 563790"/>
                <a:gd name="connsiteX29" fmla="*/ 781933 w 876043"/>
                <a:gd name="connsiteY29" fmla="*/ 417638 h 563790"/>
                <a:gd name="connsiteX30" fmla="*/ 763719 w 876043"/>
                <a:gd name="connsiteY30" fmla="*/ 428914 h 563790"/>
                <a:gd name="connsiteX31" fmla="*/ 749840 w 876043"/>
                <a:gd name="connsiteY31" fmla="*/ 441057 h 563790"/>
                <a:gd name="connsiteX32" fmla="*/ 555550 w 876043"/>
                <a:gd name="connsiteY32" fmla="*/ 478354 h 563790"/>
                <a:gd name="connsiteX33" fmla="*/ 219878 w 876043"/>
                <a:gd name="connsiteY33" fmla="*/ 546009 h 563790"/>
                <a:gd name="connsiteX34" fmla="*/ 121865 w 876043"/>
                <a:gd name="connsiteY34" fmla="*/ 558152 h 563790"/>
                <a:gd name="connsiteX35" fmla="*/ 88038 w 876043"/>
                <a:gd name="connsiteY35" fmla="*/ 564224 h 563790"/>
                <a:gd name="connsiteX36" fmla="*/ 43802 w 876043"/>
                <a:gd name="connsiteY36" fmla="*/ 369933 h 563790"/>
                <a:gd name="connsiteX37" fmla="*/ 6505 w 876043"/>
                <a:gd name="connsiteY37" fmla="*/ 145284 h 563790"/>
                <a:gd name="connsiteX38" fmla="*/ 42934 w 876043"/>
                <a:gd name="connsiteY38" fmla="*/ 122733 h 56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6043" h="563790">
                  <a:moveTo>
                    <a:pt x="42934" y="122733"/>
                  </a:moveTo>
                  <a:lnTo>
                    <a:pt x="54211" y="118396"/>
                  </a:lnTo>
                  <a:lnTo>
                    <a:pt x="103650" y="70691"/>
                  </a:lnTo>
                  <a:lnTo>
                    <a:pt x="109722" y="130539"/>
                  </a:lnTo>
                  <a:lnTo>
                    <a:pt x="400291" y="74160"/>
                  </a:lnTo>
                  <a:lnTo>
                    <a:pt x="720350" y="6505"/>
                  </a:lnTo>
                  <a:lnTo>
                    <a:pt x="740300" y="26455"/>
                  </a:lnTo>
                  <a:lnTo>
                    <a:pt x="767188" y="29924"/>
                  </a:lnTo>
                  <a:lnTo>
                    <a:pt x="784535" y="78497"/>
                  </a:lnTo>
                  <a:lnTo>
                    <a:pt x="805352" y="94977"/>
                  </a:lnTo>
                  <a:lnTo>
                    <a:pt x="829638" y="98446"/>
                  </a:lnTo>
                  <a:lnTo>
                    <a:pt x="830506" y="99314"/>
                  </a:lnTo>
                  <a:lnTo>
                    <a:pt x="807954" y="127070"/>
                  </a:lnTo>
                  <a:lnTo>
                    <a:pt x="807954" y="153958"/>
                  </a:lnTo>
                  <a:lnTo>
                    <a:pt x="791475" y="180846"/>
                  </a:lnTo>
                  <a:lnTo>
                    <a:pt x="789740" y="197327"/>
                  </a:lnTo>
                  <a:lnTo>
                    <a:pt x="801015" y="208602"/>
                  </a:lnTo>
                  <a:lnTo>
                    <a:pt x="799281" y="225082"/>
                  </a:lnTo>
                  <a:lnTo>
                    <a:pt x="778464" y="234623"/>
                  </a:lnTo>
                  <a:lnTo>
                    <a:pt x="787138" y="264114"/>
                  </a:lnTo>
                  <a:lnTo>
                    <a:pt x="788872" y="273655"/>
                  </a:lnTo>
                  <a:lnTo>
                    <a:pt x="813159" y="276257"/>
                  </a:lnTo>
                  <a:lnTo>
                    <a:pt x="820965" y="297941"/>
                  </a:lnTo>
                  <a:lnTo>
                    <a:pt x="872140" y="331769"/>
                  </a:lnTo>
                  <a:lnTo>
                    <a:pt x="872140" y="335238"/>
                  </a:lnTo>
                  <a:lnTo>
                    <a:pt x="845251" y="361259"/>
                  </a:lnTo>
                  <a:lnTo>
                    <a:pt x="832240" y="380341"/>
                  </a:lnTo>
                  <a:lnTo>
                    <a:pt x="817496" y="404628"/>
                  </a:lnTo>
                  <a:lnTo>
                    <a:pt x="794077" y="415036"/>
                  </a:lnTo>
                  <a:lnTo>
                    <a:pt x="781933" y="417638"/>
                  </a:lnTo>
                  <a:lnTo>
                    <a:pt x="763719" y="428914"/>
                  </a:lnTo>
                  <a:lnTo>
                    <a:pt x="749840" y="441057"/>
                  </a:lnTo>
                  <a:lnTo>
                    <a:pt x="555550" y="478354"/>
                  </a:lnTo>
                  <a:lnTo>
                    <a:pt x="219878" y="546009"/>
                  </a:lnTo>
                  <a:lnTo>
                    <a:pt x="121865" y="558152"/>
                  </a:lnTo>
                  <a:lnTo>
                    <a:pt x="88038" y="564224"/>
                  </a:lnTo>
                  <a:lnTo>
                    <a:pt x="43802" y="369933"/>
                  </a:lnTo>
                  <a:lnTo>
                    <a:pt x="6505" y="145284"/>
                  </a:lnTo>
                  <a:lnTo>
                    <a:pt x="42934" y="12273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7" name="Freeform: Shape 144">
              <a:extLst>
                <a:ext uri="{FF2B5EF4-FFF2-40B4-BE49-F238E27FC236}">
                  <a16:creationId xmlns:a16="http://schemas.microsoft.com/office/drawing/2014/main" id="{2ABC2F94-324C-F84A-AD1B-9AC4CBC7FFC5}"/>
                </a:ext>
              </a:extLst>
            </p:cNvPr>
            <p:cNvSpPr/>
            <p:nvPr/>
          </p:nvSpPr>
          <p:spPr>
            <a:xfrm>
              <a:off x="7962981" y="1414246"/>
              <a:ext cx="121432" cy="147453"/>
            </a:xfrm>
            <a:custGeom>
              <a:avLst/>
              <a:gdLst>
                <a:gd name="connsiteX0" fmla="*/ 27322 w 121431"/>
                <a:gd name="connsiteY0" fmla="*/ 109722 h 147452"/>
                <a:gd name="connsiteX1" fmla="*/ 20383 w 121431"/>
                <a:gd name="connsiteY1" fmla="*/ 71558 h 147452"/>
                <a:gd name="connsiteX2" fmla="*/ 6505 w 121431"/>
                <a:gd name="connsiteY2" fmla="*/ 19516 h 147452"/>
                <a:gd name="connsiteX3" fmla="*/ 55945 w 121431"/>
                <a:gd name="connsiteY3" fmla="*/ 6505 h 147452"/>
                <a:gd name="connsiteX4" fmla="*/ 68956 w 121431"/>
                <a:gd name="connsiteY4" fmla="*/ 17781 h 147452"/>
                <a:gd name="connsiteX5" fmla="*/ 98446 w 121431"/>
                <a:gd name="connsiteY5" fmla="*/ 55078 h 147452"/>
                <a:gd name="connsiteX6" fmla="*/ 122732 w 121431"/>
                <a:gd name="connsiteY6" fmla="*/ 93242 h 147452"/>
                <a:gd name="connsiteX7" fmla="*/ 98446 w 121431"/>
                <a:gd name="connsiteY7" fmla="*/ 105385 h 147452"/>
                <a:gd name="connsiteX8" fmla="*/ 87171 w 121431"/>
                <a:gd name="connsiteY8" fmla="*/ 103651 h 147452"/>
                <a:gd name="connsiteX9" fmla="*/ 77630 w 121431"/>
                <a:gd name="connsiteY9" fmla="*/ 119263 h 147452"/>
                <a:gd name="connsiteX10" fmla="*/ 56813 w 121431"/>
                <a:gd name="connsiteY10" fmla="*/ 135743 h 147452"/>
                <a:gd name="connsiteX11" fmla="*/ 32526 w 121431"/>
                <a:gd name="connsiteY11" fmla="*/ 145284 h 147452"/>
                <a:gd name="connsiteX12" fmla="*/ 27322 w 121431"/>
                <a:gd name="connsiteY12" fmla="*/ 109722 h 14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31" h="147452">
                  <a:moveTo>
                    <a:pt x="27322" y="109722"/>
                  </a:moveTo>
                  <a:lnTo>
                    <a:pt x="20383" y="71558"/>
                  </a:lnTo>
                  <a:lnTo>
                    <a:pt x="6505" y="19516"/>
                  </a:lnTo>
                  <a:lnTo>
                    <a:pt x="55945" y="6505"/>
                  </a:lnTo>
                  <a:lnTo>
                    <a:pt x="68956" y="17781"/>
                  </a:lnTo>
                  <a:lnTo>
                    <a:pt x="98446" y="55078"/>
                  </a:lnTo>
                  <a:lnTo>
                    <a:pt x="122732" y="93242"/>
                  </a:lnTo>
                  <a:lnTo>
                    <a:pt x="98446" y="105385"/>
                  </a:lnTo>
                  <a:lnTo>
                    <a:pt x="87171" y="103651"/>
                  </a:lnTo>
                  <a:lnTo>
                    <a:pt x="77630" y="119263"/>
                  </a:lnTo>
                  <a:lnTo>
                    <a:pt x="56813" y="135743"/>
                  </a:lnTo>
                  <a:lnTo>
                    <a:pt x="32526" y="145284"/>
                  </a:lnTo>
                  <a:lnTo>
                    <a:pt x="27322" y="10972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8" name="Freeform: Shape 145">
              <a:extLst>
                <a:ext uri="{FF2B5EF4-FFF2-40B4-BE49-F238E27FC236}">
                  <a16:creationId xmlns:a16="http://schemas.microsoft.com/office/drawing/2014/main" id="{98A74F1D-D6DD-CD40-929C-23D2D11D7FCA}"/>
                </a:ext>
              </a:extLst>
            </p:cNvPr>
            <p:cNvSpPr/>
            <p:nvPr/>
          </p:nvSpPr>
          <p:spPr>
            <a:xfrm>
              <a:off x="6547434" y="3003266"/>
              <a:ext cx="771959" cy="589811"/>
            </a:xfrm>
            <a:custGeom>
              <a:avLst/>
              <a:gdLst>
                <a:gd name="connsiteX0" fmla="*/ 448864 w 771958"/>
                <a:gd name="connsiteY0" fmla="*/ 584173 h 589811"/>
                <a:gd name="connsiteX1" fmla="*/ 430649 w 771958"/>
                <a:gd name="connsiteY1" fmla="*/ 575500 h 589811"/>
                <a:gd name="connsiteX2" fmla="*/ 414169 w 771958"/>
                <a:gd name="connsiteY2" fmla="*/ 526927 h 589811"/>
                <a:gd name="connsiteX3" fmla="*/ 392485 w 771958"/>
                <a:gd name="connsiteY3" fmla="*/ 506977 h 589811"/>
                <a:gd name="connsiteX4" fmla="*/ 370800 w 771958"/>
                <a:gd name="connsiteY4" fmla="*/ 502641 h 589811"/>
                <a:gd name="connsiteX5" fmla="*/ 357790 w 771958"/>
                <a:gd name="connsiteY5" fmla="*/ 462742 h 589811"/>
                <a:gd name="connsiteX6" fmla="*/ 331769 w 771958"/>
                <a:gd name="connsiteY6" fmla="*/ 406363 h 589811"/>
                <a:gd name="connsiteX7" fmla="*/ 295339 w 771958"/>
                <a:gd name="connsiteY7" fmla="*/ 390750 h 589811"/>
                <a:gd name="connsiteX8" fmla="*/ 278859 w 771958"/>
                <a:gd name="connsiteY8" fmla="*/ 375137 h 589811"/>
                <a:gd name="connsiteX9" fmla="*/ 268451 w 771958"/>
                <a:gd name="connsiteY9" fmla="*/ 352586 h 589811"/>
                <a:gd name="connsiteX10" fmla="*/ 247634 w 771958"/>
                <a:gd name="connsiteY10" fmla="*/ 335238 h 589811"/>
                <a:gd name="connsiteX11" fmla="*/ 227684 w 771958"/>
                <a:gd name="connsiteY11" fmla="*/ 323963 h 589811"/>
                <a:gd name="connsiteX12" fmla="*/ 208602 w 771958"/>
                <a:gd name="connsiteY12" fmla="*/ 298809 h 589811"/>
                <a:gd name="connsiteX13" fmla="*/ 180846 w 771958"/>
                <a:gd name="connsiteY13" fmla="*/ 277992 h 589811"/>
                <a:gd name="connsiteX14" fmla="*/ 142682 w 771958"/>
                <a:gd name="connsiteY14" fmla="*/ 263247 h 589811"/>
                <a:gd name="connsiteX15" fmla="*/ 139213 w 771958"/>
                <a:gd name="connsiteY15" fmla="*/ 251104 h 589811"/>
                <a:gd name="connsiteX16" fmla="*/ 119263 w 771958"/>
                <a:gd name="connsiteY16" fmla="*/ 226817 h 589811"/>
                <a:gd name="connsiteX17" fmla="*/ 114926 w 771958"/>
                <a:gd name="connsiteY17" fmla="*/ 213806 h 589811"/>
                <a:gd name="connsiteX18" fmla="*/ 81967 w 771958"/>
                <a:gd name="connsiteY18" fmla="*/ 166969 h 589811"/>
                <a:gd name="connsiteX19" fmla="*/ 52476 w 771958"/>
                <a:gd name="connsiteY19" fmla="*/ 167836 h 589811"/>
                <a:gd name="connsiteX20" fmla="*/ 18649 w 771958"/>
                <a:gd name="connsiteY20" fmla="*/ 146152 h 589811"/>
                <a:gd name="connsiteX21" fmla="*/ 8240 w 771958"/>
                <a:gd name="connsiteY21" fmla="*/ 135743 h 589811"/>
                <a:gd name="connsiteX22" fmla="*/ 6505 w 771958"/>
                <a:gd name="connsiteY22" fmla="*/ 123600 h 589811"/>
                <a:gd name="connsiteX23" fmla="*/ 11709 w 771958"/>
                <a:gd name="connsiteY23" fmla="*/ 109722 h 589811"/>
                <a:gd name="connsiteX24" fmla="*/ 35128 w 771958"/>
                <a:gd name="connsiteY24" fmla="*/ 98446 h 589811"/>
                <a:gd name="connsiteX25" fmla="*/ 28190 w 771958"/>
                <a:gd name="connsiteY25" fmla="*/ 81099 h 589811"/>
                <a:gd name="connsiteX26" fmla="*/ 83701 w 771958"/>
                <a:gd name="connsiteY26" fmla="*/ 57680 h 589811"/>
                <a:gd name="connsiteX27" fmla="*/ 163499 w 771958"/>
                <a:gd name="connsiteY27" fmla="*/ 18648 h 589811"/>
                <a:gd name="connsiteX28" fmla="*/ 225082 w 771958"/>
                <a:gd name="connsiteY28" fmla="*/ 10842 h 589811"/>
                <a:gd name="connsiteX29" fmla="*/ 367331 w 771958"/>
                <a:gd name="connsiteY29" fmla="*/ 6505 h 589811"/>
                <a:gd name="connsiteX30" fmla="*/ 387281 w 771958"/>
                <a:gd name="connsiteY30" fmla="*/ 22985 h 589811"/>
                <a:gd name="connsiteX31" fmla="*/ 402893 w 771958"/>
                <a:gd name="connsiteY31" fmla="*/ 53343 h 589811"/>
                <a:gd name="connsiteX32" fmla="*/ 442792 w 771958"/>
                <a:gd name="connsiteY32" fmla="*/ 46404 h 589811"/>
                <a:gd name="connsiteX33" fmla="*/ 552081 w 771958"/>
                <a:gd name="connsiteY33" fmla="*/ 33394 h 589811"/>
                <a:gd name="connsiteX34" fmla="*/ 575499 w 771958"/>
                <a:gd name="connsiteY34" fmla="*/ 40333 h 589811"/>
                <a:gd name="connsiteX35" fmla="*/ 683921 w 771958"/>
                <a:gd name="connsiteY35" fmla="*/ 104518 h 589811"/>
                <a:gd name="connsiteX36" fmla="*/ 771525 w 771958"/>
                <a:gd name="connsiteY36" fmla="*/ 176510 h 589811"/>
                <a:gd name="connsiteX37" fmla="*/ 725555 w 771958"/>
                <a:gd name="connsiteY37" fmla="*/ 223348 h 589811"/>
                <a:gd name="connsiteX38" fmla="*/ 703003 w 771958"/>
                <a:gd name="connsiteY38" fmla="*/ 276257 h 589811"/>
                <a:gd name="connsiteX39" fmla="*/ 698666 w 771958"/>
                <a:gd name="connsiteY39" fmla="*/ 330901 h 589811"/>
                <a:gd name="connsiteX40" fmla="*/ 684788 w 771958"/>
                <a:gd name="connsiteY40" fmla="*/ 337840 h 589811"/>
                <a:gd name="connsiteX41" fmla="*/ 675247 w 771958"/>
                <a:gd name="connsiteY41" fmla="*/ 361259 h 589811"/>
                <a:gd name="connsiteX42" fmla="*/ 654430 w 771958"/>
                <a:gd name="connsiteY42" fmla="*/ 366464 h 589811"/>
                <a:gd name="connsiteX43" fmla="*/ 636215 w 771958"/>
                <a:gd name="connsiteY43" fmla="*/ 397689 h 589811"/>
                <a:gd name="connsiteX44" fmla="*/ 612797 w 771958"/>
                <a:gd name="connsiteY44" fmla="*/ 421108 h 589811"/>
                <a:gd name="connsiteX45" fmla="*/ 592847 w 771958"/>
                <a:gd name="connsiteY45" fmla="*/ 450598 h 589811"/>
                <a:gd name="connsiteX46" fmla="*/ 578969 w 771958"/>
                <a:gd name="connsiteY46" fmla="*/ 457537 h 589811"/>
                <a:gd name="connsiteX47" fmla="*/ 547744 w 771958"/>
                <a:gd name="connsiteY47" fmla="*/ 487028 h 589811"/>
                <a:gd name="connsiteX48" fmla="*/ 522590 w 771958"/>
                <a:gd name="connsiteY48" fmla="*/ 488763 h 589811"/>
                <a:gd name="connsiteX49" fmla="*/ 531264 w 771958"/>
                <a:gd name="connsiteY49" fmla="*/ 516518 h 589811"/>
                <a:gd name="connsiteX50" fmla="*/ 487895 w 771958"/>
                <a:gd name="connsiteY50" fmla="*/ 562489 h 589811"/>
                <a:gd name="connsiteX51" fmla="*/ 467946 w 771958"/>
                <a:gd name="connsiteY51" fmla="*/ 576367 h 589811"/>
                <a:gd name="connsiteX52" fmla="*/ 448864 w 771958"/>
                <a:gd name="connsiteY52" fmla="*/ 584173 h 58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771958" h="589811">
                  <a:moveTo>
                    <a:pt x="448864" y="584173"/>
                  </a:moveTo>
                  <a:lnTo>
                    <a:pt x="430649" y="575500"/>
                  </a:lnTo>
                  <a:lnTo>
                    <a:pt x="414169" y="526927"/>
                  </a:lnTo>
                  <a:lnTo>
                    <a:pt x="392485" y="506977"/>
                  </a:lnTo>
                  <a:lnTo>
                    <a:pt x="370800" y="502641"/>
                  </a:lnTo>
                  <a:lnTo>
                    <a:pt x="357790" y="462742"/>
                  </a:lnTo>
                  <a:lnTo>
                    <a:pt x="331769" y="406363"/>
                  </a:lnTo>
                  <a:lnTo>
                    <a:pt x="295339" y="390750"/>
                  </a:lnTo>
                  <a:lnTo>
                    <a:pt x="278859" y="375137"/>
                  </a:lnTo>
                  <a:lnTo>
                    <a:pt x="268451" y="352586"/>
                  </a:lnTo>
                  <a:lnTo>
                    <a:pt x="247634" y="335238"/>
                  </a:lnTo>
                  <a:lnTo>
                    <a:pt x="227684" y="323963"/>
                  </a:lnTo>
                  <a:lnTo>
                    <a:pt x="208602" y="298809"/>
                  </a:lnTo>
                  <a:lnTo>
                    <a:pt x="180846" y="277992"/>
                  </a:lnTo>
                  <a:lnTo>
                    <a:pt x="142682" y="263247"/>
                  </a:lnTo>
                  <a:lnTo>
                    <a:pt x="139213" y="251104"/>
                  </a:lnTo>
                  <a:lnTo>
                    <a:pt x="119263" y="226817"/>
                  </a:lnTo>
                  <a:lnTo>
                    <a:pt x="114926" y="213806"/>
                  </a:lnTo>
                  <a:lnTo>
                    <a:pt x="81967" y="166969"/>
                  </a:lnTo>
                  <a:lnTo>
                    <a:pt x="52476" y="167836"/>
                  </a:lnTo>
                  <a:lnTo>
                    <a:pt x="18649" y="146152"/>
                  </a:lnTo>
                  <a:lnTo>
                    <a:pt x="8240" y="135743"/>
                  </a:lnTo>
                  <a:lnTo>
                    <a:pt x="6505" y="123600"/>
                  </a:lnTo>
                  <a:lnTo>
                    <a:pt x="11709" y="109722"/>
                  </a:lnTo>
                  <a:lnTo>
                    <a:pt x="35128" y="98446"/>
                  </a:lnTo>
                  <a:lnTo>
                    <a:pt x="28190" y="81099"/>
                  </a:lnTo>
                  <a:lnTo>
                    <a:pt x="83701" y="57680"/>
                  </a:lnTo>
                  <a:lnTo>
                    <a:pt x="163499" y="18648"/>
                  </a:lnTo>
                  <a:lnTo>
                    <a:pt x="225082" y="10842"/>
                  </a:lnTo>
                  <a:lnTo>
                    <a:pt x="367331" y="6505"/>
                  </a:lnTo>
                  <a:lnTo>
                    <a:pt x="387281" y="22985"/>
                  </a:lnTo>
                  <a:lnTo>
                    <a:pt x="402893" y="53343"/>
                  </a:lnTo>
                  <a:lnTo>
                    <a:pt x="442792" y="46404"/>
                  </a:lnTo>
                  <a:lnTo>
                    <a:pt x="552081" y="33394"/>
                  </a:lnTo>
                  <a:lnTo>
                    <a:pt x="575499" y="40333"/>
                  </a:lnTo>
                  <a:lnTo>
                    <a:pt x="683921" y="104518"/>
                  </a:lnTo>
                  <a:lnTo>
                    <a:pt x="771525" y="176510"/>
                  </a:lnTo>
                  <a:lnTo>
                    <a:pt x="725555" y="223348"/>
                  </a:lnTo>
                  <a:lnTo>
                    <a:pt x="703003" y="276257"/>
                  </a:lnTo>
                  <a:lnTo>
                    <a:pt x="698666" y="330901"/>
                  </a:lnTo>
                  <a:lnTo>
                    <a:pt x="684788" y="337840"/>
                  </a:lnTo>
                  <a:lnTo>
                    <a:pt x="675247" y="361259"/>
                  </a:lnTo>
                  <a:lnTo>
                    <a:pt x="654430" y="366464"/>
                  </a:lnTo>
                  <a:lnTo>
                    <a:pt x="636215" y="397689"/>
                  </a:lnTo>
                  <a:lnTo>
                    <a:pt x="612797" y="421108"/>
                  </a:lnTo>
                  <a:lnTo>
                    <a:pt x="592847" y="450598"/>
                  </a:lnTo>
                  <a:lnTo>
                    <a:pt x="578969" y="457537"/>
                  </a:lnTo>
                  <a:lnTo>
                    <a:pt x="547744" y="487028"/>
                  </a:lnTo>
                  <a:lnTo>
                    <a:pt x="522590" y="488763"/>
                  </a:lnTo>
                  <a:lnTo>
                    <a:pt x="531264" y="516518"/>
                  </a:lnTo>
                  <a:lnTo>
                    <a:pt x="487895" y="562489"/>
                  </a:lnTo>
                  <a:lnTo>
                    <a:pt x="467946" y="576367"/>
                  </a:lnTo>
                  <a:lnTo>
                    <a:pt x="448864" y="58417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19" name="Freeform: Shape 146">
              <a:extLst>
                <a:ext uri="{FF2B5EF4-FFF2-40B4-BE49-F238E27FC236}">
                  <a16:creationId xmlns:a16="http://schemas.microsoft.com/office/drawing/2014/main" id="{D4C1C721-29A3-164F-9A25-8E386DA66618}"/>
                </a:ext>
              </a:extLst>
            </p:cNvPr>
            <p:cNvSpPr/>
            <p:nvPr/>
          </p:nvSpPr>
          <p:spPr>
            <a:xfrm>
              <a:off x="3463936" y="1060359"/>
              <a:ext cx="1058191" cy="702569"/>
            </a:xfrm>
            <a:custGeom>
              <a:avLst/>
              <a:gdLst>
                <a:gd name="connsiteX0" fmla="*/ 1034338 w 1058190"/>
                <a:gd name="connsiteY0" fmla="*/ 510447 h 702569"/>
                <a:gd name="connsiteX1" fmla="*/ 1026532 w 1058190"/>
                <a:gd name="connsiteY1" fmla="*/ 538203 h 702569"/>
                <a:gd name="connsiteX2" fmla="*/ 1030001 w 1058190"/>
                <a:gd name="connsiteY2" fmla="*/ 564224 h 702569"/>
                <a:gd name="connsiteX3" fmla="*/ 1052553 w 1058190"/>
                <a:gd name="connsiteY3" fmla="*/ 581571 h 702569"/>
                <a:gd name="connsiteX4" fmla="*/ 1042144 w 1058190"/>
                <a:gd name="connsiteY4" fmla="*/ 628409 h 702569"/>
                <a:gd name="connsiteX5" fmla="*/ 1026532 w 1058190"/>
                <a:gd name="connsiteY5" fmla="*/ 663971 h 702569"/>
                <a:gd name="connsiteX6" fmla="*/ 1039542 w 1058190"/>
                <a:gd name="connsiteY6" fmla="*/ 692594 h 702569"/>
                <a:gd name="connsiteX7" fmla="*/ 1045614 w 1058190"/>
                <a:gd name="connsiteY7" fmla="*/ 702135 h 702569"/>
                <a:gd name="connsiteX8" fmla="*/ 1034338 w 1058190"/>
                <a:gd name="connsiteY8" fmla="*/ 703003 h 702569"/>
                <a:gd name="connsiteX9" fmla="*/ 1028266 w 1058190"/>
                <a:gd name="connsiteY9" fmla="*/ 689125 h 702569"/>
                <a:gd name="connsiteX10" fmla="*/ 1023062 w 1058190"/>
                <a:gd name="connsiteY10" fmla="*/ 671778 h 702569"/>
                <a:gd name="connsiteX11" fmla="*/ 994439 w 1058190"/>
                <a:gd name="connsiteY11" fmla="*/ 656165 h 702569"/>
                <a:gd name="connsiteX12" fmla="*/ 952805 w 1058190"/>
                <a:gd name="connsiteY12" fmla="*/ 643154 h 702569"/>
                <a:gd name="connsiteX13" fmla="*/ 931121 w 1058190"/>
                <a:gd name="connsiteY13" fmla="*/ 631879 h 702569"/>
                <a:gd name="connsiteX14" fmla="*/ 905967 w 1058190"/>
                <a:gd name="connsiteY14" fmla="*/ 632746 h 702569"/>
                <a:gd name="connsiteX15" fmla="*/ 872140 w 1058190"/>
                <a:gd name="connsiteY15" fmla="*/ 636215 h 702569"/>
                <a:gd name="connsiteX16" fmla="*/ 839180 w 1058190"/>
                <a:gd name="connsiteY16" fmla="*/ 646624 h 702569"/>
                <a:gd name="connsiteX17" fmla="*/ 793209 w 1058190"/>
                <a:gd name="connsiteY17" fmla="*/ 613664 h 702569"/>
                <a:gd name="connsiteX18" fmla="*/ 769790 w 1058190"/>
                <a:gd name="connsiteY18" fmla="*/ 592847 h 702569"/>
                <a:gd name="connsiteX19" fmla="*/ 675247 w 1058190"/>
                <a:gd name="connsiteY19" fmla="*/ 599786 h 702569"/>
                <a:gd name="connsiteX20" fmla="*/ 315289 w 1058190"/>
                <a:gd name="connsiteY20" fmla="*/ 578969 h 702569"/>
                <a:gd name="connsiteX21" fmla="*/ 6505 w 1058190"/>
                <a:gd name="connsiteY21" fmla="*/ 559887 h 702569"/>
                <a:gd name="connsiteX22" fmla="*/ 19516 w 1058190"/>
                <a:gd name="connsiteY22" fmla="*/ 344779 h 702569"/>
                <a:gd name="connsiteX23" fmla="*/ 43802 w 1058190"/>
                <a:gd name="connsiteY23" fmla="*/ 49874 h 702569"/>
                <a:gd name="connsiteX24" fmla="*/ 47272 w 1058190"/>
                <a:gd name="connsiteY24" fmla="*/ 6505 h 702569"/>
                <a:gd name="connsiteX25" fmla="*/ 540805 w 1058190"/>
                <a:gd name="connsiteY25" fmla="*/ 40333 h 702569"/>
                <a:gd name="connsiteX26" fmla="*/ 1034338 w 1058190"/>
                <a:gd name="connsiteY26" fmla="*/ 55078 h 702569"/>
                <a:gd name="connsiteX27" fmla="*/ 1034338 w 1058190"/>
                <a:gd name="connsiteY27" fmla="*/ 78497 h 702569"/>
                <a:gd name="connsiteX28" fmla="*/ 1023062 w 1058190"/>
                <a:gd name="connsiteY28" fmla="*/ 91507 h 702569"/>
                <a:gd name="connsiteX29" fmla="*/ 1005715 w 1058190"/>
                <a:gd name="connsiteY29" fmla="*/ 104518 h 702569"/>
                <a:gd name="connsiteX30" fmla="*/ 1004847 w 1058190"/>
                <a:gd name="connsiteY30" fmla="*/ 123600 h 702569"/>
                <a:gd name="connsiteX31" fmla="*/ 1014389 w 1058190"/>
                <a:gd name="connsiteY31" fmla="*/ 142682 h 702569"/>
                <a:gd name="connsiteX32" fmla="*/ 1049951 w 1058190"/>
                <a:gd name="connsiteY32" fmla="*/ 172173 h 702569"/>
                <a:gd name="connsiteX33" fmla="*/ 1054287 w 1058190"/>
                <a:gd name="connsiteY33" fmla="*/ 195592 h 702569"/>
                <a:gd name="connsiteX34" fmla="*/ 1054287 w 1058190"/>
                <a:gd name="connsiteY34" fmla="*/ 506977 h 702569"/>
                <a:gd name="connsiteX35" fmla="*/ 1034338 w 1058190"/>
                <a:gd name="connsiteY35" fmla="*/ 510447 h 702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058190" h="702569">
                  <a:moveTo>
                    <a:pt x="1034338" y="510447"/>
                  </a:moveTo>
                  <a:lnTo>
                    <a:pt x="1026532" y="538203"/>
                  </a:lnTo>
                  <a:lnTo>
                    <a:pt x="1030001" y="564224"/>
                  </a:lnTo>
                  <a:lnTo>
                    <a:pt x="1052553" y="581571"/>
                  </a:lnTo>
                  <a:lnTo>
                    <a:pt x="1042144" y="628409"/>
                  </a:lnTo>
                  <a:lnTo>
                    <a:pt x="1026532" y="663971"/>
                  </a:lnTo>
                  <a:lnTo>
                    <a:pt x="1039542" y="692594"/>
                  </a:lnTo>
                  <a:lnTo>
                    <a:pt x="1045614" y="702135"/>
                  </a:lnTo>
                  <a:lnTo>
                    <a:pt x="1034338" y="703003"/>
                  </a:lnTo>
                  <a:lnTo>
                    <a:pt x="1028266" y="689125"/>
                  </a:lnTo>
                  <a:lnTo>
                    <a:pt x="1023062" y="671778"/>
                  </a:lnTo>
                  <a:lnTo>
                    <a:pt x="994439" y="656165"/>
                  </a:lnTo>
                  <a:lnTo>
                    <a:pt x="952805" y="643154"/>
                  </a:lnTo>
                  <a:lnTo>
                    <a:pt x="931121" y="631879"/>
                  </a:lnTo>
                  <a:lnTo>
                    <a:pt x="905967" y="632746"/>
                  </a:lnTo>
                  <a:lnTo>
                    <a:pt x="872140" y="636215"/>
                  </a:lnTo>
                  <a:lnTo>
                    <a:pt x="839180" y="646624"/>
                  </a:lnTo>
                  <a:lnTo>
                    <a:pt x="793209" y="613664"/>
                  </a:lnTo>
                  <a:lnTo>
                    <a:pt x="769790" y="592847"/>
                  </a:lnTo>
                  <a:lnTo>
                    <a:pt x="675247" y="599786"/>
                  </a:lnTo>
                  <a:lnTo>
                    <a:pt x="315289" y="578969"/>
                  </a:lnTo>
                  <a:lnTo>
                    <a:pt x="6505" y="559887"/>
                  </a:lnTo>
                  <a:lnTo>
                    <a:pt x="19516" y="344779"/>
                  </a:lnTo>
                  <a:lnTo>
                    <a:pt x="43802" y="49874"/>
                  </a:lnTo>
                  <a:lnTo>
                    <a:pt x="47272" y="6505"/>
                  </a:lnTo>
                  <a:lnTo>
                    <a:pt x="540805" y="40333"/>
                  </a:lnTo>
                  <a:lnTo>
                    <a:pt x="1034338" y="55078"/>
                  </a:lnTo>
                  <a:lnTo>
                    <a:pt x="1034338" y="78497"/>
                  </a:lnTo>
                  <a:lnTo>
                    <a:pt x="1023062" y="91507"/>
                  </a:lnTo>
                  <a:lnTo>
                    <a:pt x="1005715" y="104518"/>
                  </a:lnTo>
                  <a:lnTo>
                    <a:pt x="1004847" y="123600"/>
                  </a:lnTo>
                  <a:lnTo>
                    <a:pt x="1014389" y="142682"/>
                  </a:lnTo>
                  <a:lnTo>
                    <a:pt x="1049951" y="172173"/>
                  </a:lnTo>
                  <a:lnTo>
                    <a:pt x="1054287" y="195592"/>
                  </a:lnTo>
                  <a:lnTo>
                    <a:pt x="1054287" y="506977"/>
                  </a:lnTo>
                  <a:lnTo>
                    <a:pt x="1034338" y="51044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0" name="Freeform: Shape 147">
              <a:extLst>
                <a:ext uri="{FF2B5EF4-FFF2-40B4-BE49-F238E27FC236}">
                  <a16:creationId xmlns:a16="http://schemas.microsoft.com/office/drawing/2014/main" id="{969A9399-47C4-1347-8291-5894EADC2FCF}"/>
                </a:ext>
              </a:extLst>
            </p:cNvPr>
            <p:cNvSpPr/>
            <p:nvPr/>
          </p:nvSpPr>
          <p:spPr>
            <a:xfrm>
              <a:off x="5480569" y="2733514"/>
              <a:ext cx="1266359" cy="442358"/>
            </a:xfrm>
            <a:custGeom>
              <a:avLst/>
              <a:gdLst>
                <a:gd name="connsiteX0" fmla="*/ 750708 w 1266359"/>
                <a:gd name="connsiteY0" fmla="*/ 385546 h 442358"/>
                <a:gd name="connsiteX1" fmla="*/ 637083 w 1266359"/>
                <a:gd name="connsiteY1" fmla="*/ 395954 h 442358"/>
                <a:gd name="connsiteX2" fmla="*/ 434986 w 1266359"/>
                <a:gd name="connsiteY2" fmla="*/ 415036 h 442358"/>
                <a:gd name="connsiteX3" fmla="*/ 108855 w 1266359"/>
                <a:gd name="connsiteY3" fmla="*/ 438455 h 442358"/>
                <a:gd name="connsiteX4" fmla="*/ 6505 w 1266359"/>
                <a:gd name="connsiteY4" fmla="*/ 441925 h 442358"/>
                <a:gd name="connsiteX5" fmla="*/ 14312 w 1266359"/>
                <a:gd name="connsiteY5" fmla="*/ 436721 h 442358"/>
                <a:gd name="connsiteX6" fmla="*/ 22118 w 1266359"/>
                <a:gd name="connsiteY6" fmla="*/ 397689 h 442358"/>
                <a:gd name="connsiteX7" fmla="*/ 11709 w 1266359"/>
                <a:gd name="connsiteY7" fmla="*/ 366464 h 442358"/>
                <a:gd name="connsiteX8" fmla="*/ 45537 w 1266359"/>
                <a:gd name="connsiteY8" fmla="*/ 346514 h 442358"/>
                <a:gd name="connsiteX9" fmla="*/ 49007 w 1266359"/>
                <a:gd name="connsiteY9" fmla="*/ 324830 h 442358"/>
                <a:gd name="connsiteX10" fmla="*/ 59415 w 1266359"/>
                <a:gd name="connsiteY10" fmla="*/ 287533 h 442358"/>
                <a:gd name="connsiteX11" fmla="*/ 85436 w 1266359"/>
                <a:gd name="connsiteY11" fmla="*/ 205133 h 442358"/>
                <a:gd name="connsiteX12" fmla="*/ 89773 w 1266359"/>
                <a:gd name="connsiteY12" fmla="*/ 156560 h 442358"/>
                <a:gd name="connsiteX13" fmla="*/ 92375 w 1266359"/>
                <a:gd name="connsiteY13" fmla="*/ 154825 h 442358"/>
                <a:gd name="connsiteX14" fmla="*/ 199061 w 1266359"/>
                <a:gd name="connsiteY14" fmla="*/ 153091 h 442358"/>
                <a:gd name="connsiteX15" fmla="*/ 317023 w 1266359"/>
                <a:gd name="connsiteY15" fmla="*/ 146152 h 442358"/>
                <a:gd name="connsiteX16" fmla="*/ 317891 w 1266359"/>
                <a:gd name="connsiteY16" fmla="*/ 112324 h 442358"/>
                <a:gd name="connsiteX17" fmla="*/ 348249 w 1266359"/>
                <a:gd name="connsiteY17" fmla="*/ 111457 h 442358"/>
                <a:gd name="connsiteX18" fmla="*/ 611929 w 1266359"/>
                <a:gd name="connsiteY18" fmla="*/ 82834 h 442358"/>
                <a:gd name="connsiteX19" fmla="*/ 1080308 w 1266359"/>
                <a:gd name="connsiteY19" fmla="*/ 37731 h 442358"/>
                <a:gd name="connsiteX20" fmla="*/ 1169647 w 1266359"/>
                <a:gd name="connsiteY20" fmla="*/ 24720 h 442358"/>
                <a:gd name="connsiteX21" fmla="*/ 1235568 w 1266359"/>
                <a:gd name="connsiteY21" fmla="*/ 22985 h 442358"/>
                <a:gd name="connsiteX22" fmla="*/ 1256384 w 1266359"/>
                <a:gd name="connsiteY22" fmla="*/ 6505 h 442358"/>
                <a:gd name="connsiteX23" fmla="*/ 1267661 w 1266359"/>
                <a:gd name="connsiteY23" fmla="*/ 9108 h 442358"/>
                <a:gd name="connsiteX24" fmla="*/ 1266793 w 1266359"/>
                <a:gd name="connsiteY24" fmla="*/ 37731 h 442358"/>
                <a:gd name="connsiteX25" fmla="*/ 1263324 w 1266359"/>
                <a:gd name="connsiteY25" fmla="*/ 51609 h 442358"/>
                <a:gd name="connsiteX26" fmla="*/ 1242507 w 1266359"/>
                <a:gd name="connsiteY26" fmla="*/ 70691 h 442358"/>
                <a:gd name="connsiteX27" fmla="*/ 1228629 w 1266359"/>
                <a:gd name="connsiteY27" fmla="*/ 101916 h 442358"/>
                <a:gd name="connsiteX28" fmla="*/ 1211282 w 1266359"/>
                <a:gd name="connsiteY28" fmla="*/ 98446 h 442358"/>
                <a:gd name="connsiteX29" fmla="*/ 1190464 w 1266359"/>
                <a:gd name="connsiteY29" fmla="*/ 106253 h 442358"/>
                <a:gd name="connsiteX30" fmla="*/ 1171382 w 1266359"/>
                <a:gd name="connsiteY30" fmla="*/ 134876 h 442358"/>
                <a:gd name="connsiteX31" fmla="*/ 1159239 w 1266359"/>
                <a:gd name="connsiteY31" fmla="*/ 133141 h 442358"/>
                <a:gd name="connsiteX32" fmla="*/ 1152300 w 1266359"/>
                <a:gd name="connsiteY32" fmla="*/ 122733 h 442358"/>
                <a:gd name="connsiteX33" fmla="*/ 1142759 w 1266359"/>
                <a:gd name="connsiteY33" fmla="*/ 126202 h 442358"/>
                <a:gd name="connsiteX34" fmla="*/ 1105462 w 1266359"/>
                <a:gd name="connsiteY34" fmla="*/ 160897 h 442358"/>
                <a:gd name="connsiteX35" fmla="*/ 1098524 w 1266359"/>
                <a:gd name="connsiteY35" fmla="*/ 187785 h 442358"/>
                <a:gd name="connsiteX36" fmla="*/ 1062094 w 1266359"/>
                <a:gd name="connsiteY36" fmla="*/ 206868 h 442358"/>
                <a:gd name="connsiteX37" fmla="*/ 1024797 w 1266359"/>
                <a:gd name="connsiteY37" fmla="*/ 238093 h 442358"/>
                <a:gd name="connsiteX38" fmla="*/ 991837 w 1266359"/>
                <a:gd name="connsiteY38" fmla="*/ 251104 h 442358"/>
                <a:gd name="connsiteX39" fmla="*/ 953673 w 1266359"/>
                <a:gd name="connsiteY39" fmla="*/ 275390 h 442358"/>
                <a:gd name="connsiteX40" fmla="*/ 948468 w 1266359"/>
                <a:gd name="connsiteY40" fmla="*/ 306615 h 442358"/>
                <a:gd name="connsiteX41" fmla="*/ 926784 w 1266359"/>
                <a:gd name="connsiteY41" fmla="*/ 310952 h 442358"/>
                <a:gd name="connsiteX42" fmla="*/ 909437 w 1266359"/>
                <a:gd name="connsiteY42" fmla="*/ 325697 h 442358"/>
                <a:gd name="connsiteX43" fmla="*/ 907702 w 1266359"/>
                <a:gd name="connsiteY43" fmla="*/ 367331 h 442358"/>
                <a:gd name="connsiteX44" fmla="*/ 750708 w 1266359"/>
                <a:gd name="connsiteY44" fmla="*/ 385546 h 442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66359" h="442358">
                  <a:moveTo>
                    <a:pt x="750708" y="385546"/>
                  </a:moveTo>
                  <a:lnTo>
                    <a:pt x="637083" y="395954"/>
                  </a:lnTo>
                  <a:lnTo>
                    <a:pt x="434986" y="415036"/>
                  </a:lnTo>
                  <a:lnTo>
                    <a:pt x="108855" y="438455"/>
                  </a:lnTo>
                  <a:lnTo>
                    <a:pt x="6505" y="441925"/>
                  </a:lnTo>
                  <a:lnTo>
                    <a:pt x="14312" y="436721"/>
                  </a:lnTo>
                  <a:lnTo>
                    <a:pt x="22118" y="397689"/>
                  </a:lnTo>
                  <a:lnTo>
                    <a:pt x="11709" y="366464"/>
                  </a:lnTo>
                  <a:lnTo>
                    <a:pt x="45537" y="346514"/>
                  </a:lnTo>
                  <a:lnTo>
                    <a:pt x="49007" y="324830"/>
                  </a:lnTo>
                  <a:lnTo>
                    <a:pt x="59415" y="287533"/>
                  </a:lnTo>
                  <a:lnTo>
                    <a:pt x="85436" y="205133"/>
                  </a:lnTo>
                  <a:lnTo>
                    <a:pt x="89773" y="156560"/>
                  </a:lnTo>
                  <a:lnTo>
                    <a:pt x="92375" y="154825"/>
                  </a:lnTo>
                  <a:lnTo>
                    <a:pt x="199061" y="153091"/>
                  </a:lnTo>
                  <a:lnTo>
                    <a:pt x="317023" y="146152"/>
                  </a:lnTo>
                  <a:lnTo>
                    <a:pt x="317891" y="112324"/>
                  </a:lnTo>
                  <a:lnTo>
                    <a:pt x="348249" y="111457"/>
                  </a:lnTo>
                  <a:lnTo>
                    <a:pt x="611929" y="82834"/>
                  </a:lnTo>
                  <a:lnTo>
                    <a:pt x="1080308" y="37731"/>
                  </a:lnTo>
                  <a:lnTo>
                    <a:pt x="1169647" y="24720"/>
                  </a:lnTo>
                  <a:lnTo>
                    <a:pt x="1235568" y="22985"/>
                  </a:lnTo>
                  <a:lnTo>
                    <a:pt x="1256384" y="6505"/>
                  </a:lnTo>
                  <a:lnTo>
                    <a:pt x="1267661" y="9108"/>
                  </a:lnTo>
                  <a:lnTo>
                    <a:pt x="1266793" y="37731"/>
                  </a:lnTo>
                  <a:lnTo>
                    <a:pt x="1263324" y="51609"/>
                  </a:lnTo>
                  <a:lnTo>
                    <a:pt x="1242507" y="70691"/>
                  </a:lnTo>
                  <a:lnTo>
                    <a:pt x="1228629" y="101916"/>
                  </a:lnTo>
                  <a:lnTo>
                    <a:pt x="1211282" y="98446"/>
                  </a:lnTo>
                  <a:lnTo>
                    <a:pt x="1190464" y="106253"/>
                  </a:lnTo>
                  <a:lnTo>
                    <a:pt x="1171382" y="134876"/>
                  </a:lnTo>
                  <a:lnTo>
                    <a:pt x="1159239" y="133141"/>
                  </a:lnTo>
                  <a:lnTo>
                    <a:pt x="1152300" y="122733"/>
                  </a:lnTo>
                  <a:lnTo>
                    <a:pt x="1142759" y="126202"/>
                  </a:lnTo>
                  <a:lnTo>
                    <a:pt x="1105462" y="160897"/>
                  </a:lnTo>
                  <a:lnTo>
                    <a:pt x="1098524" y="187785"/>
                  </a:lnTo>
                  <a:lnTo>
                    <a:pt x="1062094" y="206868"/>
                  </a:lnTo>
                  <a:lnTo>
                    <a:pt x="1024797" y="238093"/>
                  </a:lnTo>
                  <a:lnTo>
                    <a:pt x="991837" y="251104"/>
                  </a:lnTo>
                  <a:lnTo>
                    <a:pt x="953673" y="275390"/>
                  </a:lnTo>
                  <a:lnTo>
                    <a:pt x="948468" y="306615"/>
                  </a:lnTo>
                  <a:lnTo>
                    <a:pt x="926784" y="310952"/>
                  </a:lnTo>
                  <a:lnTo>
                    <a:pt x="909437" y="325697"/>
                  </a:lnTo>
                  <a:lnTo>
                    <a:pt x="907702" y="367331"/>
                  </a:lnTo>
                  <a:lnTo>
                    <a:pt x="750708" y="385546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1" name="Freeform: Shape 148">
              <a:extLst>
                <a:ext uri="{FF2B5EF4-FFF2-40B4-BE49-F238E27FC236}">
                  <a16:creationId xmlns:a16="http://schemas.microsoft.com/office/drawing/2014/main" id="{405F0226-281C-9A47-A4BB-D2F41D192173}"/>
                </a:ext>
              </a:extLst>
            </p:cNvPr>
            <p:cNvSpPr/>
            <p:nvPr/>
          </p:nvSpPr>
          <p:spPr>
            <a:xfrm>
              <a:off x="2859379" y="2885304"/>
              <a:ext cx="2116381" cy="2073013"/>
            </a:xfrm>
            <a:custGeom>
              <a:avLst/>
              <a:gdLst>
                <a:gd name="connsiteX0" fmla="*/ 6505 w 2116381"/>
                <a:gd name="connsiteY0" fmla="*/ 806220 h 2073012"/>
                <a:gd name="connsiteX1" fmla="*/ 327432 w 2116381"/>
                <a:gd name="connsiteY1" fmla="*/ 837445 h 2073012"/>
                <a:gd name="connsiteX2" fmla="*/ 581571 w 2116381"/>
                <a:gd name="connsiteY2" fmla="*/ 853925 h 2073012"/>
                <a:gd name="connsiteX3" fmla="*/ 645757 w 2116381"/>
                <a:gd name="connsiteY3" fmla="*/ 6505 h 2073012"/>
                <a:gd name="connsiteX4" fmla="*/ 1117606 w 2116381"/>
                <a:gd name="connsiteY4" fmla="*/ 27322 h 2073012"/>
                <a:gd name="connsiteX5" fmla="*/ 1102860 w 2116381"/>
                <a:gd name="connsiteY5" fmla="*/ 229419 h 2073012"/>
                <a:gd name="connsiteX6" fmla="*/ 1094187 w 2116381"/>
                <a:gd name="connsiteY6" fmla="*/ 385546 h 2073012"/>
                <a:gd name="connsiteX7" fmla="*/ 1095921 w 2116381"/>
                <a:gd name="connsiteY7" fmla="*/ 402893 h 2073012"/>
                <a:gd name="connsiteX8" fmla="*/ 1134085 w 2116381"/>
                <a:gd name="connsiteY8" fmla="*/ 438455 h 2073012"/>
                <a:gd name="connsiteX9" fmla="*/ 1151433 w 2116381"/>
                <a:gd name="connsiteY9" fmla="*/ 447996 h 2073012"/>
                <a:gd name="connsiteX10" fmla="*/ 1167046 w 2116381"/>
                <a:gd name="connsiteY10" fmla="*/ 447996 h 2073012"/>
                <a:gd name="connsiteX11" fmla="*/ 1171383 w 2116381"/>
                <a:gd name="connsiteY11" fmla="*/ 437588 h 2073012"/>
                <a:gd name="connsiteX12" fmla="*/ 1177454 w 2116381"/>
                <a:gd name="connsiteY12" fmla="*/ 445394 h 2073012"/>
                <a:gd name="connsiteX13" fmla="*/ 1198271 w 2116381"/>
                <a:gd name="connsiteY13" fmla="*/ 447129 h 2073012"/>
                <a:gd name="connsiteX14" fmla="*/ 1207812 w 2116381"/>
                <a:gd name="connsiteY14" fmla="*/ 441925 h 2073012"/>
                <a:gd name="connsiteX15" fmla="*/ 1207812 w 2116381"/>
                <a:gd name="connsiteY15" fmla="*/ 440190 h 2073012"/>
                <a:gd name="connsiteX16" fmla="*/ 1216486 w 2116381"/>
                <a:gd name="connsiteY16" fmla="*/ 444527 h 2073012"/>
                <a:gd name="connsiteX17" fmla="*/ 1213016 w 2116381"/>
                <a:gd name="connsiteY17" fmla="*/ 476620 h 2073012"/>
                <a:gd name="connsiteX18" fmla="*/ 1252048 w 2116381"/>
                <a:gd name="connsiteY18" fmla="*/ 482691 h 2073012"/>
                <a:gd name="connsiteX19" fmla="*/ 1272865 w 2116381"/>
                <a:gd name="connsiteY19" fmla="*/ 490498 h 2073012"/>
                <a:gd name="connsiteX20" fmla="*/ 1309294 w 2116381"/>
                <a:gd name="connsiteY20" fmla="*/ 496569 h 2073012"/>
                <a:gd name="connsiteX21" fmla="*/ 1331846 w 2116381"/>
                <a:gd name="connsiteY21" fmla="*/ 512182 h 2073012"/>
                <a:gd name="connsiteX22" fmla="*/ 1356132 w 2116381"/>
                <a:gd name="connsiteY22" fmla="*/ 495702 h 2073012"/>
                <a:gd name="connsiteX23" fmla="*/ 1379551 w 2116381"/>
                <a:gd name="connsiteY23" fmla="*/ 500906 h 2073012"/>
                <a:gd name="connsiteX24" fmla="*/ 1398633 w 2116381"/>
                <a:gd name="connsiteY24" fmla="*/ 527794 h 2073012"/>
                <a:gd name="connsiteX25" fmla="*/ 1405572 w 2116381"/>
                <a:gd name="connsiteY25" fmla="*/ 528662 h 2073012"/>
                <a:gd name="connsiteX26" fmla="*/ 1405572 w 2116381"/>
                <a:gd name="connsiteY26" fmla="*/ 546877 h 2073012"/>
                <a:gd name="connsiteX27" fmla="*/ 1434195 w 2116381"/>
                <a:gd name="connsiteY27" fmla="*/ 556417 h 2073012"/>
                <a:gd name="connsiteX28" fmla="*/ 1455880 w 2116381"/>
                <a:gd name="connsiteY28" fmla="*/ 538203 h 2073012"/>
                <a:gd name="connsiteX29" fmla="*/ 1468890 w 2116381"/>
                <a:gd name="connsiteY29" fmla="*/ 542540 h 2073012"/>
                <a:gd name="connsiteX30" fmla="*/ 1487105 w 2116381"/>
                <a:gd name="connsiteY30" fmla="*/ 543407 h 2073012"/>
                <a:gd name="connsiteX31" fmla="*/ 1492309 w 2116381"/>
                <a:gd name="connsiteY31" fmla="*/ 561622 h 2073012"/>
                <a:gd name="connsiteX32" fmla="*/ 1537412 w 2116381"/>
                <a:gd name="connsiteY32" fmla="*/ 578969 h 2073012"/>
                <a:gd name="connsiteX33" fmla="*/ 1557362 w 2116381"/>
                <a:gd name="connsiteY33" fmla="*/ 574632 h 2073012"/>
                <a:gd name="connsiteX34" fmla="*/ 1573842 w 2116381"/>
                <a:gd name="connsiteY34" fmla="*/ 539937 h 2073012"/>
                <a:gd name="connsiteX35" fmla="*/ 1574709 w 2116381"/>
                <a:gd name="connsiteY35" fmla="*/ 539937 h 2073012"/>
                <a:gd name="connsiteX36" fmla="*/ 1584250 w 2116381"/>
                <a:gd name="connsiteY36" fmla="*/ 556417 h 2073012"/>
                <a:gd name="connsiteX37" fmla="*/ 1624149 w 2116381"/>
                <a:gd name="connsiteY37" fmla="*/ 564224 h 2073012"/>
                <a:gd name="connsiteX38" fmla="*/ 1653640 w 2116381"/>
                <a:gd name="connsiteY38" fmla="*/ 575500 h 2073012"/>
                <a:gd name="connsiteX39" fmla="*/ 1681396 w 2116381"/>
                <a:gd name="connsiteY39" fmla="*/ 584173 h 2073012"/>
                <a:gd name="connsiteX40" fmla="*/ 1702212 w 2116381"/>
                <a:gd name="connsiteY40" fmla="*/ 573765 h 2073012"/>
                <a:gd name="connsiteX41" fmla="*/ 1708284 w 2116381"/>
                <a:gd name="connsiteY41" fmla="*/ 553815 h 2073012"/>
                <a:gd name="connsiteX42" fmla="*/ 1739509 w 2116381"/>
                <a:gd name="connsiteY42" fmla="*/ 553815 h 2073012"/>
                <a:gd name="connsiteX43" fmla="*/ 1757724 w 2116381"/>
                <a:gd name="connsiteY43" fmla="*/ 562489 h 2073012"/>
                <a:gd name="connsiteX44" fmla="*/ 1783745 w 2116381"/>
                <a:gd name="connsiteY44" fmla="*/ 545142 h 2073012"/>
                <a:gd name="connsiteX45" fmla="*/ 1787215 w 2116381"/>
                <a:gd name="connsiteY45" fmla="*/ 545142 h 2073012"/>
                <a:gd name="connsiteX46" fmla="*/ 1791552 w 2116381"/>
                <a:gd name="connsiteY46" fmla="*/ 557285 h 2073012"/>
                <a:gd name="connsiteX47" fmla="*/ 1832318 w 2116381"/>
                <a:gd name="connsiteY47" fmla="*/ 557285 h 2073012"/>
                <a:gd name="connsiteX48" fmla="*/ 1848798 w 2116381"/>
                <a:gd name="connsiteY48" fmla="*/ 541672 h 2073012"/>
                <a:gd name="connsiteX49" fmla="*/ 1860074 w 2116381"/>
                <a:gd name="connsiteY49" fmla="*/ 545142 h 2073012"/>
                <a:gd name="connsiteX50" fmla="*/ 1874819 w 2116381"/>
                <a:gd name="connsiteY50" fmla="*/ 563357 h 2073012"/>
                <a:gd name="connsiteX51" fmla="*/ 1903442 w 2116381"/>
                <a:gd name="connsiteY51" fmla="*/ 579836 h 2073012"/>
                <a:gd name="connsiteX52" fmla="*/ 1932933 w 2116381"/>
                <a:gd name="connsiteY52" fmla="*/ 588510 h 2073012"/>
                <a:gd name="connsiteX53" fmla="*/ 1954617 w 2116381"/>
                <a:gd name="connsiteY53" fmla="*/ 600653 h 2073012"/>
                <a:gd name="connsiteX54" fmla="*/ 1978036 w 2116381"/>
                <a:gd name="connsiteY54" fmla="*/ 618001 h 2073012"/>
                <a:gd name="connsiteX55" fmla="*/ 2004925 w 2116381"/>
                <a:gd name="connsiteY55" fmla="*/ 607592 h 2073012"/>
                <a:gd name="connsiteX56" fmla="*/ 2023139 w 2116381"/>
                <a:gd name="connsiteY56" fmla="*/ 614531 h 2073012"/>
                <a:gd name="connsiteX57" fmla="*/ 2029211 w 2116381"/>
                <a:gd name="connsiteY57" fmla="*/ 788005 h 2073012"/>
                <a:gd name="connsiteX58" fmla="*/ 2035282 w 2116381"/>
                <a:gd name="connsiteY58" fmla="*/ 870405 h 2073012"/>
                <a:gd name="connsiteX59" fmla="*/ 2040486 w 2116381"/>
                <a:gd name="connsiteY59" fmla="*/ 905967 h 2073012"/>
                <a:gd name="connsiteX60" fmla="*/ 2063038 w 2116381"/>
                <a:gd name="connsiteY60" fmla="*/ 944132 h 2073012"/>
                <a:gd name="connsiteX61" fmla="*/ 2070844 w 2116381"/>
                <a:gd name="connsiteY61" fmla="*/ 983163 h 2073012"/>
                <a:gd name="connsiteX62" fmla="*/ 2107274 w 2116381"/>
                <a:gd name="connsiteY62" fmla="*/ 1034338 h 2073012"/>
                <a:gd name="connsiteX63" fmla="*/ 2109876 w 2116381"/>
                <a:gd name="connsiteY63" fmla="*/ 1061226 h 2073012"/>
                <a:gd name="connsiteX64" fmla="*/ 2115081 w 2116381"/>
                <a:gd name="connsiteY64" fmla="*/ 1068165 h 2073012"/>
                <a:gd name="connsiteX65" fmla="*/ 2109009 w 2116381"/>
                <a:gd name="connsiteY65" fmla="*/ 1134953 h 2073012"/>
                <a:gd name="connsiteX66" fmla="*/ 2083855 w 2116381"/>
                <a:gd name="connsiteY66" fmla="*/ 1176586 h 2073012"/>
                <a:gd name="connsiteX67" fmla="*/ 2095131 w 2116381"/>
                <a:gd name="connsiteY67" fmla="*/ 1199138 h 2073012"/>
                <a:gd name="connsiteX68" fmla="*/ 2090794 w 2116381"/>
                <a:gd name="connsiteY68" fmla="*/ 1219955 h 2073012"/>
                <a:gd name="connsiteX69" fmla="*/ 2083855 w 2116381"/>
                <a:gd name="connsiteY69" fmla="*/ 1282406 h 2073012"/>
                <a:gd name="connsiteX70" fmla="*/ 2072579 w 2116381"/>
                <a:gd name="connsiteY70" fmla="*/ 1308427 h 2073012"/>
                <a:gd name="connsiteX71" fmla="*/ 2075181 w 2116381"/>
                <a:gd name="connsiteY71" fmla="*/ 1344856 h 2073012"/>
                <a:gd name="connsiteX72" fmla="*/ 2026609 w 2116381"/>
                <a:gd name="connsiteY72" fmla="*/ 1358734 h 2073012"/>
                <a:gd name="connsiteX73" fmla="*/ 1940739 w 2116381"/>
                <a:gd name="connsiteY73" fmla="*/ 1397766 h 2073012"/>
                <a:gd name="connsiteX74" fmla="*/ 1932065 w 2116381"/>
                <a:gd name="connsiteY74" fmla="*/ 1414246 h 2073012"/>
                <a:gd name="connsiteX75" fmla="*/ 1909514 w 2116381"/>
                <a:gd name="connsiteY75" fmla="*/ 1430726 h 2073012"/>
                <a:gd name="connsiteX76" fmla="*/ 1891299 w 2116381"/>
                <a:gd name="connsiteY76" fmla="*/ 1443736 h 2073012"/>
                <a:gd name="connsiteX77" fmla="*/ 1880023 w 2116381"/>
                <a:gd name="connsiteY77" fmla="*/ 1450675 h 2073012"/>
                <a:gd name="connsiteX78" fmla="*/ 1830583 w 2116381"/>
                <a:gd name="connsiteY78" fmla="*/ 1496646 h 2073012"/>
                <a:gd name="connsiteX79" fmla="*/ 1807164 w 2116381"/>
                <a:gd name="connsiteY79" fmla="*/ 1514861 h 2073012"/>
                <a:gd name="connsiteX80" fmla="*/ 1761194 w 2116381"/>
                <a:gd name="connsiteY80" fmla="*/ 1542616 h 2073012"/>
                <a:gd name="connsiteX81" fmla="*/ 1711754 w 2116381"/>
                <a:gd name="connsiteY81" fmla="*/ 1563434 h 2073012"/>
                <a:gd name="connsiteX82" fmla="*/ 1657109 w 2116381"/>
                <a:gd name="connsiteY82" fmla="*/ 1592924 h 2073012"/>
                <a:gd name="connsiteX83" fmla="*/ 1641497 w 2116381"/>
                <a:gd name="connsiteY83" fmla="*/ 1605934 h 2073012"/>
                <a:gd name="connsiteX84" fmla="*/ 1591189 w 2116381"/>
                <a:gd name="connsiteY84" fmla="*/ 1637160 h 2073012"/>
                <a:gd name="connsiteX85" fmla="*/ 1561699 w 2116381"/>
                <a:gd name="connsiteY85" fmla="*/ 1642364 h 2073012"/>
                <a:gd name="connsiteX86" fmla="*/ 1527871 w 2116381"/>
                <a:gd name="connsiteY86" fmla="*/ 1690069 h 2073012"/>
                <a:gd name="connsiteX87" fmla="*/ 1493177 w 2116381"/>
                <a:gd name="connsiteY87" fmla="*/ 1692671 h 2073012"/>
                <a:gd name="connsiteX88" fmla="*/ 1484503 w 2116381"/>
                <a:gd name="connsiteY88" fmla="*/ 1709151 h 2073012"/>
                <a:gd name="connsiteX89" fmla="*/ 1504452 w 2116381"/>
                <a:gd name="connsiteY89" fmla="*/ 1725631 h 2073012"/>
                <a:gd name="connsiteX90" fmla="*/ 1491442 w 2116381"/>
                <a:gd name="connsiteY90" fmla="*/ 1773336 h 2073012"/>
                <a:gd name="connsiteX91" fmla="*/ 1480166 w 2116381"/>
                <a:gd name="connsiteY91" fmla="*/ 1812368 h 2073012"/>
                <a:gd name="connsiteX92" fmla="*/ 1470625 w 2116381"/>
                <a:gd name="connsiteY92" fmla="*/ 1846196 h 2073012"/>
                <a:gd name="connsiteX93" fmla="*/ 1463686 w 2116381"/>
                <a:gd name="connsiteY93" fmla="*/ 1885227 h 2073012"/>
                <a:gd name="connsiteX94" fmla="*/ 1470625 w 2116381"/>
                <a:gd name="connsiteY94" fmla="*/ 1906044 h 2073012"/>
                <a:gd name="connsiteX95" fmla="*/ 1486237 w 2116381"/>
                <a:gd name="connsiteY95" fmla="*/ 1966760 h 2073012"/>
                <a:gd name="connsiteX96" fmla="*/ 1494911 w 2116381"/>
                <a:gd name="connsiteY96" fmla="*/ 2019670 h 2073012"/>
                <a:gd name="connsiteX97" fmla="*/ 1510524 w 2116381"/>
                <a:gd name="connsiteY97" fmla="*/ 2043089 h 2073012"/>
                <a:gd name="connsiteX98" fmla="*/ 1501850 w 2116381"/>
                <a:gd name="connsiteY98" fmla="*/ 2056099 h 2073012"/>
                <a:gd name="connsiteX99" fmla="*/ 1474962 w 2116381"/>
                <a:gd name="connsiteY99" fmla="*/ 2072579 h 2073012"/>
                <a:gd name="connsiteX100" fmla="*/ 1425522 w 2116381"/>
                <a:gd name="connsiteY100" fmla="*/ 2038752 h 2073012"/>
                <a:gd name="connsiteX101" fmla="*/ 1377816 w 2116381"/>
                <a:gd name="connsiteY101" fmla="*/ 2029210 h 2073012"/>
                <a:gd name="connsiteX102" fmla="*/ 1366541 w 2116381"/>
                <a:gd name="connsiteY102" fmla="*/ 2033547 h 2073012"/>
                <a:gd name="connsiteX103" fmla="*/ 1338785 w 2116381"/>
                <a:gd name="connsiteY103" fmla="*/ 2028343 h 2073012"/>
                <a:gd name="connsiteX104" fmla="*/ 1302355 w 2116381"/>
                <a:gd name="connsiteY104" fmla="*/ 2001455 h 2073012"/>
                <a:gd name="connsiteX105" fmla="*/ 1257252 w 2116381"/>
                <a:gd name="connsiteY105" fmla="*/ 1991914 h 2073012"/>
                <a:gd name="connsiteX106" fmla="*/ 1191332 w 2116381"/>
                <a:gd name="connsiteY106" fmla="*/ 1962423 h 2073012"/>
                <a:gd name="connsiteX107" fmla="*/ 1173117 w 2116381"/>
                <a:gd name="connsiteY107" fmla="*/ 1928596 h 2073012"/>
                <a:gd name="connsiteX108" fmla="*/ 1161841 w 2116381"/>
                <a:gd name="connsiteY108" fmla="*/ 1872217 h 2073012"/>
                <a:gd name="connsiteX109" fmla="*/ 1134085 w 2116381"/>
                <a:gd name="connsiteY109" fmla="*/ 1855737 h 2073012"/>
                <a:gd name="connsiteX110" fmla="*/ 1128881 w 2116381"/>
                <a:gd name="connsiteY110" fmla="*/ 1835787 h 2073012"/>
                <a:gd name="connsiteX111" fmla="*/ 1134085 w 2116381"/>
                <a:gd name="connsiteY111" fmla="*/ 1830583 h 2073012"/>
                <a:gd name="connsiteX112" fmla="*/ 1136688 w 2116381"/>
                <a:gd name="connsiteY112" fmla="*/ 1801092 h 2073012"/>
                <a:gd name="connsiteX113" fmla="*/ 1125412 w 2116381"/>
                <a:gd name="connsiteY113" fmla="*/ 1795888 h 2073012"/>
                <a:gd name="connsiteX114" fmla="*/ 1120208 w 2116381"/>
                <a:gd name="connsiteY114" fmla="*/ 1787215 h 2073012"/>
                <a:gd name="connsiteX115" fmla="*/ 1131483 w 2116381"/>
                <a:gd name="connsiteY115" fmla="*/ 1749050 h 2073012"/>
                <a:gd name="connsiteX116" fmla="*/ 1117606 w 2116381"/>
                <a:gd name="connsiteY116" fmla="*/ 1729101 h 2073012"/>
                <a:gd name="connsiteX117" fmla="*/ 1089850 w 2116381"/>
                <a:gd name="connsiteY117" fmla="*/ 1717825 h 2073012"/>
                <a:gd name="connsiteX118" fmla="*/ 1060359 w 2116381"/>
                <a:gd name="connsiteY118" fmla="*/ 1679661 h 2073012"/>
                <a:gd name="connsiteX119" fmla="*/ 1029134 w 2116381"/>
                <a:gd name="connsiteY119" fmla="*/ 1622415 h 2073012"/>
                <a:gd name="connsiteX120" fmla="*/ 992704 w 2116381"/>
                <a:gd name="connsiteY120" fmla="*/ 1599863 h 2073012"/>
                <a:gd name="connsiteX121" fmla="*/ 994439 w 2116381"/>
                <a:gd name="connsiteY121" fmla="*/ 1583383 h 2073012"/>
                <a:gd name="connsiteX122" fmla="*/ 948468 w 2116381"/>
                <a:gd name="connsiteY122" fmla="*/ 1476696 h 2073012"/>
                <a:gd name="connsiteX123" fmla="*/ 941530 w 2116381"/>
                <a:gd name="connsiteY123" fmla="*/ 1440267 h 2073012"/>
                <a:gd name="connsiteX124" fmla="*/ 925917 w 2116381"/>
                <a:gd name="connsiteY124" fmla="*/ 1423787 h 2073012"/>
                <a:gd name="connsiteX125" fmla="*/ 924182 w 2116381"/>
                <a:gd name="connsiteY125" fmla="*/ 1410776 h 2073012"/>
                <a:gd name="connsiteX126" fmla="*/ 872140 w 2116381"/>
                <a:gd name="connsiteY126" fmla="*/ 1364806 h 2073012"/>
                <a:gd name="connsiteX127" fmla="*/ 849588 w 2116381"/>
                <a:gd name="connsiteY127" fmla="*/ 1337917 h 2073012"/>
                <a:gd name="connsiteX128" fmla="*/ 849588 w 2116381"/>
                <a:gd name="connsiteY128" fmla="*/ 1328376 h 2073012"/>
                <a:gd name="connsiteX129" fmla="*/ 827037 w 2116381"/>
                <a:gd name="connsiteY129" fmla="*/ 1310162 h 2073012"/>
                <a:gd name="connsiteX130" fmla="*/ 768056 w 2116381"/>
                <a:gd name="connsiteY130" fmla="*/ 1300620 h 2073012"/>
                <a:gd name="connsiteX131" fmla="*/ 703870 w 2116381"/>
                <a:gd name="connsiteY131" fmla="*/ 1295416 h 2073012"/>
                <a:gd name="connsiteX132" fmla="*/ 676982 w 2116381"/>
                <a:gd name="connsiteY132" fmla="*/ 1275467 h 2073012"/>
                <a:gd name="connsiteX133" fmla="*/ 637950 w 2116381"/>
                <a:gd name="connsiteY133" fmla="*/ 1291079 h 2073012"/>
                <a:gd name="connsiteX134" fmla="*/ 606725 w 2116381"/>
                <a:gd name="connsiteY134" fmla="*/ 1304090 h 2073012"/>
                <a:gd name="connsiteX135" fmla="*/ 586776 w 2116381"/>
                <a:gd name="connsiteY135" fmla="*/ 1331846 h 2073012"/>
                <a:gd name="connsiteX136" fmla="*/ 578102 w 2116381"/>
                <a:gd name="connsiteY136" fmla="*/ 1363938 h 2073012"/>
                <a:gd name="connsiteX137" fmla="*/ 539937 w 2116381"/>
                <a:gd name="connsiteY137" fmla="*/ 1416848 h 2073012"/>
                <a:gd name="connsiteX138" fmla="*/ 519121 w 2116381"/>
                <a:gd name="connsiteY138" fmla="*/ 1437665 h 2073012"/>
                <a:gd name="connsiteX139" fmla="*/ 496569 w 2116381"/>
                <a:gd name="connsiteY139" fmla="*/ 1428991 h 2073012"/>
                <a:gd name="connsiteX140" fmla="*/ 480956 w 2116381"/>
                <a:gd name="connsiteY140" fmla="*/ 1419450 h 2073012"/>
                <a:gd name="connsiteX141" fmla="*/ 464476 w 2116381"/>
                <a:gd name="connsiteY141" fmla="*/ 1414246 h 2073012"/>
                <a:gd name="connsiteX142" fmla="*/ 430649 w 2116381"/>
                <a:gd name="connsiteY142" fmla="*/ 1394296 h 2073012"/>
                <a:gd name="connsiteX143" fmla="*/ 430649 w 2116381"/>
                <a:gd name="connsiteY143" fmla="*/ 1389092 h 2073012"/>
                <a:gd name="connsiteX144" fmla="*/ 415036 w 2116381"/>
                <a:gd name="connsiteY144" fmla="*/ 1372612 h 2073012"/>
                <a:gd name="connsiteX145" fmla="*/ 369933 w 2116381"/>
                <a:gd name="connsiteY145" fmla="*/ 1354397 h 2073012"/>
                <a:gd name="connsiteX146" fmla="*/ 305748 w 2116381"/>
                <a:gd name="connsiteY146" fmla="*/ 1286742 h 2073012"/>
                <a:gd name="connsiteX147" fmla="*/ 285798 w 2116381"/>
                <a:gd name="connsiteY147" fmla="*/ 1245976 h 2073012"/>
                <a:gd name="connsiteX148" fmla="*/ 285798 w 2116381"/>
                <a:gd name="connsiteY148" fmla="*/ 1175719 h 2073012"/>
                <a:gd name="connsiteX149" fmla="*/ 258042 w 2116381"/>
                <a:gd name="connsiteY149" fmla="*/ 1119340 h 2073012"/>
                <a:gd name="connsiteX150" fmla="*/ 253706 w 2116381"/>
                <a:gd name="connsiteY150" fmla="*/ 1095921 h 2073012"/>
                <a:gd name="connsiteX151" fmla="*/ 239828 w 2116381"/>
                <a:gd name="connsiteY151" fmla="*/ 1087248 h 2073012"/>
                <a:gd name="connsiteX152" fmla="*/ 230287 w 2116381"/>
                <a:gd name="connsiteY152" fmla="*/ 1069033 h 2073012"/>
                <a:gd name="connsiteX153" fmla="*/ 186918 w 2116381"/>
                <a:gd name="connsiteY153" fmla="*/ 1050818 h 2073012"/>
                <a:gd name="connsiteX154" fmla="*/ 175642 w 2116381"/>
                <a:gd name="connsiteY154" fmla="*/ 1036940 h 2073012"/>
                <a:gd name="connsiteX155" fmla="*/ 114059 w 2116381"/>
                <a:gd name="connsiteY155" fmla="*/ 968418 h 2073012"/>
                <a:gd name="connsiteX156" fmla="*/ 102783 w 2116381"/>
                <a:gd name="connsiteY156" fmla="*/ 940662 h 2073012"/>
                <a:gd name="connsiteX157" fmla="*/ 62017 w 2116381"/>
                <a:gd name="connsiteY157" fmla="*/ 920712 h 2073012"/>
                <a:gd name="connsiteX158" fmla="*/ 49007 w 2116381"/>
                <a:gd name="connsiteY158" fmla="*/ 882548 h 2073012"/>
                <a:gd name="connsiteX159" fmla="*/ 26455 w 2116381"/>
                <a:gd name="connsiteY159" fmla="*/ 857395 h 2073012"/>
                <a:gd name="connsiteX160" fmla="*/ 11710 w 2116381"/>
                <a:gd name="connsiteY160" fmla="*/ 853058 h 2073012"/>
                <a:gd name="connsiteX161" fmla="*/ 6505 w 2116381"/>
                <a:gd name="connsiteY161" fmla="*/ 806220 h 2073012"/>
                <a:gd name="connsiteX162" fmla="*/ 1519198 w 2116381"/>
                <a:gd name="connsiteY162" fmla="*/ 2035282 h 2073012"/>
                <a:gd name="connsiteX163" fmla="*/ 1513993 w 2116381"/>
                <a:gd name="connsiteY163" fmla="*/ 1973699 h 2073012"/>
                <a:gd name="connsiteX164" fmla="*/ 1490574 w 2116381"/>
                <a:gd name="connsiteY164" fmla="*/ 1911248 h 2073012"/>
                <a:gd name="connsiteX165" fmla="*/ 1485370 w 2116381"/>
                <a:gd name="connsiteY165" fmla="*/ 1850533 h 2073012"/>
                <a:gd name="connsiteX166" fmla="*/ 1498381 w 2116381"/>
                <a:gd name="connsiteY166" fmla="*/ 1779408 h 2073012"/>
                <a:gd name="connsiteX167" fmla="*/ 1527004 w 2116381"/>
                <a:gd name="connsiteY167" fmla="*/ 1719560 h 2073012"/>
                <a:gd name="connsiteX168" fmla="*/ 1557362 w 2116381"/>
                <a:gd name="connsiteY168" fmla="*/ 1672722 h 2073012"/>
                <a:gd name="connsiteX169" fmla="*/ 1585118 w 2116381"/>
                <a:gd name="connsiteY169" fmla="*/ 1641497 h 2073012"/>
                <a:gd name="connsiteX170" fmla="*/ 1590322 w 2116381"/>
                <a:gd name="connsiteY170" fmla="*/ 1643231 h 2073012"/>
                <a:gd name="connsiteX171" fmla="*/ 1548688 w 2116381"/>
                <a:gd name="connsiteY171" fmla="*/ 1700478 h 2073012"/>
                <a:gd name="connsiteX172" fmla="*/ 1510524 w 2116381"/>
                <a:gd name="connsiteY172" fmla="*/ 1756857 h 2073012"/>
                <a:gd name="connsiteX173" fmla="*/ 1493177 w 2116381"/>
                <a:gd name="connsiteY173" fmla="*/ 1814103 h 2073012"/>
                <a:gd name="connsiteX174" fmla="*/ 1490574 w 2116381"/>
                <a:gd name="connsiteY174" fmla="*/ 1859206 h 2073012"/>
                <a:gd name="connsiteX175" fmla="*/ 1498381 w 2116381"/>
                <a:gd name="connsiteY175" fmla="*/ 1912116 h 2073012"/>
                <a:gd name="connsiteX176" fmla="*/ 1520932 w 2116381"/>
                <a:gd name="connsiteY176" fmla="*/ 1974566 h 2073012"/>
                <a:gd name="connsiteX177" fmla="*/ 1525269 w 2116381"/>
                <a:gd name="connsiteY177" fmla="*/ 2019670 h 2073012"/>
                <a:gd name="connsiteX178" fmla="*/ 1527004 w 2116381"/>
                <a:gd name="connsiteY178" fmla="*/ 2032680 h 2073012"/>
                <a:gd name="connsiteX179" fmla="*/ 1519198 w 2116381"/>
                <a:gd name="connsiteY179" fmla="*/ 2035282 h 207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2116381" h="2073012">
                  <a:moveTo>
                    <a:pt x="6505" y="806220"/>
                  </a:moveTo>
                  <a:lnTo>
                    <a:pt x="327432" y="837445"/>
                  </a:lnTo>
                  <a:lnTo>
                    <a:pt x="581571" y="853925"/>
                  </a:lnTo>
                  <a:lnTo>
                    <a:pt x="645757" y="6505"/>
                  </a:lnTo>
                  <a:lnTo>
                    <a:pt x="1117606" y="27322"/>
                  </a:lnTo>
                  <a:lnTo>
                    <a:pt x="1102860" y="229419"/>
                  </a:lnTo>
                  <a:lnTo>
                    <a:pt x="1094187" y="385546"/>
                  </a:lnTo>
                  <a:lnTo>
                    <a:pt x="1095921" y="402893"/>
                  </a:lnTo>
                  <a:lnTo>
                    <a:pt x="1134085" y="438455"/>
                  </a:lnTo>
                  <a:lnTo>
                    <a:pt x="1151433" y="447996"/>
                  </a:lnTo>
                  <a:lnTo>
                    <a:pt x="1167046" y="447996"/>
                  </a:lnTo>
                  <a:lnTo>
                    <a:pt x="1171383" y="437588"/>
                  </a:lnTo>
                  <a:lnTo>
                    <a:pt x="1177454" y="445394"/>
                  </a:lnTo>
                  <a:lnTo>
                    <a:pt x="1198271" y="447129"/>
                  </a:lnTo>
                  <a:lnTo>
                    <a:pt x="1207812" y="441925"/>
                  </a:lnTo>
                  <a:lnTo>
                    <a:pt x="1207812" y="440190"/>
                  </a:lnTo>
                  <a:lnTo>
                    <a:pt x="1216486" y="444527"/>
                  </a:lnTo>
                  <a:lnTo>
                    <a:pt x="1213016" y="476620"/>
                  </a:lnTo>
                  <a:lnTo>
                    <a:pt x="1252048" y="482691"/>
                  </a:lnTo>
                  <a:lnTo>
                    <a:pt x="1272865" y="490498"/>
                  </a:lnTo>
                  <a:lnTo>
                    <a:pt x="1309294" y="496569"/>
                  </a:lnTo>
                  <a:lnTo>
                    <a:pt x="1331846" y="512182"/>
                  </a:lnTo>
                  <a:lnTo>
                    <a:pt x="1356132" y="495702"/>
                  </a:lnTo>
                  <a:lnTo>
                    <a:pt x="1379551" y="500906"/>
                  </a:lnTo>
                  <a:lnTo>
                    <a:pt x="1398633" y="527794"/>
                  </a:lnTo>
                  <a:lnTo>
                    <a:pt x="1405572" y="528662"/>
                  </a:lnTo>
                  <a:lnTo>
                    <a:pt x="1405572" y="546877"/>
                  </a:lnTo>
                  <a:lnTo>
                    <a:pt x="1434195" y="556417"/>
                  </a:lnTo>
                  <a:lnTo>
                    <a:pt x="1455880" y="538203"/>
                  </a:lnTo>
                  <a:lnTo>
                    <a:pt x="1468890" y="542540"/>
                  </a:lnTo>
                  <a:lnTo>
                    <a:pt x="1487105" y="543407"/>
                  </a:lnTo>
                  <a:lnTo>
                    <a:pt x="1492309" y="561622"/>
                  </a:lnTo>
                  <a:lnTo>
                    <a:pt x="1537412" y="578969"/>
                  </a:lnTo>
                  <a:lnTo>
                    <a:pt x="1557362" y="574632"/>
                  </a:lnTo>
                  <a:lnTo>
                    <a:pt x="1573842" y="539937"/>
                  </a:lnTo>
                  <a:lnTo>
                    <a:pt x="1574709" y="539937"/>
                  </a:lnTo>
                  <a:lnTo>
                    <a:pt x="1584250" y="556417"/>
                  </a:lnTo>
                  <a:lnTo>
                    <a:pt x="1624149" y="564224"/>
                  </a:lnTo>
                  <a:lnTo>
                    <a:pt x="1653640" y="575500"/>
                  </a:lnTo>
                  <a:lnTo>
                    <a:pt x="1681396" y="584173"/>
                  </a:lnTo>
                  <a:lnTo>
                    <a:pt x="1702212" y="573765"/>
                  </a:lnTo>
                  <a:lnTo>
                    <a:pt x="1708284" y="553815"/>
                  </a:lnTo>
                  <a:lnTo>
                    <a:pt x="1739509" y="553815"/>
                  </a:lnTo>
                  <a:lnTo>
                    <a:pt x="1757724" y="562489"/>
                  </a:lnTo>
                  <a:lnTo>
                    <a:pt x="1783745" y="545142"/>
                  </a:lnTo>
                  <a:lnTo>
                    <a:pt x="1787215" y="545142"/>
                  </a:lnTo>
                  <a:lnTo>
                    <a:pt x="1791552" y="557285"/>
                  </a:lnTo>
                  <a:lnTo>
                    <a:pt x="1832318" y="557285"/>
                  </a:lnTo>
                  <a:lnTo>
                    <a:pt x="1848798" y="541672"/>
                  </a:lnTo>
                  <a:lnTo>
                    <a:pt x="1860074" y="545142"/>
                  </a:lnTo>
                  <a:lnTo>
                    <a:pt x="1874819" y="563357"/>
                  </a:lnTo>
                  <a:lnTo>
                    <a:pt x="1903442" y="579836"/>
                  </a:lnTo>
                  <a:lnTo>
                    <a:pt x="1932933" y="588510"/>
                  </a:lnTo>
                  <a:lnTo>
                    <a:pt x="1954617" y="600653"/>
                  </a:lnTo>
                  <a:lnTo>
                    <a:pt x="1978036" y="618001"/>
                  </a:lnTo>
                  <a:lnTo>
                    <a:pt x="2004925" y="607592"/>
                  </a:lnTo>
                  <a:lnTo>
                    <a:pt x="2023139" y="614531"/>
                  </a:lnTo>
                  <a:lnTo>
                    <a:pt x="2029211" y="788005"/>
                  </a:lnTo>
                  <a:lnTo>
                    <a:pt x="2035282" y="870405"/>
                  </a:lnTo>
                  <a:lnTo>
                    <a:pt x="2040486" y="905967"/>
                  </a:lnTo>
                  <a:lnTo>
                    <a:pt x="2063038" y="944132"/>
                  </a:lnTo>
                  <a:lnTo>
                    <a:pt x="2070844" y="983163"/>
                  </a:lnTo>
                  <a:lnTo>
                    <a:pt x="2107274" y="1034338"/>
                  </a:lnTo>
                  <a:lnTo>
                    <a:pt x="2109876" y="1061226"/>
                  </a:lnTo>
                  <a:lnTo>
                    <a:pt x="2115081" y="1068165"/>
                  </a:lnTo>
                  <a:lnTo>
                    <a:pt x="2109009" y="1134953"/>
                  </a:lnTo>
                  <a:lnTo>
                    <a:pt x="2083855" y="1176586"/>
                  </a:lnTo>
                  <a:lnTo>
                    <a:pt x="2095131" y="1199138"/>
                  </a:lnTo>
                  <a:lnTo>
                    <a:pt x="2090794" y="1219955"/>
                  </a:lnTo>
                  <a:lnTo>
                    <a:pt x="2083855" y="1282406"/>
                  </a:lnTo>
                  <a:lnTo>
                    <a:pt x="2072579" y="1308427"/>
                  </a:lnTo>
                  <a:lnTo>
                    <a:pt x="2075181" y="1344856"/>
                  </a:lnTo>
                  <a:lnTo>
                    <a:pt x="2026609" y="1358734"/>
                  </a:lnTo>
                  <a:lnTo>
                    <a:pt x="1940739" y="1397766"/>
                  </a:lnTo>
                  <a:lnTo>
                    <a:pt x="1932065" y="1414246"/>
                  </a:lnTo>
                  <a:lnTo>
                    <a:pt x="1909514" y="1430726"/>
                  </a:lnTo>
                  <a:lnTo>
                    <a:pt x="1891299" y="1443736"/>
                  </a:lnTo>
                  <a:lnTo>
                    <a:pt x="1880023" y="1450675"/>
                  </a:lnTo>
                  <a:lnTo>
                    <a:pt x="1830583" y="1496646"/>
                  </a:lnTo>
                  <a:lnTo>
                    <a:pt x="1807164" y="1514861"/>
                  </a:lnTo>
                  <a:lnTo>
                    <a:pt x="1761194" y="1542616"/>
                  </a:lnTo>
                  <a:lnTo>
                    <a:pt x="1711754" y="1563434"/>
                  </a:lnTo>
                  <a:lnTo>
                    <a:pt x="1657109" y="1592924"/>
                  </a:lnTo>
                  <a:lnTo>
                    <a:pt x="1641497" y="1605934"/>
                  </a:lnTo>
                  <a:lnTo>
                    <a:pt x="1591189" y="1637160"/>
                  </a:lnTo>
                  <a:lnTo>
                    <a:pt x="1561699" y="1642364"/>
                  </a:lnTo>
                  <a:lnTo>
                    <a:pt x="1527871" y="1690069"/>
                  </a:lnTo>
                  <a:lnTo>
                    <a:pt x="1493177" y="1692671"/>
                  </a:lnTo>
                  <a:lnTo>
                    <a:pt x="1484503" y="1709151"/>
                  </a:lnTo>
                  <a:lnTo>
                    <a:pt x="1504452" y="1725631"/>
                  </a:lnTo>
                  <a:lnTo>
                    <a:pt x="1491442" y="1773336"/>
                  </a:lnTo>
                  <a:lnTo>
                    <a:pt x="1480166" y="1812368"/>
                  </a:lnTo>
                  <a:lnTo>
                    <a:pt x="1470625" y="1846196"/>
                  </a:lnTo>
                  <a:lnTo>
                    <a:pt x="1463686" y="1885227"/>
                  </a:lnTo>
                  <a:lnTo>
                    <a:pt x="1470625" y="1906044"/>
                  </a:lnTo>
                  <a:lnTo>
                    <a:pt x="1486237" y="1966760"/>
                  </a:lnTo>
                  <a:lnTo>
                    <a:pt x="1494911" y="2019670"/>
                  </a:lnTo>
                  <a:lnTo>
                    <a:pt x="1510524" y="2043089"/>
                  </a:lnTo>
                  <a:lnTo>
                    <a:pt x="1501850" y="2056099"/>
                  </a:lnTo>
                  <a:lnTo>
                    <a:pt x="1474962" y="2072579"/>
                  </a:lnTo>
                  <a:lnTo>
                    <a:pt x="1425522" y="2038752"/>
                  </a:lnTo>
                  <a:lnTo>
                    <a:pt x="1377816" y="2029210"/>
                  </a:lnTo>
                  <a:lnTo>
                    <a:pt x="1366541" y="2033547"/>
                  </a:lnTo>
                  <a:lnTo>
                    <a:pt x="1338785" y="2028343"/>
                  </a:lnTo>
                  <a:lnTo>
                    <a:pt x="1302355" y="2001455"/>
                  </a:lnTo>
                  <a:lnTo>
                    <a:pt x="1257252" y="1991914"/>
                  </a:lnTo>
                  <a:lnTo>
                    <a:pt x="1191332" y="1962423"/>
                  </a:lnTo>
                  <a:lnTo>
                    <a:pt x="1173117" y="1928596"/>
                  </a:lnTo>
                  <a:lnTo>
                    <a:pt x="1161841" y="1872217"/>
                  </a:lnTo>
                  <a:lnTo>
                    <a:pt x="1134085" y="1855737"/>
                  </a:lnTo>
                  <a:lnTo>
                    <a:pt x="1128881" y="1835787"/>
                  </a:lnTo>
                  <a:lnTo>
                    <a:pt x="1134085" y="1830583"/>
                  </a:lnTo>
                  <a:lnTo>
                    <a:pt x="1136688" y="1801092"/>
                  </a:lnTo>
                  <a:lnTo>
                    <a:pt x="1125412" y="1795888"/>
                  </a:lnTo>
                  <a:lnTo>
                    <a:pt x="1120208" y="1787215"/>
                  </a:lnTo>
                  <a:lnTo>
                    <a:pt x="1131483" y="1749050"/>
                  </a:lnTo>
                  <a:lnTo>
                    <a:pt x="1117606" y="1729101"/>
                  </a:lnTo>
                  <a:lnTo>
                    <a:pt x="1089850" y="1717825"/>
                  </a:lnTo>
                  <a:lnTo>
                    <a:pt x="1060359" y="1679661"/>
                  </a:lnTo>
                  <a:lnTo>
                    <a:pt x="1029134" y="1622415"/>
                  </a:lnTo>
                  <a:lnTo>
                    <a:pt x="992704" y="1599863"/>
                  </a:lnTo>
                  <a:lnTo>
                    <a:pt x="994439" y="1583383"/>
                  </a:lnTo>
                  <a:lnTo>
                    <a:pt x="948468" y="1476696"/>
                  </a:lnTo>
                  <a:lnTo>
                    <a:pt x="941530" y="1440267"/>
                  </a:lnTo>
                  <a:lnTo>
                    <a:pt x="925917" y="1423787"/>
                  </a:lnTo>
                  <a:lnTo>
                    <a:pt x="924182" y="1410776"/>
                  </a:lnTo>
                  <a:lnTo>
                    <a:pt x="872140" y="1364806"/>
                  </a:lnTo>
                  <a:lnTo>
                    <a:pt x="849588" y="1337917"/>
                  </a:lnTo>
                  <a:lnTo>
                    <a:pt x="849588" y="1328376"/>
                  </a:lnTo>
                  <a:lnTo>
                    <a:pt x="827037" y="1310162"/>
                  </a:lnTo>
                  <a:lnTo>
                    <a:pt x="768056" y="1300620"/>
                  </a:lnTo>
                  <a:lnTo>
                    <a:pt x="703870" y="1295416"/>
                  </a:lnTo>
                  <a:lnTo>
                    <a:pt x="676982" y="1275467"/>
                  </a:lnTo>
                  <a:lnTo>
                    <a:pt x="637950" y="1291079"/>
                  </a:lnTo>
                  <a:lnTo>
                    <a:pt x="606725" y="1304090"/>
                  </a:lnTo>
                  <a:lnTo>
                    <a:pt x="586776" y="1331846"/>
                  </a:lnTo>
                  <a:lnTo>
                    <a:pt x="578102" y="1363938"/>
                  </a:lnTo>
                  <a:lnTo>
                    <a:pt x="539937" y="1416848"/>
                  </a:lnTo>
                  <a:lnTo>
                    <a:pt x="519121" y="1437665"/>
                  </a:lnTo>
                  <a:lnTo>
                    <a:pt x="496569" y="1428991"/>
                  </a:lnTo>
                  <a:lnTo>
                    <a:pt x="480956" y="1419450"/>
                  </a:lnTo>
                  <a:lnTo>
                    <a:pt x="464476" y="1414246"/>
                  </a:lnTo>
                  <a:lnTo>
                    <a:pt x="430649" y="1394296"/>
                  </a:lnTo>
                  <a:lnTo>
                    <a:pt x="430649" y="1389092"/>
                  </a:lnTo>
                  <a:lnTo>
                    <a:pt x="415036" y="1372612"/>
                  </a:lnTo>
                  <a:lnTo>
                    <a:pt x="369933" y="1354397"/>
                  </a:lnTo>
                  <a:lnTo>
                    <a:pt x="305748" y="1286742"/>
                  </a:lnTo>
                  <a:lnTo>
                    <a:pt x="285798" y="1245976"/>
                  </a:lnTo>
                  <a:lnTo>
                    <a:pt x="285798" y="1175719"/>
                  </a:lnTo>
                  <a:lnTo>
                    <a:pt x="258042" y="1119340"/>
                  </a:lnTo>
                  <a:lnTo>
                    <a:pt x="253706" y="1095921"/>
                  </a:lnTo>
                  <a:lnTo>
                    <a:pt x="239828" y="1087248"/>
                  </a:lnTo>
                  <a:lnTo>
                    <a:pt x="230287" y="1069033"/>
                  </a:lnTo>
                  <a:lnTo>
                    <a:pt x="186918" y="1050818"/>
                  </a:lnTo>
                  <a:lnTo>
                    <a:pt x="175642" y="1036940"/>
                  </a:lnTo>
                  <a:lnTo>
                    <a:pt x="114059" y="968418"/>
                  </a:lnTo>
                  <a:lnTo>
                    <a:pt x="102783" y="940662"/>
                  </a:lnTo>
                  <a:lnTo>
                    <a:pt x="62017" y="920712"/>
                  </a:lnTo>
                  <a:lnTo>
                    <a:pt x="49007" y="882548"/>
                  </a:lnTo>
                  <a:lnTo>
                    <a:pt x="26455" y="857395"/>
                  </a:lnTo>
                  <a:lnTo>
                    <a:pt x="11710" y="853058"/>
                  </a:lnTo>
                  <a:lnTo>
                    <a:pt x="6505" y="806220"/>
                  </a:lnTo>
                  <a:close/>
                  <a:moveTo>
                    <a:pt x="1519198" y="2035282"/>
                  </a:moveTo>
                  <a:lnTo>
                    <a:pt x="1513993" y="1973699"/>
                  </a:lnTo>
                  <a:lnTo>
                    <a:pt x="1490574" y="1911248"/>
                  </a:lnTo>
                  <a:lnTo>
                    <a:pt x="1485370" y="1850533"/>
                  </a:lnTo>
                  <a:lnTo>
                    <a:pt x="1498381" y="1779408"/>
                  </a:lnTo>
                  <a:lnTo>
                    <a:pt x="1527004" y="1719560"/>
                  </a:lnTo>
                  <a:lnTo>
                    <a:pt x="1557362" y="1672722"/>
                  </a:lnTo>
                  <a:lnTo>
                    <a:pt x="1585118" y="1641497"/>
                  </a:lnTo>
                  <a:lnTo>
                    <a:pt x="1590322" y="1643231"/>
                  </a:lnTo>
                  <a:lnTo>
                    <a:pt x="1548688" y="1700478"/>
                  </a:lnTo>
                  <a:lnTo>
                    <a:pt x="1510524" y="1756857"/>
                  </a:lnTo>
                  <a:lnTo>
                    <a:pt x="1493177" y="1814103"/>
                  </a:lnTo>
                  <a:lnTo>
                    <a:pt x="1490574" y="1859206"/>
                  </a:lnTo>
                  <a:lnTo>
                    <a:pt x="1498381" y="1912116"/>
                  </a:lnTo>
                  <a:lnTo>
                    <a:pt x="1520932" y="1974566"/>
                  </a:lnTo>
                  <a:lnTo>
                    <a:pt x="1525269" y="2019670"/>
                  </a:lnTo>
                  <a:lnTo>
                    <a:pt x="1527004" y="2032680"/>
                  </a:lnTo>
                  <a:lnTo>
                    <a:pt x="1519198" y="203528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2" name="Freeform: Shape 149">
              <a:extLst>
                <a:ext uri="{FF2B5EF4-FFF2-40B4-BE49-F238E27FC236}">
                  <a16:creationId xmlns:a16="http://schemas.microsoft.com/office/drawing/2014/main" id="{AD2E62DC-E978-C741-B670-E25F13BD208F}"/>
                </a:ext>
              </a:extLst>
            </p:cNvPr>
            <p:cNvSpPr/>
            <p:nvPr/>
          </p:nvSpPr>
          <p:spPr>
            <a:xfrm>
              <a:off x="1861905" y="1619812"/>
              <a:ext cx="841348" cy="1066864"/>
            </a:xfrm>
            <a:custGeom>
              <a:avLst/>
              <a:gdLst>
                <a:gd name="connsiteX0" fmla="*/ 532131 w 841348"/>
                <a:gd name="connsiteY0" fmla="*/ 1033471 h 1066864"/>
                <a:gd name="connsiteX1" fmla="*/ 745504 w 841348"/>
                <a:gd name="connsiteY1" fmla="*/ 1064696 h 1066864"/>
                <a:gd name="connsiteX2" fmla="*/ 761984 w 841348"/>
                <a:gd name="connsiteY2" fmla="*/ 945866 h 1066864"/>
                <a:gd name="connsiteX3" fmla="*/ 822700 w 841348"/>
                <a:gd name="connsiteY3" fmla="*/ 507845 h 1066864"/>
                <a:gd name="connsiteX4" fmla="*/ 842649 w 841348"/>
                <a:gd name="connsiteY4" fmla="*/ 317024 h 1066864"/>
                <a:gd name="connsiteX5" fmla="*/ 563356 w 841348"/>
                <a:gd name="connsiteY5" fmla="*/ 286666 h 1066864"/>
                <a:gd name="connsiteX6" fmla="*/ 582438 w 841348"/>
                <a:gd name="connsiteY6" fmla="*/ 173040 h 1066864"/>
                <a:gd name="connsiteX7" fmla="*/ 598051 w 841348"/>
                <a:gd name="connsiteY7" fmla="*/ 81099 h 1066864"/>
                <a:gd name="connsiteX8" fmla="*/ 297074 w 841348"/>
                <a:gd name="connsiteY8" fmla="*/ 28190 h 1066864"/>
                <a:gd name="connsiteX9" fmla="*/ 188653 w 841348"/>
                <a:gd name="connsiteY9" fmla="*/ 6505 h 1066864"/>
                <a:gd name="connsiteX10" fmla="*/ 96712 w 841348"/>
                <a:gd name="connsiteY10" fmla="*/ 465344 h 1066864"/>
                <a:gd name="connsiteX11" fmla="*/ 49874 w 841348"/>
                <a:gd name="connsiteY11" fmla="*/ 725554 h 1066864"/>
                <a:gd name="connsiteX12" fmla="*/ 21251 w 841348"/>
                <a:gd name="connsiteY12" fmla="*/ 859129 h 1066864"/>
                <a:gd name="connsiteX13" fmla="*/ 6505 w 841348"/>
                <a:gd name="connsiteY13" fmla="*/ 938927 h 1066864"/>
                <a:gd name="connsiteX14" fmla="*/ 532131 w 841348"/>
                <a:gd name="connsiteY14" fmla="*/ 1033471 h 106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1348" h="1066864">
                  <a:moveTo>
                    <a:pt x="532131" y="1033471"/>
                  </a:moveTo>
                  <a:lnTo>
                    <a:pt x="745504" y="1064696"/>
                  </a:lnTo>
                  <a:lnTo>
                    <a:pt x="761984" y="945866"/>
                  </a:lnTo>
                  <a:lnTo>
                    <a:pt x="822700" y="507845"/>
                  </a:lnTo>
                  <a:lnTo>
                    <a:pt x="842649" y="317024"/>
                  </a:lnTo>
                  <a:lnTo>
                    <a:pt x="563356" y="286666"/>
                  </a:lnTo>
                  <a:lnTo>
                    <a:pt x="582438" y="173040"/>
                  </a:lnTo>
                  <a:lnTo>
                    <a:pt x="598051" y="81099"/>
                  </a:lnTo>
                  <a:lnTo>
                    <a:pt x="297074" y="28190"/>
                  </a:lnTo>
                  <a:lnTo>
                    <a:pt x="188653" y="6505"/>
                  </a:lnTo>
                  <a:lnTo>
                    <a:pt x="96712" y="465344"/>
                  </a:lnTo>
                  <a:lnTo>
                    <a:pt x="49874" y="725554"/>
                  </a:lnTo>
                  <a:lnTo>
                    <a:pt x="21251" y="859129"/>
                  </a:lnTo>
                  <a:lnTo>
                    <a:pt x="6505" y="938927"/>
                  </a:lnTo>
                  <a:lnTo>
                    <a:pt x="532131" y="103347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3" name="Freeform: Shape 150">
              <a:extLst>
                <a:ext uri="{FF2B5EF4-FFF2-40B4-BE49-F238E27FC236}">
                  <a16:creationId xmlns:a16="http://schemas.microsoft.com/office/drawing/2014/main" id="{AC3CB891-789E-4F42-B641-28B5C1520F98}"/>
                </a:ext>
              </a:extLst>
            </p:cNvPr>
            <p:cNvSpPr/>
            <p:nvPr/>
          </p:nvSpPr>
          <p:spPr>
            <a:xfrm>
              <a:off x="6495392" y="2122886"/>
              <a:ext cx="1162275" cy="650527"/>
            </a:xfrm>
            <a:custGeom>
              <a:avLst/>
              <a:gdLst>
                <a:gd name="connsiteX0" fmla="*/ 1157505 w 1162274"/>
                <a:gd name="connsiteY0" fmla="*/ 177377 h 650526"/>
                <a:gd name="connsiteX1" fmla="*/ 1155770 w 1162274"/>
                <a:gd name="connsiteY1" fmla="*/ 201663 h 650526"/>
                <a:gd name="connsiteX2" fmla="*/ 1130616 w 1162274"/>
                <a:gd name="connsiteY2" fmla="*/ 234623 h 650526"/>
                <a:gd name="connsiteX3" fmla="*/ 1127147 w 1162274"/>
                <a:gd name="connsiteY3" fmla="*/ 274522 h 650526"/>
                <a:gd name="connsiteX4" fmla="*/ 1131483 w 1162274"/>
                <a:gd name="connsiteY4" fmla="*/ 304013 h 650526"/>
                <a:gd name="connsiteX5" fmla="*/ 1115871 w 1162274"/>
                <a:gd name="connsiteY5" fmla="*/ 347381 h 650526"/>
                <a:gd name="connsiteX6" fmla="*/ 1096789 w 1162274"/>
                <a:gd name="connsiteY6" fmla="*/ 363862 h 650526"/>
                <a:gd name="connsiteX7" fmla="*/ 1083778 w 1162274"/>
                <a:gd name="connsiteY7" fmla="*/ 323963 h 650526"/>
                <a:gd name="connsiteX8" fmla="*/ 1087247 w 1162274"/>
                <a:gd name="connsiteY8" fmla="*/ 277125 h 650526"/>
                <a:gd name="connsiteX9" fmla="*/ 1101126 w 1162274"/>
                <a:gd name="connsiteY9" fmla="*/ 240695 h 650526"/>
                <a:gd name="connsiteX10" fmla="*/ 1107197 w 1162274"/>
                <a:gd name="connsiteY10" fmla="*/ 212072 h 650526"/>
                <a:gd name="connsiteX11" fmla="*/ 1106330 w 1162274"/>
                <a:gd name="connsiteY11" fmla="*/ 197327 h 650526"/>
                <a:gd name="connsiteX12" fmla="*/ 1157505 w 1162274"/>
                <a:gd name="connsiteY12" fmla="*/ 177377 h 650526"/>
                <a:gd name="connsiteX13" fmla="*/ 634481 w 1162274"/>
                <a:gd name="connsiteY13" fmla="*/ 564224 h 650526"/>
                <a:gd name="connsiteX14" fmla="*/ 299676 w 1162274"/>
                <a:gd name="connsiteY14" fmla="*/ 612796 h 650526"/>
                <a:gd name="connsiteX15" fmla="*/ 258042 w 1162274"/>
                <a:gd name="connsiteY15" fmla="*/ 611929 h 650526"/>
                <a:gd name="connsiteX16" fmla="*/ 238960 w 1162274"/>
                <a:gd name="connsiteY16" fmla="*/ 609327 h 650526"/>
                <a:gd name="connsiteX17" fmla="*/ 217276 w 1162274"/>
                <a:gd name="connsiteY17" fmla="*/ 625807 h 650526"/>
                <a:gd name="connsiteX18" fmla="*/ 153958 w 1162274"/>
                <a:gd name="connsiteY18" fmla="*/ 626674 h 650526"/>
                <a:gd name="connsiteX19" fmla="*/ 64619 w 1162274"/>
                <a:gd name="connsiteY19" fmla="*/ 640552 h 650526"/>
                <a:gd name="connsiteX20" fmla="*/ 6505 w 1162274"/>
                <a:gd name="connsiteY20" fmla="*/ 645757 h 650526"/>
                <a:gd name="connsiteX21" fmla="*/ 42067 w 1162274"/>
                <a:gd name="connsiteY21" fmla="*/ 623205 h 650526"/>
                <a:gd name="connsiteX22" fmla="*/ 77630 w 1162274"/>
                <a:gd name="connsiteY22" fmla="*/ 603255 h 650526"/>
                <a:gd name="connsiteX23" fmla="*/ 77630 w 1162274"/>
                <a:gd name="connsiteY23" fmla="*/ 585041 h 650526"/>
                <a:gd name="connsiteX24" fmla="*/ 127070 w 1162274"/>
                <a:gd name="connsiteY24" fmla="*/ 521723 h 650526"/>
                <a:gd name="connsiteX25" fmla="*/ 162632 w 1162274"/>
                <a:gd name="connsiteY25" fmla="*/ 489630 h 650526"/>
                <a:gd name="connsiteX26" fmla="*/ 181714 w 1162274"/>
                <a:gd name="connsiteY26" fmla="*/ 467946 h 650526"/>
                <a:gd name="connsiteX27" fmla="*/ 212939 w 1162274"/>
                <a:gd name="connsiteY27" fmla="*/ 505243 h 650526"/>
                <a:gd name="connsiteX28" fmla="*/ 245899 w 1162274"/>
                <a:gd name="connsiteY28" fmla="*/ 513049 h 650526"/>
                <a:gd name="connsiteX29" fmla="*/ 269318 w 1162274"/>
                <a:gd name="connsiteY29" fmla="*/ 504375 h 650526"/>
                <a:gd name="connsiteX30" fmla="*/ 286665 w 1162274"/>
                <a:gd name="connsiteY30" fmla="*/ 491365 h 650526"/>
                <a:gd name="connsiteX31" fmla="*/ 307483 w 1162274"/>
                <a:gd name="connsiteY31" fmla="*/ 501773 h 650526"/>
                <a:gd name="connsiteX32" fmla="*/ 347381 w 1162274"/>
                <a:gd name="connsiteY32" fmla="*/ 490497 h 650526"/>
                <a:gd name="connsiteX33" fmla="*/ 362127 w 1162274"/>
                <a:gd name="connsiteY33" fmla="*/ 452333 h 650526"/>
                <a:gd name="connsiteX34" fmla="*/ 382944 w 1162274"/>
                <a:gd name="connsiteY34" fmla="*/ 458405 h 650526"/>
                <a:gd name="connsiteX35" fmla="*/ 410699 w 1162274"/>
                <a:gd name="connsiteY35" fmla="*/ 438455 h 650526"/>
                <a:gd name="connsiteX36" fmla="*/ 424577 w 1162274"/>
                <a:gd name="connsiteY36" fmla="*/ 441925 h 650526"/>
                <a:gd name="connsiteX37" fmla="*/ 448864 w 1162274"/>
                <a:gd name="connsiteY37" fmla="*/ 414169 h 650526"/>
                <a:gd name="connsiteX38" fmla="*/ 450598 w 1162274"/>
                <a:gd name="connsiteY38" fmla="*/ 390750 h 650526"/>
                <a:gd name="connsiteX39" fmla="*/ 443660 w 1162274"/>
                <a:gd name="connsiteY39" fmla="*/ 380342 h 650526"/>
                <a:gd name="connsiteX40" fmla="*/ 485293 w 1162274"/>
                <a:gd name="connsiteY40" fmla="*/ 289268 h 650526"/>
                <a:gd name="connsiteX41" fmla="*/ 500906 w 1162274"/>
                <a:gd name="connsiteY41" fmla="*/ 244164 h 650526"/>
                <a:gd name="connsiteX42" fmla="*/ 505243 w 1162274"/>
                <a:gd name="connsiteY42" fmla="*/ 203398 h 650526"/>
                <a:gd name="connsiteX43" fmla="*/ 511314 w 1162274"/>
                <a:gd name="connsiteY43" fmla="*/ 201663 h 650526"/>
                <a:gd name="connsiteX44" fmla="*/ 520855 w 1162274"/>
                <a:gd name="connsiteY44" fmla="*/ 216409 h 650526"/>
                <a:gd name="connsiteX45" fmla="*/ 533866 w 1162274"/>
                <a:gd name="connsiteY45" fmla="*/ 226817 h 650526"/>
                <a:gd name="connsiteX46" fmla="*/ 567693 w 1162274"/>
                <a:gd name="connsiteY46" fmla="*/ 225082 h 650526"/>
                <a:gd name="connsiteX47" fmla="*/ 582439 w 1162274"/>
                <a:gd name="connsiteY47" fmla="*/ 154825 h 650526"/>
                <a:gd name="connsiteX48" fmla="*/ 608460 w 1162274"/>
                <a:gd name="connsiteY48" fmla="*/ 149621 h 650526"/>
                <a:gd name="connsiteX49" fmla="*/ 615399 w 1162274"/>
                <a:gd name="connsiteY49" fmla="*/ 127070 h 650526"/>
                <a:gd name="connsiteX50" fmla="*/ 639685 w 1162274"/>
                <a:gd name="connsiteY50" fmla="*/ 107988 h 650526"/>
                <a:gd name="connsiteX51" fmla="*/ 649226 w 1162274"/>
                <a:gd name="connsiteY51" fmla="*/ 89773 h 650526"/>
                <a:gd name="connsiteX52" fmla="*/ 664839 w 1162274"/>
                <a:gd name="connsiteY52" fmla="*/ 52476 h 650526"/>
                <a:gd name="connsiteX53" fmla="*/ 665706 w 1162274"/>
                <a:gd name="connsiteY53" fmla="*/ 12577 h 650526"/>
                <a:gd name="connsiteX54" fmla="*/ 696931 w 1162274"/>
                <a:gd name="connsiteY54" fmla="*/ 24720 h 650526"/>
                <a:gd name="connsiteX55" fmla="*/ 754178 w 1162274"/>
                <a:gd name="connsiteY55" fmla="*/ 51608 h 650526"/>
                <a:gd name="connsiteX56" fmla="*/ 756780 w 1162274"/>
                <a:gd name="connsiteY56" fmla="*/ 6505 h 650526"/>
                <a:gd name="connsiteX57" fmla="*/ 786271 w 1162274"/>
                <a:gd name="connsiteY57" fmla="*/ 16914 h 650526"/>
                <a:gd name="connsiteX58" fmla="*/ 781066 w 1162274"/>
                <a:gd name="connsiteY58" fmla="*/ 42067 h 650526"/>
                <a:gd name="connsiteX59" fmla="*/ 855660 w 1162274"/>
                <a:gd name="connsiteY59" fmla="*/ 68956 h 650526"/>
                <a:gd name="connsiteX60" fmla="*/ 867803 w 1162274"/>
                <a:gd name="connsiteY60" fmla="*/ 84569 h 650526"/>
                <a:gd name="connsiteX61" fmla="*/ 860864 w 1162274"/>
                <a:gd name="connsiteY61" fmla="*/ 113192 h 650526"/>
                <a:gd name="connsiteX62" fmla="*/ 849588 w 1162274"/>
                <a:gd name="connsiteY62" fmla="*/ 124468 h 650526"/>
                <a:gd name="connsiteX63" fmla="*/ 845252 w 1162274"/>
                <a:gd name="connsiteY63" fmla="*/ 139213 h 650526"/>
                <a:gd name="connsiteX64" fmla="*/ 849588 w 1162274"/>
                <a:gd name="connsiteY64" fmla="*/ 160030 h 650526"/>
                <a:gd name="connsiteX65" fmla="*/ 866936 w 1162274"/>
                <a:gd name="connsiteY65" fmla="*/ 171305 h 650526"/>
                <a:gd name="connsiteX66" fmla="*/ 900763 w 1162274"/>
                <a:gd name="connsiteY66" fmla="*/ 183449 h 650526"/>
                <a:gd name="connsiteX67" fmla="*/ 925917 w 1162274"/>
                <a:gd name="connsiteY67" fmla="*/ 192122 h 650526"/>
                <a:gd name="connsiteX68" fmla="*/ 968418 w 1162274"/>
                <a:gd name="connsiteY68" fmla="*/ 199929 h 650526"/>
                <a:gd name="connsiteX69" fmla="*/ 987500 w 1162274"/>
                <a:gd name="connsiteY69" fmla="*/ 218143 h 650526"/>
                <a:gd name="connsiteX70" fmla="*/ 1015256 w 1162274"/>
                <a:gd name="connsiteY70" fmla="*/ 221613 h 650526"/>
                <a:gd name="connsiteX71" fmla="*/ 1023062 w 1162274"/>
                <a:gd name="connsiteY71" fmla="*/ 232021 h 650526"/>
                <a:gd name="connsiteX72" fmla="*/ 1019593 w 1162274"/>
                <a:gd name="connsiteY72" fmla="*/ 272788 h 650526"/>
                <a:gd name="connsiteX73" fmla="*/ 1031736 w 1162274"/>
                <a:gd name="connsiteY73" fmla="*/ 282329 h 650526"/>
                <a:gd name="connsiteX74" fmla="*/ 1027399 w 1162274"/>
                <a:gd name="connsiteY74" fmla="*/ 298809 h 650526"/>
                <a:gd name="connsiteX75" fmla="*/ 1037808 w 1162274"/>
                <a:gd name="connsiteY75" fmla="*/ 305748 h 650526"/>
                <a:gd name="connsiteX76" fmla="*/ 1036073 w 1162274"/>
                <a:gd name="connsiteY76" fmla="*/ 317891 h 650526"/>
                <a:gd name="connsiteX77" fmla="*/ 1012654 w 1162274"/>
                <a:gd name="connsiteY77" fmla="*/ 317023 h 650526"/>
                <a:gd name="connsiteX78" fmla="*/ 1013521 w 1162274"/>
                <a:gd name="connsiteY78" fmla="*/ 330901 h 650526"/>
                <a:gd name="connsiteX79" fmla="*/ 1033471 w 1162274"/>
                <a:gd name="connsiteY79" fmla="*/ 343912 h 650526"/>
                <a:gd name="connsiteX80" fmla="*/ 1034338 w 1162274"/>
                <a:gd name="connsiteY80" fmla="*/ 356055 h 650526"/>
                <a:gd name="connsiteX81" fmla="*/ 1049951 w 1162274"/>
                <a:gd name="connsiteY81" fmla="*/ 371668 h 650526"/>
                <a:gd name="connsiteX82" fmla="*/ 1054287 w 1162274"/>
                <a:gd name="connsiteY82" fmla="*/ 393352 h 650526"/>
                <a:gd name="connsiteX83" fmla="*/ 1031736 w 1162274"/>
                <a:gd name="connsiteY83" fmla="*/ 405495 h 650526"/>
                <a:gd name="connsiteX84" fmla="*/ 1045614 w 1162274"/>
                <a:gd name="connsiteY84" fmla="*/ 418506 h 650526"/>
                <a:gd name="connsiteX85" fmla="*/ 1095921 w 1162274"/>
                <a:gd name="connsiteY85" fmla="*/ 403760 h 650526"/>
                <a:gd name="connsiteX86" fmla="*/ 1128014 w 1162274"/>
                <a:gd name="connsiteY86" fmla="*/ 457537 h 650526"/>
                <a:gd name="connsiteX87" fmla="*/ 634481 w 1162274"/>
                <a:gd name="connsiteY87" fmla="*/ 564224 h 65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162274" h="650526">
                  <a:moveTo>
                    <a:pt x="1157505" y="177377"/>
                  </a:moveTo>
                  <a:lnTo>
                    <a:pt x="1155770" y="201663"/>
                  </a:lnTo>
                  <a:lnTo>
                    <a:pt x="1130616" y="234623"/>
                  </a:lnTo>
                  <a:lnTo>
                    <a:pt x="1127147" y="274522"/>
                  </a:lnTo>
                  <a:lnTo>
                    <a:pt x="1131483" y="304013"/>
                  </a:lnTo>
                  <a:lnTo>
                    <a:pt x="1115871" y="347381"/>
                  </a:lnTo>
                  <a:lnTo>
                    <a:pt x="1096789" y="363862"/>
                  </a:lnTo>
                  <a:lnTo>
                    <a:pt x="1083778" y="323963"/>
                  </a:lnTo>
                  <a:lnTo>
                    <a:pt x="1087247" y="277125"/>
                  </a:lnTo>
                  <a:lnTo>
                    <a:pt x="1101126" y="240695"/>
                  </a:lnTo>
                  <a:lnTo>
                    <a:pt x="1107197" y="212072"/>
                  </a:lnTo>
                  <a:lnTo>
                    <a:pt x="1106330" y="197327"/>
                  </a:lnTo>
                  <a:lnTo>
                    <a:pt x="1157505" y="177377"/>
                  </a:lnTo>
                  <a:close/>
                  <a:moveTo>
                    <a:pt x="634481" y="564224"/>
                  </a:moveTo>
                  <a:lnTo>
                    <a:pt x="299676" y="612796"/>
                  </a:lnTo>
                  <a:lnTo>
                    <a:pt x="258042" y="611929"/>
                  </a:lnTo>
                  <a:lnTo>
                    <a:pt x="238960" y="609327"/>
                  </a:lnTo>
                  <a:lnTo>
                    <a:pt x="217276" y="625807"/>
                  </a:lnTo>
                  <a:lnTo>
                    <a:pt x="153958" y="626674"/>
                  </a:lnTo>
                  <a:lnTo>
                    <a:pt x="64619" y="640552"/>
                  </a:lnTo>
                  <a:lnTo>
                    <a:pt x="6505" y="645757"/>
                  </a:lnTo>
                  <a:lnTo>
                    <a:pt x="42067" y="623205"/>
                  </a:lnTo>
                  <a:lnTo>
                    <a:pt x="77630" y="603255"/>
                  </a:lnTo>
                  <a:lnTo>
                    <a:pt x="77630" y="585041"/>
                  </a:lnTo>
                  <a:lnTo>
                    <a:pt x="127070" y="521723"/>
                  </a:lnTo>
                  <a:lnTo>
                    <a:pt x="162632" y="489630"/>
                  </a:lnTo>
                  <a:lnTo>
                    <a:pt x="181714" y="467946"/>
                  </a:lnTo>
                  <a:lnTo>
                    <a:pt x="212939" y="505243"/>
                  </a:lnTo>
                  <a:lnTo>
                    <a:pt x="245899" y="513049"/>
                  </a:lnTo>
                  <a:lnTo>
                    <a:pt x="269318" y="504375"/>
                  </a:lnTo>
                  <a:lnTo>
                    <a:pt x="286665" y="491365"/>
                  </a:lnTo>
                  <a:lnTo>
                    <a:pt x="307483" y="501773"/>
                  </a:lnTo>
                  <a:lnTo>
                    <a:pt x="347381" y="490497"/>
                  </a:lnTo>
                  <a:lnTo>
                    <a:pt x="362127" y="452333"/>
                  </a:lnTo>
                  <a:lnTo>
                    <a:pt x="382944" y="458405"/>
                  </a:lnTo>
                  <a:lnTo>
                    <a:pt x="410699" y="438455"/>
                  </a:lnTo>
                  <a:lnTo>
                    <a:pt x="424577" y="441925"/>
                  </a:lnTo>
                  <a:lnTo>
                    <a:pt x="448864" y="414169"/>
                  </a:lnTo>
                  <a:lnTo>
                    <a:pt x="450598" y="390750"/>
                  </a:lnTo>
                  <a:lnTo>
                    <a:pt x="443660" y="380342"/>
                  </a:lnTo>
                  <a:lnTo>
                    <a:pt x="485293" y="289268"/>
                  </a:lnTo>
                  <a:lnTo>
                    <a:pt x="500906" y="244164"/>
                  </a:lnTo>
                  <a:lnTo>
                    <a:pt x="505243" y="203398"/>
                  </a:lnTo>
                  <a:lnTo>
                    <a:pt x="511314" y="201663"/>
                  </a:lnTo>
                  <a:lnTo>
                    <a:pt x="520855" y="216409"/>
                  </a:lnTo>
                  <a:lnTo>
                    <a:pt x="533866" y="226817"/>
                  </a:lnTo>
                  <a:lnTo>
                    <a:pt x="567693" y="225082"/>
                  </a:lnTo>
                  <a:lnTo>
                    <a:pt x="582439" y="154825"/>
                  </a:lnTo>
                  <a:lnTo>
                    <a:pt x="608460" y="149621"/>
                  </a:lnTo>
                  <a:lnTo>
                    <a:pt x="615399" y="127070"/>
                  </a:lnTo>
                  <a:lnTo>
                    <a:pt x="639685" y="107988"/>
                  </a:lnTo>
                  <a:lnTo>
                    <a:pt x="649226" y="89773"/>
                  </a:lnTo>
                  <a:lnTo>
                    <a:pt x="664839" y="52476"/>
                  </a:lnTo>
                  <a:lnTo>
                    <a:pt x="665706" y="12577"/>
                  </a:lnTo>
                  <a:lnTo>
                    <a:pt x="696931" y="24720"/>
                  </a:lnTo>
                  <a:lnTo>
                    <a:pt x="754178" y="51608"/>
                  </a:lnTo>
                  <a:lnTo>
                    <a:pt x="756780" y="6505"/>
                  </a:lnTo>
                  <a:lnTo>
                    <a:pt x="786271" y="16914"/>
                  </a:lnTo>
                  <a:lnTo>
                    <a:pt x="781066" y="42067"/>
                  </a:lnTo>
                  <a:lnTo>
                    <a:pt x="855660" y="68956"/>
                  </a:lnTo>
                  <a:lnTo>
                    <a:pt x="867803" y="84569"/>
                  </a:lnTo>
                  <a:lnTo>
                    <a:pt x="860864" y="113192"/>
                  </a:lnTo>
                  <a:lnTo>
                    <a:pt x="849588" y="124468"/>
                  </a:lnTo>
                  <a:lnTo>
                    <a:pt x="845252" y="139213"/>
                  </a:lnTo>
                  <a:lnTo>
                    <a:pt x="849588" y="160030"/>
                  </a:lnTo>
                  <a:lnTo>
                    <a:pt x="866936" y="171305"/>
                  </a:lnTo>
                  <a:lnTo>
                    <a:pt x="900763" y="183449"/>
                  </a:lnTo>
                  <a:lnTo>
                    <a:pt x="925917" y="192122"/>
                  </a:lnTo>
                  <a:lnTo>
                    <a:pt x="968418" y="199929"/>
                  </a:lnTo>
                  <a:lnTo>
                    <a:pt x="987500" y="218143"/>
                  </a:lnTo>
                  <a:lnTo>
                    <a:pt x="1015256" y="221613"/>
                  </a:lnTo>
                  <a:lnTo>
                    <a:pt x="1023062" y="232021"/>
                  </a:lnTo>
                  <a:lnTo>
                    <a:pt x="1019593" y="272788"/>
                  </a:lnTo>
                  <a:lnTo>
                    <a:pt x="1031736" y="282329"/>
                  </a:lnTo>
                  <a:lnTo>
                    <a:pt x="1027399" y="298809"/>
                  </a:lnTo>
                  <a:lnTo>
                    <a:pt x="1037808" y="305748"/>
                  </a:lnTo>
                  <a:lnTo>
                    <a:pt x="1036073" y="317891"/>
                  </a:lnTo>
                  <a:lnTo>
                    <a:pt x="1012654" y="317023"/>
                  </a:lnTo>
                  <a:lnTo>
                    <a:pt x="1013521" y="330901"/>
                  </a:lnTo>
                  <a:lnTo>
                    <a:pt x="1033471" y="343912"/>
                  </a:lnTo>
                  <a:lnTo>
                    <a:pt x="1034338" y="356055"/>
                  </a:lnTo>
                  <a:lnTo>
                    <a:pt x="1049951" y="371668"/>
                  </a:lnTo>
                  <a:lnTo>
                    <a:pt x="1054287" y="393352"/>
                  </a:lnTo>
                  <a:lnTo>
                    <a:pt x="1031736" y="405495"/>
                  </a:lnTo>
                  <a:lnTo>
                    <a:pt x="1045614" y="418506"/>
                  </a:lnTo>
                  <a:lnTo>
                    <a:pt x="1095921" y="403760"/>
                  </a:lnTo>
                  <a:lnTo>
                    <a:pt x="1128014" y="457537"/>
                  </a:lnTo>
                  <a:lnTo>
                    <a:pt x="634481" y="56422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4" name="Freeform: Shape 151">
              <a:extLst>
                <a:ext uri="{FF2B5EF4-FFF2-40B4-BE49-F238E27FC236}">
                  <a16:creationId xmlns:a16="http://schemas.microsoft.com/office/drawing/2014/main" id="{C37AFE8D-6EC6-4C4F-B77F-69D39BF32BC4}"/>
                </a:ext>
              </a:extLst>
            </p:cNvPr>
            <p:cNvSpPr/>
            <p:nvPr/>
          </p:nvSpPr>
          <p:spPr>
            <a:xfrm>
              <a:off x="7622972" y="857395"/>
              <a:ext cx="251537" cy="477053"/>
            </a:xfrm>
            <a:custGeom>
              <a:avLst/>
              <a:gdLst>
                <a:gd name="connsiteX0" fmla="*/ 12577 w 251537"/>
                <a:gd name="connsiteY0" fmla="*/ 107988 h 477053"/>
                <a:gd name="connsiteX1" fmla="*/ 33394 w 251537"/>
                <a:gd name="connsiteY1" fmla="*/ 164367 h 477053"/>
                <a:gd name="connsiteX2" fmla="*/ 40333 w 251537"/>
                <a:gd name="connsiteY2" fmla="*/ 210337 h 477053"/>
                <a:gd name="connsiteX3" fmla="*/ 31659 w 251537"/>
                <a:gd name="connsiteY3" fmla="*/ 244164 h 477053"/>
                <a:gd name="connsiteX4" fmla="*/ 53343 w 251537"/>
                <a:gd name="connsiteY4" fmla="*/ 282329 h 477053"/>
                <a:gd name="connsiteX5" fmla="*/ 61149 w 251537"/>
                <a:gd name="connsiteY5" fmla="*/ 302278 h 477053"/>
                <a:gd name="connsiteX6" fmla="*/ 55078 w 251537"/>
                <a:gd name="connsiteY6" fmla="*/ 324830 h 477053"/>
                <a:gd name="connsiteX7" fmla="*/ 83701 w 251537"/>
                <a:gd name="connsiteY7" fmla="*/ 337840 h 477053"/>
                <a:gd name="connsiteX8" fmla="*/ 108855 w 251537"/>
                <a:gd name="connsiteY8" fmla="*/ 431516 h 477053"/>
                <a:gd name="connsiteX9" fmla="*/ 108855 w 251537"/>
                <a:gd name="connsiteY9" fmla="*/ 477487 h 477053"/>
                <a:gd name="connsiteX10" fmla="*/ 208602 w 251537"/>
                <a:gd name="connsiteY10" fmla="*/ 459272 h 477053"/>
                <a:gd name="connsiteX11" fmla="*/ 199929 w 251537"/>
                <a:gd name="connsiteY11" fmla="*/ 449731 h 477053"/>
                <a:gd name="connsiteX12" fmla="*/ 205133 w 251537"/>
                <a:gd name="connsiteY12" fmla="*/ 433251 h 477053"/>
                <a:gd name="connsiteX13" fmla="*/ 206867 w 251537"/>
                <a:gd name="connsiteY13" fmla="*/ 395954 h 477053"/>
                <a:gd name="connsiteX14" fmla="*/ 198194 w 251537"/>
                <a:gd name="connsiteY14" fmla="*/ 383811 h 477053"/>
                <a:gd name="connsiteX15" fmla="*/ 199929 w 251537"/>
                <a:gd name="connsiteY15" fmla="*/ 343045 h 477053"/>
                <a:gd name="connsiteX16" fmla="*/ 206867 w 251537"/>
                <a:gd name="connsiteY16" fmla="*/ 262379 h 477053"/>
                <a:gd name="connsiteX17" fmla="*/ 206867 w 251537"/>
                <a:gd name="connsiteY17" fmla="*/ 188653 h 477053"/>
                <a:gd name="connsiteX18" fmla="*/ 197327 w 251537"/>
                <a:gd name="connsiteY18" fmla="*/ 173040 h 477053"/>
                <a:gd name="connsiteX19" fmla="*/ 197327 w 251537"/>
                <a:gd name="connsiteY19" fmla="*/ 159162 h 477053"/>
                <a:gd name="connsiteX20" fmla="*/ 221613 w 251537"/>
                <a:gd name="connsiteY20" fmla="*/ 149621 h 477053"/>
                <a:gd name="connsiteX21" fmla="*/ 251971 w 251537"/>
                <a:gd name="connsiteY21" fmla="*/ 111457 h 477053"/>
                <a:gd name="connsiteX22" fmla="*/ 251971 w 251537"/>
                <a:gd name="connsiteY22" fmla="*/ 80232 h 477053"/>
                <a:gd name="connsiteX23" fmla="*/ 235491 w 251537"/>
                <a:gd name="connsiteY23" fmla="*/ 56813 h 477053"/>
                <a:gd name="connsiteX24" fmla="*/ 232888 w 251537"/>
                <a:gd name="connsiteY24" fmla="*/ 6505 h 477053"/>
                <a:gd name="connsiteX25" fmla="*/ 6505 w 251537"/>
                <a:gd name="connsiteY25" fmla="*/ 65486 h 477053"/>
                <a:gd name="connsiteX26" fmla="*/ 12577 w 251537"/>
                <a:gd name="connsiteY26" fmla="*/ 107988 h 47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1537" h="477053">
                  <a:moveTo>
                    <a:pt x="12577" y="107988"/>
                  </a:moveTo>
                  <a:lnTo>
                    <a:pt x="33394" y="164367"/>
                  </a:lnTo>
                  <a:lnTo>
                    <a:pt x="40333" y="210337"/>
                  </a:lnTo>
                  <a:lnTo>
                    <a:pt x="31659" y="244164"/>
                  </a:lnTo>
                  <a:lnTo>
                    <a:pt x="53343" y="282329"/>
                  </a:lnTo>
                  <a:lnTo>
                    <a:pt x="61149" y="302278"/>
                  </a:lnTo>
                  <a:lnTo>
                    <a:pt x="55078" y="324830"/>
                  </a:lnTo>
                  <a:lnTo>
                    <a:pt x="83701" y="337840"/>
                  </a:lnTo>
                  <a:lnTo>
                    <a:pt x="108855" y="431516"/>
                  </a:lnTo>
                  <a:lnTo>
                    <a:pt x="108855" y="477487"/>
                  </a:lnTo>
                  <a:lnTo>
                    <a:pt x="208602" y="459272"/>
                  </a:lnTo>
                  <a:lnTo>
                    <a:pt x="199929" y="449731"/>
                  </a:lnTo>
                  <a:lnTo>
                    <a:pt x="205133" y="433251"/>
                  </a:lnTo>
                  <a:lnTo>
                    <a:pt x="206867" y="395954"/>
                  </a:lnTo>
                  <a:lnTo>
                    <a:pt x="198194" y="383811"/>
                  </a:lnTo>
                  <a:lnTo>
                    <a:pt x="199929" y="343045"/>
                  </a:lnTo>
                  <a:lnTo>
                    <a:pt x="206867" y="262379"/>
                  </a:lnTo>
                  <a:lnTo>
                    <a:pt x="206867" y="188653"/>
                  </a:lnTo>
                  <a:lnTo>
                    <a:pt x="197327" y="173040"/>
                  </a:lnTo>
                  <a:lnTo>
                    <a:pt x="197327" y="159162"/>
                  </a:lnTo>
                  <a:lnTo>
                    <a:pt x="221613" y="149621"/>
                  </a:lnTo>
                  <a:lnTo>
                    <a:pt x="251971" y="111457"/>
                  </a:lnTo>
                  <a:lnTo>
                    <a:pt x="251971" y="80232"/>
                  </a:lnTo>
                  <a:lnTo>
                    <a:pt x="235491" y="56813"/>
                  </a:lnTo>
                  <a:lnTo>
                    <a:pt x="232888" y="6505"/>
                  </a:lnTo>
                  <a:lnTo>
                    <a:pt x="6505" y="65486"/>
                  </a:lnTo>
                  <a:lnTo>
                    <a:pt x="12577" y="10798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5" name="Freeform: Shape 152">
              <a:extLst>
                <a:ext uri="{FF2B5EF4-FFF2-40B4-BE49-F238E27FC236}">
                  <a16:creationId xmlns:a16="http://schemas.microsoft.com/office/drawing/2014/main" id="{354A540A-AA38-CC43-87E4-81DE17918C7B}"/>
                </a:ext>
              </a:extLst>
            </p:cNvPr>
            <p:cNvSpPr/>
            <p:nvPr/>
          </p:nvSpPr>
          <p:spPr>
            <a:xfrm>
              <a:off x="911268" y="49006"/>
              <a:ext cx="1014822" cy="745938"/>
            </a:xfrm>
            <a:custGeom>
              <a:avLst/>
              <a:gdLst>
                <a:gd name="connsiteX0" fmla="*/ 147886 w 1014822"/>
                <a:gd name="connsiteY0" fmla="*/ 538203 h 745937"/>
                <a:gd name="connsiteX1" fmla="*/ 127937 w 1014822"/>
                <a:gd name="connsiteY1" fmla="*/ 500906 h 745937"/>
                <a:gd name="connsiteX2" fmla="*/ 92375 w 1014822"/>
                <a:gd name="connsiteY2" fmla="*/ 494834 h 745937"/>
                <a:gd name="connsiteX3" fmla="*/ 88905 w 1014822"/>
                <a:gd name="connsiteY3" fmla="*/ 474017 h 745937"/>
                <a:gd name="connsiteX4" fmla="*/ 67221 w 1014822"/>
                <a:gd name="connsiteY4" fmla="*/ 468813 h 745937"/>
                <a:gd name="connsiteX5" fmla="*/ 42067 w 1014822"/>
                <a:gd name="connsiteY5" fmla="*/ 464476 h 745937"/>
                <a:gd name="connsiteX6" fmla="*/ 26455 w 1014822"/>
                <a:gd name="connsiteY6" fmla="*/ 473150 h 745937"/>
                <a:gd name="connsiteX7" fmla="*/ 6505 w 1014822"/>
                <a:gd name="connsiteY7" fmla="*/ 447996 h 745937"/>
                <a:gd name="connsiteX8" fmla="*/ 9107 w 1014822"/>
                <a:gd name="connsiteY8" fmla="*/ 422843 h 745937"/>
                <a:gd name="connsiteX9" fmla="*/ 32526 w 1014822"/>
                <a:gd name="connsiteY9" fmla="*/ 420240 h 745937"/>
                <a:gd name="connsiteX10" fmla="*/ 46404 w 1014822"/>
                <a:gd name="connsiteY10" fmla="*/ 385546 h 745937"/>
                <a:gd name="connsiteX11" fmla="*/ 23853 w 1014822"/>
                <a:gd name="connsiteY11" fmla="*/ 376005 h 745937"/>
                <a:gd name="connsiteX12" fmla="*/ 25587 w 1014822"/>
                <a:gd name="connsiteY12" fmla="*/ 343912 h 745937"/>
                <a:gd name="connsiteX13" fmla="*/ 63752 w 1014822"/>
                <a:gd name="connsiteY13" fmla="*/ 338708 h 745937"/>
                <a:gd name="connsiteX14" fmla="*/ 40333 w 1014822"/>
                <a:gd name="connsiteY14" fmla="*/ 315289 h 745937"/>
                <a:gd name="connsiteX15" fmla="*/ 27322 w 1014822"/>
                <a:gd name="connsiteY15" fmla="*/ 253706 h 745937"/>
                <a:gd name="connsiteX16" fmla="*/ 32526 w 1014822"/>
                <a:gd name="connsiteY16" fmla="*/ 228552 h 745937"/>
                <a:gd name="connsiteX17" fmla="*/ 32526 w 1014822"/>
                <a:gd name="connsiteY17" fmla="*/ 160030 h 745937"/>
                <a:gd name="connsiteX18" fmla="*/ 16914 w 1014822"/>
                <a:gd name="connsiteY18" fmla="*/ 132274 h 745937"/>
                <a:gd name="connsiteX19" fmla="*/ 36863 w 1014822"/>
                <a:gd name="connsiteY19" fmla="*/ 50741 h 745937"/>
                <a:gd name="connsiteX20" fmla="*/ 55078 w 1014822"/>
                <a:gd name="connsiteY20" fmla="*/ 55078 h 745937"/>
                <a:gd name="connsiteX21" fmla="*/ 75895 w 1014822"/>
                <a:gd name="connsiteY21" fmla="*/ 80232 h 745937"/>
                <a:gd name="connsiteX22" fmla="*/ 99314 w 1014822"/>
                <a:gd name="connsiteY22" fmla="*/ 102783 h 745937"/>
                <a:gd name="connsiteX23" fmla="*/ 127070 w 1014822"/>
                <a:gd name="connsiteY23" fmla="*/ 119263 h 745937"/>
                <a:gd name="connsiteX24" fmla="*/ 166101 w 1014822"/>
                <a:gd name="connsiteY24" fmla="*/ 137478 h 745937"/>
                <a:gd name="connsiteX25" fmla="*/ 192990 w 1014822"/>
                <a:gd name="connsiteY25" fmla="*/ 142682 h 745937"/>
                <a:gd name="connsiteX26" fmla="*/ 218143 w 1014822"/>
                <a:gd name="connsiteY26" fmla="*/ 155693 h 745937"/>
                <a:gd name="connsiteX27" fmla="*/ 247634 w 1014822"/>
                <a:gd name="connsiteY27" fmla="*/ 164366 h 745937"/>
                <a:gd name="connsiteX28" fmla="*/ 267583 w 1014822"/>
                <a:gd name="connsiteY28" fmla="*/ 162632 h 745937"/>
                <a:gd name="connsiteX29" fmla="*/ 267583 w 1014822"/>
                <a:gd name="connsiteY29" fmla="*/ 141815 h 745937"/>
                <a:gd name="connsiteX30" fmla="*/ 278859 w 1014822"/>
                <a:gd name="connsiteY30" fmla="*/ 132274 h 745937"/>
                <a:gd name="connsiteX31" fmla="*/ 297074 w 1014822"/>
                <a:gd name="connsiteY31" fmla="*/ 120998 h 745937"/>
                <a:gd name="connsiteX32" fmla="*/ 299676 w 1014822"/>
                <a:gd name="connsiteY32" fmla="*/ 130539 h 745937"/>
                <a:gd name="connsiteX33" fmla="*/ 302278 w 1014822"/>
                <a:gd name="connsiteY33" fmla="*/ 146152 h 745937"/>
                <a:gd name="connsiteX34" fmla="*/ 282329 w 1014822"/>
                <a:gd name="connsiteY34" fmla="*/ 150489 h 745937"/>
                <a:gd name="connsiteX35" fmla="*/ 279727 w 1014822"/>
                <a:gd name="connsiteY35" fmla="*/ 168703 h 745937"/>
                <a:gd name="connsiteX36" fmla="*/ 295339 w 1014822"/>
                <a:gd name="connsiteY36" fmla="*/ 181714 h 745937"/>
                <a:gd name="connsiteX37" fmla="*/ 304880 w 1014822"/>
                <a:gd name="connsiteY37" fmla="*/ 202531 h 745937"/>
                <a:gd name="connsiteX38" fmla="*/ 310085 w 1014822"/>
                <a:gd name="connsiteY38" fmla="*/ 219011 h 745937"/>
                <a:gd name="connsiteX39" fmla="*/ 323095 w 1014822"/>
                <a:gd name="connsiteY39" fmla="*/ 217276 h 745937"/>
                <a:gd name="connsiteX40" fmla="*/ 324830 w 1014822"/>
                <a:gd name="connsiteY40" fmla="*/ 206000 h 745937"/>
                <a:gd name="connsiteX41" fmla="*/ 316156 w 1014822"/>
                <a:gd name="connsiteY41" fmla="*/ 194724 h 745937"/>
                <a:gd name="connsiteX42" fmla="*/ 311819 w 1014822"/>
                <a:gd name="connsiteY42" fmla="*/ 166969 h 745937"/>
                <a:gd name="connsiteX43" fmla="*/ 318758 w 1014822"/>
                <a:gd name="connsiteY43" fmla="*/ 151356 h 745937"/>
                <a:gd name="connsiteX44" fmla="*/ 313554 w 1014822"/>
                <a:gd name="connsiteY44" fmla="*/ 138345 h 745937"/>
                <a:gd name="connsiteX45" fmla="*/ 313554 w 1014822"/>
                <a:gd name="connsiteY45" fmla="*/ 115794 h 745937"/>
                <a:gd name="connsiteX46" fmla="*/ 329167 w 1014822"/>
                <a:gd name="connsiteY46" fmla="*/ 84569 h 745937"/>
                <a:gd name="connsiteX47" fmla="*/ 319626 w 1014822"/>
                <a:gd name="connsiteY47" fmla="*/ 62017 h 745937"/>
                <a:gd name="connsiteX48" fmla="*/ 298809 w 1014822"/>
                <a:gd name="connsiteY48" fmla="*/ 20383 h 745937"/>
                <a:gd name="connsiteX49" fmla="*/ 301411 w 1014822"/>
                <a:gd name="connsiteY49" fmla="*/ 13444 h 745937"/>
                <a:gd name="connsiteX50" fmla="*/ 313554 w 1014822"/>
                <a:gd name="connsiteY50" fmla="*/ 6505 h 745937"/>
                <a:gd name="connsiteX51" fmla="*/ 351718 w 1014822"/>
                <a:gd name="connsiteY51" fmla="*/ 19516 h 745937"/>
                <a:gd name="connsiteX52" fmla="*/ 435853 w 1014822"/>
                <a:gd name="connsiteY52" fmla="*/ 42935 h 745937"/>
                <a:gd name="connsiteX53" fmla="*/ 510447 w 1014822"/>
                <a:gd name="connsiteY53" fmla="*/ 59415 h 745937"/>
                <a:gd name="connsiteX54" fmla="*/ 683921 w 1014822"/>
                <a:gd name="connsiteY54" fmla="*/ 108855 h 745937"/>
                <a:gd name="connsiteX55" fmla="*/ 883416 w 1014822"/>
                <a:gd name="connsiteY55" fmla="*/ 158295 h 745937"/>
                <a:gd name="connsiteX56" fmla="*/ 1013521 w 1014822"/>
                <a:gd name="connsiteY56" fmla="*/ 188653 h 745937"/>
                <a:gd name="connsiteX57" fmla="*/ 971887 w 1014822"/>
                <a:gd name="connsiteY57" fmla="*/ 341310 h 745937"/>
                <a:gd name="connsiteX58" fmla="*/ 932856 w 1014822"/>
                <a:gd name="connsiteY58" fmla="*/ 521723 h 745937"/>
                <a:gd name="connsiteX59" fmla="*/ 903365 w 1014822"/>
                <a:gd name="connsiteY59" fmla="*/ 662236 h 745937"/>
                <a:gd name="connsiteX60" fmla="*/ 899896 w 1014822"/>
                <a:gd name="connsiteY60" fmla="*/ 742034 h 745937"/>
                <a:gd name="connsiteX61" fmla="*/ 788005 w 1014822"/>
                <a:gd name="connsiteY61" fmla="*/ 709942 h 745937"/>
                <a:gd name="connsiteX62" fmla="*/ 655298 w 1014822"/>
                <a:gd name="connsiteY62" fmla="*/ 679584 h 745937"/>
                <a:gd name="connsiteX63" fmla="*/ 529529 w 1014822"/>
                <a:gd name="connsiteY63" fmla="*/ 682186 h 745937"/>
                <a:gd name="connsiteX64" fmla="*/ 519988 w 1014822"/>
                <a:gd name="connsiteY64" fmla="*/ 669175 h 745937"/>
                <a:gd name="connsiteX65" fmla="*/ 470548 w 1014822"/>
                <a:gd name="connsiteY65" fmla="*/ 687390 h 745937"/>
                <a:gd name="connsiteX66" fmla="*/ 436720 w 1014822"/>
                <a:gd name="connsiteY66" fmla="*/ 683921 h 745937"/>
                <a:gd name="connsiteX67" fmla="*/ 414169 w 1014822"/>
                <a:gd name="connsiteY67" fmla="*/ 668308 h 745937"/>
                <a:gd name="connsiteX68" fmla="*/ 399424 w 1014822"/>
                <a:gd name="connsiteY68" fmla="*/ 674380 h 745937"/>
                <a:gd name="connsiteX69" fmla="*/ 362994 w 1014822"/>
                <a:gd name="connsiteY69" fmla="*/ 672645 h 745937"/>
                <a:gd name="connsiteX70" fmla="*/ 348249 w 1014822"/>
                <a:gd name="connsiteY70" fmla="*/ 661369 h 745937"/>
                <a:gd name="connsiteX71" fmla="*/ 303146 w 1014822"/>
                <a:gd name="connsiteY71" fmla="*/ 645756 h 745937"/>
                <a:gd name="connsiteX72" fmla="*/ 292737 w 1014822"/>
                <a:gd name="connsiteY72" fmla="*/ 644022 h 745937"/>
                <a:gd name="connsiteX73" fmla="*/ 251103 w 1014822"/>
                <a:gd name="connsiteY73" fmla="*/ 631879 h 745937"/>
                <a:gd name="connsiteX74" fmla="*/ 235491 w 1014822"/>
                <a:gd name="connsiteY74" fmla="*/ 644889 h 745937"/>
                <a:gd name="connsiteX75" fmla="*/ 186051 w 1014822"/>
                <a:gd name="connsiteY75" fmla="*/ 643154 h 745937"/>
                <a:gd name="connsiteX76" fmla="*/ 146152 w 1014822"/>
                <a:gd name="connsiteY76" fmla="*/ 614531 h 745937"/>
                <a:gd name="connsiteX77" fmla="*/ 147886 w 1014822"/>
                <a:gd name="connsiteY77" fmla="*/ 538203 h 745937"/>
                <a:gd name="connsiteX78" fmla="*/ 231154 w 1014822"/>
                <a:gd name="connsiteY78" fmla="*/ 57680 h 745937"/>
                <a:gd name="connsiteX79" fmla="*/ 248501 w 1014822"/>
                <a:gd name="connsiteY79" fmla="*/ 55945 h 745937"/>
                <a:gd name="connsiteX80" fmla="*/ 252838 w 1014822"/>
                <a:gd name="connsiteY80" fmla="*/ 68088 h 745937"/>
                <a:gd name="connsiteX81" fmla="*/ 265849 w 1014822"/>
                <a:gd name="connsiteY81" fmla="*/ 54211 h 745937"/>
                <a:gd name="connsiteX82" fmla="*/ 285798 w 1014822"/>
                <a:gd name="connsiteY82" fmla="*/ 54211 h 745937"/>
                <a:gd name="connsiteX83" fmla="*/ 292737 w 1014822"/>
                <a:gd name="connsiteY83" fmla="*/ 67221 h 745937"/>
                <a:gd name="connsiteX84" fmla="*/ 279727 w 1014822"/>
                <a:gd name="connsiteY84" fmla="*/ 81966 h 745937"/>
                <a:gd name="connsiteX85" fmla="*/ 284931 w 1014822"/>
                <a:gd name="connsiteY85" fmla="*/ 88905 h 745937"/>
                <a:gd name="connsiteX86" fmla="*/ 278859 w 1014822"/>
                <a:gd name="connsiteY86" fmla="*/ 106253 h 745937"/>
                <a:gd name="connsiteX87" fmla="*/ 266716 w 1014822"/>
                <a:gd name="connsiteY87" fmla="*/ 109722 h 745937"/>
                <a:gd name="connsiteX88" fmla="*/ 258910 w 1014822"/>
                <a:gd name="connsiteY88" fmla="*/ 107987 h 745937"/>
                <a:gd name="connsiteX89" fmla="*/ 271920 w 1014822"/>
                <a:gd name="connsiteY89" fmla="*/ 85436 h 745937"/>
                <a:gd name="connsiteX90" fmla="*/ 257175 w 1014822"/>
                <a:gd name="connsiteY90" fmla="*/ 80232 h 745937"/>
                <a:gd name="connsiteX91" fmla="*/ 254573 w 1014822"/>
                <a:gd name="connsiteY91" fmla="*/ 93242 h 745937"/>
                <a:gd name="connsiteX92" fmla="*/ 248501 w 1014822"/>
                <a:gd name="connsiteY92" fmla="*/ 98446 h 745937"/>
                <a:gd name="connsiteX93" fmla="*/ 235491 w 1014822"/>
                <a:gd name="connsiteY93" fmla="*/ 78497 h 745937"/>
                <a:gd name="connsiteX94" fmla="*/ 231154 w 1014822"/>
                <a:gd name="connsiteY94" fmla="*/ 57680 h 7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014822" h="745937">
                  <a:moveTo>
                    <a:pt x="147886" y="538203"/>
                  </a:moveTo>
                  <a:lnTo>
                    <a:pt x="127937" y="500906"/>
                  </a:lnTo>
                  <a:lnTo>
                    <a:pt x="92375" y="494834"/>
                  </a:lnTo>
                  <a:lnTo>
                    <a:pt x="88905" y="474017"/>
                  </a:lnTo>
                  <a:lnTo>
                    <a:pt x="67221" y="468813"/>
                  </a:lnTo>
                  <a:lnTo>
                    <a:pt x="42067" y="464476"/>
                  </a:lnTo>
                  <a:lnTo>
                    <a:pt x="26455" y="473150"/>
                  </a:lnTo>
                  <a:lnTo>
                    <a:pt x="6505" y="447996"/>
                  </a:lnTo>
                  <a:lnTo>
                    <a:pt x="9107" y="422843"/>
                  </a:lnTo>
                  <a:lnTo>
                    <a:pt x="32526" y="420240"/>
                  </a:lnTo>
                  <a:lnTo>
                    <a:pt x="46404" y="385546"/>
                  </a:lnTo>
                  <a:lnTo>
                    <a:pt x="23853" y="376005"/>
                  </a:lnTo>
                  <a:lnTo>
                    <a:pt x="25587" y="343912"/>
                  </a:lnTo>
                  <a:lnTo>
                    <a:pt x="63752" y="338708"/>
                  </a:lnTo>
                  <a:lnTo>
                    <a:pt x="40333" y="315289"/>
                  </a:lnTo>
                  <a:lnTo>
                    <a:pt x="27322" y="253706"/>
                  </a:lnTo>
                  <a:lnTo>
                    <a:pt x="32526" y="228552"/>
                  </a:lnTo>
                  <a:lnTo>
                    <a:pt x="32526" y="160030"/>
                  </a:lnTo>
                  <a:lnTo>
                    <a:pt x="16914" y="132274"/>
                  </a:lnTo>
                  <a:lnTo>
                    <a:pt x="36863" y="50741"/>
                  </a:lnTo>
                  <a:lnTo>
                    <a:pt x="55078" y="55078"/>
                  </a:lnTo>
                  <a:lnTo>
                    <a:pt x="75895" y="80232"/>
                  </a:lnTo>
                  <a:lnTo>
                    <a:pt x="99314" y="102783"/>
                  </a:lnTo>
                  <a:lnTo>
                    <a:pt x="127070" y="119263"/>
                  </a:lnTo>
                  <a:lnTo>
                    <a:pt x="166101" y="137478"/>
                  </a:lnTo>
                  <a:lnTo>
                    <a:pt x="192990" y="142682"/>
                  </a:lnTo>
                  <a:lnTo>
                    <a:pt x="218143" y="155693"/>
                  </a:lnTo>
                  <a:lnTo>
                    <a:pt x="247634" y="164366"/>
                  </a:lnTo>
                  <a:lnTo>
                    <a:pt x="267583" y="162632"/>
                  </a:lnTo>
                  <a:lnTo>
                    <a:pt x="267583" y="141815"/>
                  </a:lnTo>
                  <a:lnTo>
                    <a:pt x="278859" y="132274"/>
                  </a:lnTo>
                  <a:lnTo>
                    <a:pt x="297074" y="120998"/>
                  </a:lnTo>
                  <a:lnTo>
                    <a:pt x="299676" y="130539"/>
                  </a:lnTo>
                  <a:lnTo>
                    <a:pt x="302278" y="146152"/>
                  </a:lnTo>
                  <a:lnTo>
                    <a:pt x="282329" y="150489"/>
                  </a:lnTo>
                  <a:lnTo>
                    <a:pt x="279727" y="168703"/>
                  </a:lnTo>
                  <a:lnTo>
                    <a:pt x="295339" y="181714"/>
                  </a:lnTo>
                  <a:lnTo>
                    <a:pt x="304880" y="202531"/>
                  </a:lnTo>
                  <a:lnTo>
                    <a:pt x="310085" y="219011"/>
                  </a:lnTo>
                  <a:lnTo>
                    <a:pt x="323095" y="217276"/>
                  </a:lnTo>
                  <a:lnTo>
                    <a:pt x="324830" y="206000"/>
                  </a:lnTo>
                  <a:lnTo>
                    <a:pt x="316156" y="194724"/>
                  </a:lnTo>
                  <a:lnTo>
                    <a:pt x="311819" y="166969"/>
                  </a:lnTo>
                  <a:lnTo>
                    <a:pt x="318758" y="151356"/>
                  </a:lnTo>
                  <a:lnTo>
                    <a:pt x="313554" y="138345"/>
                  </a:lnTo>
                  <a:lnTo>
                    <a:pt x="313554" y="115794"/>
                  </a:lnTo>
                  <a:lnTo>
                    <a:pt x="329167" y="84569"/>
                  </a:lnTo>
                  <a:lnTo>
                    <a:pt x="319626" y="62017"/>
                  </a:lnTo>
                  <a:lnTo>
                    <a:pt x="298809" y="20383"/>
                  </a:lnTo>
                  <a:lnTo>
                    <a:pt x="301411" y="13444"/>
                  </a:lnTo>
                  <a:lnTo>
                    <a:pt x="313554" y="6505"/>
                  </a:lnTo>
                  <a:lnTo>
                    <a:pt x="351718" y="19516"/>
                  </a:lnTo>
                  <a:lnTo>
                    <a:pt x="435853" y="42935"/>
                  </a:lnTo>
                  <a:lnTo>
                    <a:pt x="510447" y="59415"/>
                  </a:lnTo>
                  <a:lnTo>
                    <a:pt x="683921" y="108855"/>
                  </a:lnTo>
                  <a:lnTo>
                    <a:pt x="883416" y="158295"/>
                  </a:lnTo>
                  <a:lnTo>
                    <a:pt x="1013521" y="188653"/>
                  </a:lnTo>
                  <a:lnTo>
                    <a:pt x="971887" y="341310"/>
                  </a:lnTo>
                  <a:lnTo>
                    <a:pt x="932856" y="521723"/>
                  </a:lnTo>
                  <a:lnTo>
                    <a:pt x="903365" y="662236"/>
                  </a:lnTo>
                  <a:lnTo>
                    <a:pt x="899896" y="742034"/>
                  </a:lnTo>
                  <a:lnTo>
                    <a:pt x="788005" y="709942"/>
                  </a:lnTo>
                  <a:lnTo>
                    <a:pt x="655298" y="679584"/>
                  </a:lnTo>
                  <a:lnTo>
                    <a:pt x="529529" y="682186"/>
                  </a:lnTo>
                  <a:lnTo>
                    <a:pt x="519988" y="669175"/>
                  </a:lnTo>
                  <a:lnTo>
                    <a:pt x="470548" y="687390"/>
                  </a:lnTo>
                  <a:lnTo>
                    <a:pt x="436720" y="683921"/>
                  </a:lnTo>
                  <a:lnTo>
                    <a:pt x="414169" y="668308"/>
                  </a:lnTo>
                  <a:lnTo>
                    <a:pt x="399424" y="674380"/>
                  </a:lnTo>
                  <a:lnTo>
                    <a:pt x="362994" y="672645"/>
                  </a:lnTo>
                  <a:lnTo>
                    <a:pt x="348249" y="661369"/>
                  </a:lnTo>
                  <a:lnTo>
                    <a:pt x="303146" y="645756"/>
                  </a:lnTo>
                  <a:lnTo>
                    <a:pt x="292737" y="644022"/>
                  </a:lnTo>
                  <a:lnTo>
                    <a:pt x="251103" y="631879"/>
                  </a:lnTo>
                  <a:lnTo>
                    <a:pt x="235491" y="644889"/>
                  </a:lnTo>
                  <a:lnTo>
                    <a:pt x="186051" y="643154"/>
                  </a:lnTo>
                  <a:lnTo>
                    <a:pt x="146152" y="614531"/>
                  </a:lnTo>
                  <a:lnTo>
                    <a:pt x="147886" y="538203"/>
                  </a:lnTo>
                  <a:close/>
                  <a:moveTo>
                    <a:pt x="231154" y="57680"/>
                  </a:moveTo>
                  <a:lnTo>
                    <a:pt x="248501" y="55945"/>
                  </a:lnTo>
                  <a:lnTo>
                    <a:pt x="252838" y="68088"/>
                  </a:lnTo>
                  <a:lnTo>
                    <a:pt x="265849" y="54211"/>
                  </a:lnTo>
                  <a:lnTo>
                    <a:pt x="285798" y="54211"/>
                  </a:lnTo>
                  <a:lnTo>
                    <a:pt x="292737" y="67221"/>
                  </a:lnTo>
                  <a:lnTo>
                    <a:pt x="279727" y="81966"/>
                  </a:lnTo>
                  <a:lnTo>
                    <a:pt x="284931" y="88905"/>
                  </a:lnTo>
                  <a:lnTo>
                    <a:pt x="278859" y="106253"/>
                  </a:lnTo>
                  <a:lnTo>
                    <a:pt x="266716" y="109722"/>
                  </a:lnTo>
                  <a:cubicBezTo>
                    <a:pt x="266716" y="109722"/>
                    <a:pt x="258910" y="110590"/>
                    <a:pt x="258910" y="107987"/>
                  </a:cubicBezTo>
                  <a:cubicBezTo>
                    <a:pt x="258910" y="105385"/>
                    <a:pt x="271920" y="85436"/>
                    <a:pt x="271920" y="85436"/>
                  </a:cubicBezTo>
                  <a:lnTo>
                    <a:pt x="257175" y="80232"/>
                  </a:lnTo>
                  <a:lnTo>
                    <a:pt x="254573" y="93242"/>
                  </a:lnTo>
                  <a:lnTo>
                    <a:pt x="248501" y="98446"/>
                  </a:lnTo>
                  <a:lnTo>
                    <a:pt x="235491" y="78497"/>
                  </a:lnTo>
                  <a:lnTo>
                    <a:pt x="231154" y="5768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6" name="Freeform: Shape 153">
              <a:extLst>
                <a:ext uri="{FF2B5EF4-FFF2-40B4-BE49-F238E27FC236}">
                  <a16:creationId xmlns:a16="http://schemas.microsoft.com/office/drawing/2014/main" id="{E69B91E3-DF4C-7345-B258-DEC00187A5B4}"/>
                </a:ext>
              </a:extLst>
            </p:cNvPr>
            <p:cNvSpPr/>
            <p:nvPr/>
          </p:nvSpPr>
          <p:spPr>
            <a:xfrm>
              <a:off x="4998312" y="894691"/>
              <a:ext cx="797980" cy="841348"/>
            </a:xfrm>
            <a:custGeom>
              <a:avLst/>
              <a:gdLst>
                <a:gd name="connsiteX0" fmla="*/ 110590 w 797979"/>
                <a:gd name="connsiteY0" fmla="*/ 58547 h 841348"/>
                <a:gd name="connsiteX1" fmla="*/ 135743 w 797979"/>
                <a:gd name="connsiteY1" fmla="*/ 62884 h 841348"/>
                <a:gd name="connsiteX2" fmla="*/ 160897 w 797979"/>
                <a:gd name="connsiteY2" fmla="*/ 57680 h 841348"/>
                <a:gd name="connsiteX3" fmla="*/ 225082 w 797979"/>
                <a:gd name="connsiteY3" fmla="*/ 29924 h 841348"/>
                <a:gd name="connsiteX4" fmla="*/ 250236 w 797979"/>
                <a:gd name="connsiteY4" fmla="*/ 13444 h 841348"/>
                <a:gd name="connsiteX5" fmla="*/ 268450 w 797979"/>
                <a:gd name="connsiteY5" fmla="*/ 6505 h 841348"/>
                <a:gd name="connsiteX6" fmla="*/ 284931 w 797979"/>
                <a:gd name="connsiteY6" fmla="*/ 19516 h 841348"/>
                <a:gd name="connsiteX7" fmla="*/ 275390 w 797979"/>
                <a:gd name="connsiteY7" fmla="*/ 29057 h 841348"/>
                <a:gd name="connsiteX8" fmla="*/ 258910 w 797979"/>
                <a:gd name="connsiteY8" fmla="*/ 55945 h 841348"/>
                <a:gd name="connsiteX9" fmla="*/ 253706 w 797979"/>
                <a:gd name="connsiteY9" fmla="*/ 72425 h 841348"/>
                <a:gd name="connsiteX10" fmla="*/ 262379 w 797979"/>
                <a:gd name="connsiteY10" fmla="*/ 77630 h 841348"/>
                <a:gd name="connsiteX11" fmla="*/ 277992 w 797979"/>
                <a:gd name="connsiteY11" fmla="*/ 68956 h 841348"/>
                <a:gd name="connsiteX12" fmla="*/ 287533 w 797979"/>
                <a:gd name="connsiteY12" fmla="*/ 67221 h 841348"/>
                <a:gd name="connsiteX13" fmla="*/ 310952 w 797979"/>
                <a:gd name="connsiteY13" fmla="*/ 74160 h 841348"/>
                <a:gd name="connsiteX14" fmla="*/ 316156 w 797979"/>
                <a:gd name="connsiteY14" fmla="*/ 83701 h 841348"/>
                <a:gd name="connsiteX15" fmla="*/ 325697 w 797979"/>
                <a:gd name="connsiteY15" fmla="*/ 85436 h 841348"/>
                <a:gd name="connsiteX16" fmla="*/ 330901 w 797979"/>
                <a:gd name="connsiteY16" fmla="*/ 75895 h 841348"/>
                <a:gd name="connsiteX17" fmla="*/ 365596 w 797979"/>
                <a:gd name="connsiteY17" fmla="*/ 121865 h 841348"/>
                <a:gd name="connsiteX18" fmla="*/ 436720 w 797979"/>
                <a:gd name="connsiteY18" fmla="*/ 132274 h 841348"/>
                <a:gd name="connsiteX19" fmla="*/ 507845 w 797979"/>
                <a:gd name="connsiteY19" fmla="*/ 151356 h 841348"/>
                <a:gd name="connsiteX20" fmla="*/ 530396 w 797979"/>
                <a:gd name="connsiteY20" fmla="*/ 160897 h 841348"/>
                <a:gd name="connsiteX21" fmla="*/ 637082 w 797979"/>
                <a:gd name="connsiteY21" fmla="*/ 183449 h 841348"/>
                <a:gd name="connsiteX22" fmla="*/ 650961 w 797979"/>
                <a:gd name="connsiteY22" fmla="*/ 203398 h 841348"/>
                <a:gd name="connsiteX23" fmla="*/ 682186 w 797979"/>
                <a:gd name="connsiteY23" fmla="*/ 213807 h 841348"/>
                <a:gd name="connsiteX24" fmla="*/ 696931 w 797979"/>
                <a:gd name="connsiteY24" fmla="*/ 302278 h 841348"/>
                <a:gd name="connsiteX25" fmla="*/ 710809 w 797979"/>
                <a:gd name="connsiteY25" fmla="*/ 314421 h 841348"/>
                <a:gd name="connsiteX26" fmla="*/ 723819 w 797979"/>
                <a:gd name="connsiteY26" fmla="*/ 322228 h 841348"/>
                <a:gd name="connsiteX27" fmla="*/ 714278 w 797979"/>
                <a:gd name="connsiteY27" fmla="*/ 342177 h 841348"/>
                <a:gd name="connsiteX28" fmla="*/ 698666 w 797979"/>
                <a:gd name="connsiteY28" fmla="*/ 356055 h 841348"/>
                <a:gd name="connsiteX29" fmla="*/ 680451 w 797979"/>
                <a:gd name="connsiteY29" fmla="*/ 396821 h 841348"/>
                <a:gd name="connsiteX30" fmla="*/ 669175 w 797979"/>
                <a:gd name="connsiteY30" fmla="*/ 417638 h 841348"/>
                <a:gd name="connsiteX31" fmla="*/ 670910 w 797979"/>
                <a:gd name="connsiteY31" fmla="*/ 433251 h 841348"/>
                <a:gd name="connsiteX32" fmla="*/ 683921 w 797979"/>
                <a:gd name="connsiteY32" fmla="*/ 435853 h 841348"/>
                <a:gd name="connsiteX33" fmla="*/ 693461 w 797979"/>
                <a:gd name="connsiteY33" fmla="*/ 419373 h 841348"/>
                <a:gd name="connsiteX34" fmla="*/ 706472 w 797979"/>
                <a:gd name="connsiteY34" fmla="*/ 412434 h 841348"/>
                <a:gd name="connsiteX35" fmla="*/ 713411 w 797979"/>
                <a:gd name="connsiteY35" fmla="*/ 392485 h 841348"/>
                <a:gd name="connsiteX36" fmla="*/ 729891 w 797979"/>
                <a:gd name="connsiteY36" fmla="*/ 376872 h 841348"/>
                <a:gd name="connsiteX37" fmla="*/ 753310 w 797979"/>
                <a:gd name="connsiteY37" fmla="*/ 342177 h 841348"/>
                <a:gd name="connsiteX38" fmla="*/ 789740 w 797979"/>
                <a:gd name="connsiteY38" fmla="*/ 287533 h 841348"/>
                <a:gd name="connsiteX39" fmla="*/ 796679 w 797979"/>
                <a:gd name="connsiteY39" fmla="*/ 283196 h 841348"/>
                <a:gd name="connsiteX40" fmla="*/ 799281 w 797979"/>
                <a:gd name="connsiteY40" fmla="*/ 291870 h 841348"/>
                <a:gd name="connsiteX41" fmla="*/ 797546 w 797979"/>
                <a:gd name="connsiteY41" fmla="*/ 311819 h 841348"/>
                <a:gd name="connsiteX42" fmla="*/ 772392 w 797979"/>
                <a:gd name="connsiteY42" fmla="*/ 370800 h 841348"/>
                <a:gd name="connsiteX43" fmla="*/ 748973 w 797979"/>
                <a:gd name="connsiteY43" fmla="*/ 420240 h 841348"/>
                <a:gd name="connsiteX44" fmla="*/ 744636 w 797979"/>
                <a:gd name="connsiteY44" fmla="*/ 447996 h 841348"/>
                <a:gd name="connsiteX45" fmla="*/ 739432 w 797979"/>
                <a:gd name="connsiteY45" fmla="*/ 470548 h 841348"/>
                <a:gd name="connsiteX46" fmla="*/ 746371 w 797979"/>
                <a:gd name="connsiteY46" fmla="*/ 481824 h 841348"/>
                <a:gd name="connsiteX47" fmla="*/ 744636 w 797979"/>
                <a:gd name="connsiteY47" fmla="*/ 505243 h 841348"/>
                <a:gd name="connsiteX48" fmla="*/ 728156 w 797979"/>
                <a:gd name="connsiteY48" fmla="*/ 526060 h 841348"/>
                <a:gd name="connsiteX49" fmla="*/ 723819 w 797979"/>
                <a:gd name="connsiteY49" fmla="*/ 541672 h 841348"/>
                <a:gd name="connsiteX50" fmla="*/ 729024 w 797979"/>
                <a:gd name="connsiteY50" fmla="*/ 572897 h 841348"/>
                <a:gd name="connsiteX51" fmla="*/ 734228 w 797979"/>
                <a:gd name="connsiteY51" fmla="*/ 602388 h 841348"/>
                <a:gd name="connsiteX52" fmla="*/ 721217 w 797979"/>
                <a:gd name="connsiteY52" fmla="*/ 624940 h 841348"/>
                <a:gd name="connsiteX53" fmla="*/ 714278 w 797979"/>
                <a:gd name="connsiteY53" fmla="*/ 650093 h 841348"/>
                <a:gd name="connsiteX54" fmla="*/ 705605 w 797979"/>
                <a:gd name="connsiteY54" fmla="*/ 676982 h 841348"/>
                <a:gd name="connsiteX55" fmla="*/ 715146 w 797979"/>
                <a:gd name="connsiteY55" fmla="*/ 697799 h 841348"/>
                <a:gd name="connsiteX56" fmla="*/ 720350 w 797979"/>
                <a:gd name="connsiteY56" fmla="*/ 750708 h 841348"/>
                <a:gd name="connsiteX57" fmla="*/ 734228 w 797979"/>
                <a:gd name="connsiteY57" fmla="*/ 789740 h 841348"/>
                <a:gd name="connsiteX58" fmla="*/ 732493 w 797979"/>
                <a:gd name="connsiteY58" fmla="*/ 815761 h 841348"/>
                <a:gd name="connsiteX59" fmla="*/ 594582 w 797979"/>
                <a:gd name="connsiteY59" fmla="*/ 831374 h 841348"/>
                <a:gd name="connsiteX60" fmla="*/ 442792 w 797979"/>
                <a:gd name="connsiteY60" fmla="*/ 840047 h 841348"/>
                <a:gd name="connsiteX61" fmla="*/ 332636 w 797979"/>
                <a:gd name="connsiteY61" fmla="*/ 840047 h 841348"/>
                <a:gd name="connsiteX62" fmla="*/ 326564 w 797979"/>
                <a:gd name="connsiteY62" fmla="*/ 827037 h 841348"/>
                <a:gd name="connsiteX63" fmla="*/ 301411 w 797979"/>
                <a:gd name="connsiteY63" fmla="*/ 823567 h 841348"/>
                <a:gd name="connsiteX64" fmla="*/ 278859 w 797979"/>
                <a:gd name="connsiteY64" fmla="*/ 812291 h 841348"/>
                <a:gd name="connsiteX65" fmla="*/ 258910 w 797979"/>
                <a:gd name="connsiteY65" fmla="*/ 780199 h 841348"/>
                <a:gd name="connsiteX66" fmla="*/ 256308 w 797979"/>
                <a:gd name="connsiteY66" fmla="*/ 748973 h 841348"/>
                <a:gd name="connsiteX67" fmla="*/ 273655 w 797979"/>
                <a:gd name="connsiteY67" fmla="*/ 723820 h 841348"/>
                <a:gd name="connsiteX68" fmla="*/ 269318 w 797979"/>
                <a:gd name="connsiteY68" fmla="*/ 711677 h 841348"/>
                <a:gd name="connsiteX69" fmla="*/ 251103 w 797979"/>
                <a:gd name="connsiteY69" fmla="*/ 692594 h 841348"/>
                <a:gd name="connsiteX70" fmla="*/ 244164 w 797979"/>
                <a:gd name="connsiteY70" fmla="*/ 663971 h 841348"/>
                <a:gd name="connsiteX71" fmla="*/ 238960 w 797979"/>
                <a:gd name="connsiteY71" fmla="*/ 604990 h 841348"/>
                <a:gd name="connsiteX72" fmla="*/ 220745 w 797979"/>
                <a:gd name="connsiteY72" fmla="*/ 583306 h 841348"/>
                <a:gd name="connsiteX73" fmla="*/ 160029 w 797979"/>
                <a:gd name="connsiteY73" fmla="*/ 544274 h 841348"/>
                <a:gd name="connsiteX74" fmla="*/ 127069 w 797979"/>
                <a:gd name="connsiteY74" fmla="*/ 497436 h 841348"/>
                <a:gd name="connsiteX75" fmla="*/ 97579 w 797979"/>
                <a:gd name="connsiteY75" fmla="*/ 488763 h 841348"/>
                <a:gd name="connsiteX76" fmla="*/ 78497 w 797979"/>
                <a:gd name="connsiteY76" fmla="*/ 464476 h 841348"/>
                <a:gd name="connsiteX77" fmla="*/ 50741 w 797979"/>
                <a:gd name="connsiteY77" fmla="*/ 464476 h 841348"/>
                <a:gd name="connsiteX78" fmla="*/ 25587 w 797979"/>
                <a:gd name="connsiteY78" fmla="*/ 435853 h 841348"/>
                <a:gd name="connsiteX79" fmla="*/ 21250 w 797979"/>
                <a:gd name="connsiteY79" fmla="*/ 379474 h 841348"/>
                <a:gd name="connsiteX80" fmla="*/ 22118 w 797979"/>
                <a:gd name="connsiteY80" fmla="*/ 346514 h 841348"/>
                <a:gd name="connsiteX81" fmla="*/ 35128 w 797979"/>
                <a:gd name="connsiteY81" fmla="*/ 319626 h 841348"/>
                <a:gd name="connsiteX82" fmla="*/ 28190 w 797979"/>
                <a:gd name="connsiteY82" fmla="*/ 291870 h 841348"/>
                <a:gd name="connsiteX83" fmla="*/ 6505 w 797979"/>
                <a:gd name="connsiteY83" fmla="*/ 267583 h 841348"/>
                <a:gd name="connsiteX84" fmla="*/ 22118 w 797979"/>
                <a:gd name="connsiteY84" fmla="*/ 220746 h 841348"/>
                <a:gd name="connsiteX85" fmla="*/ 67221 w 797979"/>
                <a:gd name="connsiteY85" fmla="*/ 187785 h 841348"/>
                <a:gd name="connsiteX86" fmla="*/ 81099 w 797979"/>
                <a:gd name="connsiteY86" fmla="*/ 171305 h 841348"/>
                <a:gd name="connsiteX87" fmla="*/ 79364 w 797979"/>
                <a:gd name="connsiteY87" fmla="*/ 101049 h 841348"/>
                <a:gd name="connsiteX88" fmla="*/ 81099 w 797979"/>
                <a:gd name="connsiteY88" fmla="*/ 76762 h 841348"/>
                <a:gd name="connsiteX89" fmla="*/ 101916 w 797979"/>
                <a:gd name="connsiteY89" fmla="*/ 52476 h 841348"/>
                <a:gd name="connsiteX90" fmla="*/ 110590 w 797979"/>
                <a:gd name="connsiteY90" fmla="*/ 58547 h 84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97979" h="841348">
                  <a:moveTo>
                    <a:pt x="110590" y="58547"/>
                  </a:moveTo>
                  <a:lnTo>
                    <a:pt x="135743" y="62884"/>
                  </a:lnTo>
                  <a:lnTo>
                    <a:pt x="160897" y="57680"/>
                  </a:lnTo>
                  <a:lnTo>
                    <a:pt x="225082" y="29924"/>
                  </a:lnTo>
                  <a:lnTo>
                    <a:pt x="250236" y="13444"/>
                  </a:lnTo>
                  <a:lnTo>
                    <a:pt x="268450" y="6505"/>
                  </a:lnTo>
                  <a:lnTo>
                    <a:pt x="284931" y="19516"/>
                  </a:lnTo>
                  <a:lnTo>
                    <a:pt x="275390" y="29057"/>
                  </a:lnTo>
                  <a:lnTo>
                    <a:pt x="258910" y="55945"/>
                  </a:lnTo>
                  <a:lnTo>
                    <a:pt x="253706" y="72425"/>
                  </a:lnTo>
                  <a:lnTo>
                    <a:pt x="262379" y="77630"/>
                  </a:lnTo>
                  <a:lnTo>
                    <a:pt x="277992" y="68956"/>
                  </a:lnTo>
                  <a:lnTo>
                    <a:pt x="287533" y="67221"/>
                  </a:lnTo>
                  <a:lnTo>
                    <a:pt x="310952" y="74160"/>
                  </a:lnTo>
                  <a:lnTo>
                    <a:pt x="316156" y="83701"/>
                  </a:lnTo>
                  <a:lnTo>
                    <a:pt x="325697" y="85436"/>
                  </a:lnTo>
                  <a:lnTo>
                    <a:pt x="330901" y="75895"/>
                  </a:lnTo>
                  <a:lnTo>
                    <a:pt x="365596" y="121865"/>
                  </a:lnTo>
                  <a:lnTo>
                    <a:pt x="436720" y="132274"/>
                  </a:lnTo>
                  <a:lnTo>
                    <a:pt x="507845" y="151356"/>
                  </a:lnTo>
                  <a:lnTo>
                    <a:pt x="530396" y="160897"/>
                  </a:lnTo>
                  <a:lnTo>
                    <a:pt x="637082" y="183449"/>
                  </a:lnTo>
                  <a:lnTo>
                    <a:pt x="650961" y="203398"/>
                  </a:lnTo>
                  <a:lnTo>
                    <a:pt x="682186" y="213807"/>
                  </a:lnTo>
                  <a:lnTo>
                    <a:pt x="696931" y="302278"/>
                  </a:lnTo>
                  <a:lnTo>
                    <a:pt x="710809" y="314421"/>
                  </a:lnTo>
                  <a:lnTo>
                    <a:pt x="723819" y="322228"/>
                  </a:lnTo>
                  <a:lnTo>
                    <a:pt x="714278" y="342177"/>
                  </a:lnTo>
                  <a:lnTo>
                    <a:pt x="698666" y="356055"/>
                  </a:lnTo>
                  <a:lnTo>
                    <a:pt x="680451" y="396821"/>
                  </a:lnTo>
                  <a:lnTo>
                    <a:pt x="669175" y="417638"/>
                  </a:lnTo>
                  <a:lnTo>
                    <a:pt x="670910" y="433251"/>
                  </a:lnTo>
                  <a:lnTo>
                    <a:pt x="683921" y="435853"/>
                  </a:lnTo>
                  <a:lnTo>
                    <a:pt x="693461" y="419373"/>
                  </a:lnTo>
                  <a:lnTo>
                    <a:pt x="706472" y="412434"/>
                  </a:lnTo>
                  <a:lnTo>
                    <a:pt x="713411" y="392485"/>
                  </a:lnTo>
                  <a:lnTo>
                    <a:pt x="729891" y="376872"/>
                  </a:lnTo>
                  <a:lnTo>
                    <a:pt x="753310" y="342177"/>
                  </a:lnTo>
                  <a:lnTo>
                    <a:pt x="789740" y="287533"/>
                  </a:lnTo>
                  <a:lnTo>
                    <a:pt x="796679" y="283196"/>
                  </a:lnTo>
                  <a:lnTo>
                    <a:pt x="799281" y="291870"/>
                  </a:lnTo>
                  <a:lnTo>
                    <a:pt x="797546" y="311819"/>
                  </a:lnTo>
                  <a:lnTo>
                    <a:pt x="772392" y="370800"/>
                  </a:lnTo>
                  <a:lnTo>
                    <a:pt x="748973" y="420240"/>
                  </a:lnTo>
                  <a:lnTo>
                    <a:pt x="744636" y="447996"/>
                  </a:lnTo>
                  <a:lnTo>
                    <a:pt x="739432" y="470548"/>
                  </a:lnTo>
                  <a:lnTo>
                    <a:pt x="746371" y="481824"/>
                  </a:lnTo>
                  <a:lnTo>
                    <a:pt x="744636" y="505243"/>
                  </a:lnTo>
                  <a:lnTo>
                    <a:pt x="728156" y="526060"/>
                  </a:lnTo>
                  <a:lnTo>
                    <a:pt x="723819" y="541672"/>
                  </a:lnTo>
                  <a:lnTo>
                    <a:pt x="729024" y="572897"/>
                  </a:lnTo>
                  <a:lnTo>
                    <a:pt x="734228" y="602388"/>
                  </a:lnTo>
                  <a:lnTo>
                    <a:pt x="721217" y="624940"/>
                  </a:lnTo>
                  <a:lnTo>
                    <a:pt x="714278" y="650093"/>
                  </a:lnTo>
                  <a:lnTo>
                    <a:pt x="705605" y="676982"/>
                  </a:lnTo>
                  <a:lnTo>
                    <a:pt x="715146" y="697799"/>
                  </a:lnTo>
                  <a:lnTo>
                    <a:pt x="720350" y="750708"/>
                  </a:lnTo>
                  <a:lnTo>
                    <a:pt x="734228" y="789740"/>
                  </a:lnTo>
                  <a:lnTo>
                    <a:pt x="732493" y="815761"/>
                  </a:lnTo>
                  <a:lnTo>
                    <a:pt x="594582" y="831374"/>
                  </a:lnTo>
                  <a:lnTo>
                    <a:pt x="442792" y="840047"/>
                  </a:lnTo>
                  <a:lnTo>
                    <a:pt x="332636" y="840047"/>
                  </a:lnTo>
                  <a:lnTo>
                    <a:pt x="326564" y="827037"/>
                  </a:lnTo>
                  <a:lnTo>
                    <a:pt x="301411" y="823567"/>
                  </a:lnTo>
                  <a:lnTo>
                    <a:pt x="278859" y="812291"/>
                  </a:lnTo>
                  <a:lnTo>
                    <a:pt x="258910" y="780199"/>
                  </a:lnTo>
                  <a:lnTo>
                    <a:pt x="256308" y="748973"/>
                  </a:lnTo>
                  <a:lnTo>
                    <a:pt x="273655" y="723820"/>
                  </a:lnTo>
                  <a:lnTo>
                    <a:pt x="269318" y="711677"/>
                  </a:lnTo>
                  <a:lnTo>
                    <a:pt x="251103" y="692594"/>
                  </a:lnTo>
                  <a:lnTo>
                    <a:pt x="244164" y="663971"/>
                  </a:lnTo>
                  <a:lnTo>
                    <a:pt x="238960" y="604990"/>
                  </a:lnTo>
                  <a:lnTo>
                    <a:pt x="220745" y="583306"/>
                  </a:lnTo>
                  <a:lnTo>
                    <a:pt x="160029" y="544274"/>
                  </a:lnTo>
                  <a:lnTo>
                    <a:pt x="127069" y="497436"/>
                  </a:lnTo>
                  <a:lnTo>
                    <a:pt x="97579" y="488763"/>
                  </a:lnTo>
                  <a:lnTo>
                    <a:pt x="78497" y="464476"/>
                  </a:lnTo>
                  <a:lnTo>
                    <a:pt x="50741" y="464476"/>
                  </a:lnTo>
                  <a:lnTo>
                    <a:pt x="25587" y="435853"/>
                  </a:lnTo>
                  <a:lnTo>
                    <a:pt x="21250" y="379474"/>
                  </a:lnTo>
                  <a:lnTo>
                    <a:pt x="22118" y="346514"/>
                  </a:lnTo>
                  <a:lnTo>
                    <a:pt x="35128" y="319626"/>
                  </a:lnTo>
                  <a:lnTo>
                    <a:pt x="28190" y="291870"/>
                  </a:lnTo>
                  <a:lnTo>
                    <a:pt x="6505" y="267583"/>
                  </a:lnTo>
                  <a:lnTo>
                    <a:pt x="22118" y="220746"/>
                  </a:lnTo>
                  <a:lnTo>
                    <a:pt x="67221" y="187785"/>
                  </a:lnTo>
                  <a:lnTo>
                    <a:pt x="81099" y="171305"/>
                  </a:lnTo>
                  <a:lnTo>
                    <a:pt x="79364" y="101049"/>
                  </a:lnTo>
                  <a:lnTo>
                    <a:pt x="81099" y="76762"/>
                  </a:lnTo>
                  <a:lnTo>
                    <a:pt x="101916" y="52476"/>
                  </a:lnTo>
                  <a:lnTo>
                    <a:pt x="110590" y="5854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7" name="Freeform: Shape 154">
              <a:extLst>
                <a:ext uri="{FF2B5EF4-FFF2-40B4-BE49-F238E27FC236}">
                  <a16:creationId xmlns:a16="http://schemas.microsoft.com/office/drawing/2014/main" id="{2DD7E983-110B-2348-A24B-B6F352C96C3E}"/>
                </a:ext>
              </a:extLst>
            </p:cNvPr>
            <p:cNvSpPr/>
            <p:nvPr/>
          </p:nvSpPr>
          <p:spPr>
            <a:xfrm>
              <a:off x="6560444" y="1944208"/>
              <a:ext cx="685222" cy="685222"/>
            </a:xfrm>
            <a:custGeom>
              <a:avLst/>
              <a:gdLst>
                <a:gd name="connsiteX0" fmla="*/ 434986 w 685221"/>
                <a:gd name="connsiteY0" fmla="*/ 261512 h 685221"/>
                <a:gd name="connsiteX1" fmla="*/ 485293 w 685221"/>
                <a:gd name="connsiteY1" fmla="*/ 209470 h 685221"/>
                <a:gd name="connsiteX2" fmla="*/ 507845 w 685221"/>
                <a:gd name="connsiteY2" fmla="*/ 202531 h 685221"/>
                <a:gd name="connsiteX3" fmla="*/ 521723 w 685221"/>
                <a:gd name="connsiteY3" fmla="*/ 189520 h 685221"/>
                <a:gd name="connsiteX4" fmla="*/ 534733 w 685221"/>
                <a:gd name="connsiteY4" fmla="*/ 170438 h 685221"/>
                <a:gd name="connsiteX5" fmla="*/ 544274 w 685221"/>
                <a:gd name="connsiteY5" fmla="*/ 173040 h 685221"/>
                <a:gd name="connsiteX6" fmla="*/ 571163 w 685221"/>
                <a:gd name="connsiteY6" fmla="*/ 171305 h 685221"/>
                <a:gd name="connsiteX7" fmla="*/ 611062 w 685221"/>
                <a:gd name="connsiteY7" fmla="*/ 140080 h 685221"/>
                <a:gd name="connsiteX8" fmla="*/ 624072 w 685221"/>
                <a:gd name="connsiteY8" fmla="*/ 135743 h 685221"/>
                <a:gd name="connsiteX9" fmla="*/ 635348 w 685221"/>
                <a:gd name="connsiteY9" fmla="*/ 144417 h 685221"/>
                <a:gd name="connsiteX10" fmla="*/ 657899 w 685221"/>
                <a:gd name="connsiteY10" fmla="*/ 154825 h 685221"/>
                <a:gd name="connsiteX11" fmla="*/ 683921 w 685221"/>
                <a:gd name="connsiteY11" fmla="*/ 180847 h 685221"/>
                <a:gd name="connsiteX12" fmla="*/ 680451 w 685221"/>
                <a:gd name="connsiteY12" fmla="*/ 218143 h 685221"/>
                <a:gd name="connsiteX13" fmla="*/ 633613 w 685221"/>
                <a:gd name="connsiteY13" fmla="*/ 195592 h 685221"/>
                <a:gd name="connsiteX14" fmla="*/ 591980 w 685221"/>
                <a:gd name="connsiteY14" fmla="*/ 179979 h 685221"/>
                <a:gd name="connsiteX15" fmla="*/ 591112 w 685221"/>
                <a:gd name="connsiteY15" fmla="*/ 231154 h 685221"/>
                <a:gd name="connsiteX16" fmla="*/ 568561 w 685221"/>
                <a:gd name="connsiteY16" fmla="*/ 280594 h 685221"/>
                <a:gd name="connsiteX17" fmla="*/ 543407 w 685221"/>
                <a:gd name="connsiteY17" fmla="*/ 301411 h 685221"/>
                <a:gd name="connsiteX18" fmla="*/ 536468 w 685221"/>
                <a:gd name="connsiteY18" fmla="*/ 321361 h 685221"/>
                <a:gd name="connsiteX19" fmla="*/ 510447 w 685221"/>
                <a:gd name="connsiteY19" fmla="*/ 325697 h 685221"/>
                <a:gd name="connsiteX20" fmla="*/ 495702 w 685221"/>
                <a:gd name="connsiteY20" fmla="*/ 395954 h 685221"/>
                <a:gd name="connsiteX21" fmla="*/ 471415 w 685221"/>
                <a:gd name="connsiteY21" fmla="*/ 397689 h 685221"/>
                <a:gd name="connsiteX22" fmla="*/ 461874 w 685221"/>
                <a:gd name="connsiteY22" fmla="*/ 389015 h 685221"/>
                <a:gd name="connsiteX23" fmla="*/ 451466 w 685221"/>
                <a:gd name="connsiteY23" fmla="*/ 371668 h 685221"/>
                <a:gd name="connsiteX24" fmla="*/ 432383 w 685221"/>
                <a:gd name="connsiteY24" fmla="*/ 376005 h 685221"/>
                <a:gd name="connsiteX25" fmla="*/ 428047 w 685221"/>
                <a:gd name="connsiteY25" fmla="*/ 420241 h 685221"/>
                <a:gd name="connsiteX26" fmla="*/ 412434 w 685221"/>
                <a:gd name="connsiteY26" fmla="*/ 464476 h 685221"/>
                <a:gd name="connsiteX27" fmla="*/ 369066 w 685221"/>
                <a:gd name="connsiteY27" fmla="*/ 559887 h 685221"/>
                <a:gd name="connsiteX28" fmla="*/ 376872 w 685221"/>
                <a:gd name="connsiteY28" fmla="*/ 572030 h 685221"/>
                <a:gd name="connsiteX29" fmla="*/ 376004 w 685221"/>
                <a:gd name="connsiteY29" fmla="*/ 589378 h 685221"/>
                <a:gd name="connsiteX30" fmla="*/ 356923 w 685221"/>
                <a:gd name="connsiteY30" fmla="*/ 611062 h 685221"/>
                <a:gd name="connsiteX31" fmla="*/ 343044 w 685221"/>
                <a:gd name="connsiteY31" fmla="*/ 607592 h 685221"/>
                <a:gd name="connsiteX32" fmla="*/ 316156 w 685221"/>
                <a:gd name="connsiteY32" fmla="*/ 627542 h 685221"/>
                <a:gd name="connsiteX33" fmla="*/ 291870 w 685221"/>
                <a:gd name="connsiteY33" fmla="*/ 620603 h 685221"/>
                <a:gd name="connsiteX34" fmla="*/ 276257 w 685221"/>
                <a:gd name="connsiteY34" fmla="*/ 663104 h 685221"/>
                <a:gd name="connsiteX35" fmla="*/ 243297 w 685221"/>
                <a:gd name="connsiteY35" fmla="*/ 671778 h 685221"/>
                <a:gd name="connsiteX36" fmla="*/ 221613 w 685221"/>
                <a:gd name="connsiteY36" fmla="*/ 660502 h 685221"/>
                <a:gd name="connsiteX37" fmla="*/ 199929 w 685221"/>
                <a:gd name="connsiteY37" fmla="*/ 676982 h 685221"/>
                <a:gd name="connsiteX38" fmla="*/ 179979 w 685221"/>
                <a:gd name="connsiteY38" fmla="*/ 683053 h 685221"/>
                <a:gd name="connsiteX39" fmla="*/ 152223 w 685221"/>
                <a:gd name="connsiteY39" fmla="*/ 676115 h 685221"/>
                <a:gd name="connsiteX40" fmla="*/ 119263 w 685221"/>
                <a:gd name="connsiteY40" fmla="*/ 637083 h 685221"/>
                <a:gd name="connsiteX41" fmla="*/ 88905 w 685221"/>
                <a:gd name="connsiteY41" fmla="*/ 618001 h 685221"/>
                <a:gd name="connsiteX42" fmla="*/ 67221 w 685221"/>
                <a:gd name="connsiteY42" fmla="*/ 596316 h 685221"/>
                <a:gd name="connsiteX43" fmla="*/ 42067 w 685221"/>
                <a:gd name="connsiteY43" fmla="*/ 564224 h 685221"/>
                <a:gd name="connsiteX44" fmla="*/ 37730 w 685221"/>
                <a:gd name="connsiteY44" fmla="*/ 544274 h 685221"/>
                <a:gd name="connsiteX45" fmla="*/ 13444 w 685221"/>
                <a:gd name="connsiteY45" fmla="*/ 529529 h 685221"/>
                <a:gd name="connsiteX46" fmla="*/ 8240 w 685221"/>
                <a:gd name="connsiteY46" fmla="*/ 518253 h 685221"/>
                <a:gd name="connsiteX47" fmla="*/ 6505 w 685221"/>
                <a:gd name="connsiteY47" fmla="*/ 469680 h 685221"/>
                <a:gd name="connsiteX48" fmla="*/ 9107 w 685221"/>
                <a:gd name="connsiteY48" fmla="*/ 470548 h 685221"/>
                <a:gd name="connsiteX49" fmla="*/ 29924 w 685221"/>
                <a:gd name="connsiteY49" fmla="*/ 468813 h 685221"/>
                <a:gd name="connsiteX50" fmla="*/ 45537 w 685221"/>
                <a:gd name="connsiteY50" fmla="*/ 460140 h 685221"/>
                <a:gd name="connsiteX51" fmla="*/ 45537 w 685221"/>
                <a:gd name="connsiteY51" fmla="*/ 441057 h 685221"/>
                <a:gd name="connsiteX52" fmla="*/ 60282 w 685221"/>
                <a:gd name="connsiteY52" fmla="*/ 428047 h 685221"/>
                <a:gd name="connsiteX53" fmla="*/ 61149 w 685221"/>
                <a:gd name="connsiteY53" fmla="*/ 382944 h 685221"/>
                <a:gd name="connsiteX54" fmla="*/ 68956 w 685221"/>
                <a:gd name="connsiteY54" fmla="*/ 351718 h 685221"/>
                <a:gd name="connsiteX55" fmla="*/ 78497 w 685221"/>
                <a:gd name="connsiteY55" fmla="*/ 345647 h 685221"/>
                <a:gd name="connsiteX56" fmla="*/ 81967 w 685221"/>
                <a:gd name="connsiteY56" fmla="*/ 348249 h 685221"/>
                <a:gd name="connsiteX57" fmla="*/ 90640 w 685221"/>
                <a:gd name="connsiteY57" fmla="*/ 357790 h 685221"/>
                <a:gd name="connsiteX58" fmla="*/ 105386 w 685221"/>
                <a:gd name="connsiteY58" fmla="*/ 362127 h 685221"/>
                <a:gd name="connsiteX59" fmla="*/ 114926 w 685221"/>
                <a:gd name="connsiteY59" fmla="*/ 350851 h 685221"/>
                <a:gd name="connsiteX60" fmla="*/ 106253 w 685221"/>
                <a:gd name="connsiteY60" fmla="*/ 323963 h 685221"/>
                <a:gd name="connsiteX61" fmla="*/ 106253 w 685221"/>
                <a:gd name="connsiteY61" fmla="*/ 310085 h 685221"/>
                <a:gd name="connsiteX62" fmla="*/ 133141 w 685221"/>
                <a:gd name="connsiteY62" fmla="*/ 270186 h 685221"/>
                <a:gd name="connsiteX63" fmla="*/ 143550 w 685221"/>
                <a:gd name="connsiteY63" fmla="*/ 258910 h 685221"/>
                <a:gd name="connsiteX64" fmla="*/ 160897 w 685221"/>
                <a:gd name="connsiteY64" fmla="*/ 263247 h 685221"/>
                <a:gd name="connsiteX65" fmla="*/ 183449 w 685221"/>
                <a:gd name="connsiteY65" fmla="*/ 247634 h 685221"/>
                <a:gd name="connsiteX66" fmla="*/ 210337 w 685221"/>
                <a:gd name="connsiteY66" fmla="*/ 218143 h 685221"/>
                <a:gd name="connsiteX67" fmla="*/ 231154 w 685221"/>
                <a:gd name="connsiteY67" fmla="*/ 182581 h 685221"/>
                <a:gd name="connsiteX68" fmla="*/ 232888 w 685221"/>
                <a:gd name="connsiteY68" fmla="*/ 134009 h 685221"/>
                <a:gd name="connsiteX69" fmla="*/ 237225 w 685221"/>
                <a:gd name="connsiteY69" fmla="*/ 92375 h 685221"/>
                <a:gd name="connsiteX70" fmla="*/ 237225 w 685221"/>
                <a:gd name="connsiteY70" fmla="*/ 49874 h 685221"/>
                <a:gd name="connsiteX71" fmla="*/ 227684 w 685221"/>
                <a:gd name="connsiteY71" fmla="*/ 23853 h 685221"/>
                <a:gd name="connsiteX72" fmla="*/ 235491 w 685221"/>
                <a:gd name="connsiteY72" fmla="*/ 12577 h 685221"/>
                <a:gd name="connsiteX73" fmla="*/ 242430 w 685221"/>
                <a:gd name="connsiteY73" fmla="*/ 6505 h 685221"/>
                <a:gd name="connsiteX74" fmla="*/ 279727 w 685221"/>
                <a:gd name="connsiteY74" fmla="*/ 173908 h 685221"/>
                <a:gd name="connsiteX75" fmla="*/ 317023 w 685221"/>
                <a:gd name="connsiteY75" fmla="*/ 166969 h 685221"/>
                <a:gd name="connsiteX76" fmla="*/ 414169 w 685221"/>
                <a:gd name="connsiteY76" fmla="*/ 155693 h 685221"/>
                <a:gd name="connsiteX77" fmla="*/ 434986 w 685221"/>
                <a:gd name="connsiteY77" fmla="*/ 261512 h 68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85221" h="685221">
                  <a:moveTo>
                    <a:pt x="434986" y="261512"/>
                  </a:moveTo>
                  <a:lnTo>
                    <a:pt x="485293" y="209470"/>
                  </a:lnTo>
                  <a:lnTo>
                    <a:pt x="507845" y="202531"/>
                  </a:lnTo>
                  <a:lnTo>
                    <a:pt x="521723" y="189520"/>
                  </a:lnTo>
                  <a:lnTo>
                    <a:pt x="534733" y="170438"/>
                  </a:lnTo>
                  <a:lnTo>
                    <a:pt x="544274" y="173040"/>
                  </a:lnTo>
                  <a:lnTo>
                    <a:pt x="571163" y="171305"/>
                  </a:lnTo>
                  <a:lnTo>
                    <a:pt x="611062" y="140080"/>
                  </a:lnTo>
                  <a:lnTo>
                    <a:pt x="624072" y="135743"/>
                  </a:lnTo>
                  <a:lnTo>
                    <a:pt x="635348" y="144417"/>
                  </a:lnTo>
                  <a:lnTo>
                    <a:pt x="657899" y="154825"/>
                  </a:lnTo>
                  <a:lnTo>
                    <a:pt x="683921" y="180847"/>
                  </a:lnTo>
                  <a:lnTo>
                    <a:pt x="680451" y="218143"/>
                  </a:lnTo>
                  <a:lnTo>
                    <a:pt x="633613" y="195592"/>
                  </a:lnTo>
                  <a:lnTo>
                    <a:pt x="591980" y="179979"/>
                  </a:lnTo>
                  <a:lnTo>
                    <a:pt x="591112" y="231154"/>
                  </a:lnTo>
                  <a:lnTo>
                    <a:pt x="568561" y="280594"/>
                  </a:lnTo>
                  <a:lnTo>
                    <a:pt x="543407" y="301411"/>
                  </a:lnTo>
                  <a:lnTo>
                    <a:pt x="536468" y="321361"/>
                  </a:lnTo>
                  <a:lnTo>
                    <a:pt x="510447" y="325697"/>
                  </a:lnTo>
                  <a:lnTo>
                    <a:pt x="495702" y="395954"/>
                  </a:lnTo>
                  <a:lnTo>
                    <a:pt x="471415" y="397689"/>
                  </a:lnTo>
                  <a:lnTo>
                    <a:pt x="461874" y="389015"/>
                  </a:lnTo>
                  <a:lnTo>
                    <a:pt x="451466" y="371668"/>
                  </a:lnTo>
                  <a:lnTo>
                    <a:pt x="432383" y="376005"/>
                  </a:lnTo>
                  <a:lnTo>
                    <a:pt x="428047" y="420241"/>
                  </a:lnTo>
                  <a:lnTo>
                    <a:pt x="412434" y="464476"/>
                  </a:lnTo>
                  <a:lnTo>
                    <a:pt x="369066" y="559887"/>
                  </a:lnTo>
                  <a:lnTo>
                    <a:pt x="376872" y="572030"/>
                  </a:lnTo>
                  <a:lnTo>
                    <a:pt x="376004" y="589378"/>
                  </a:lnTo>
                  <a:lnTo>
                    <a:pt x="356923" y="611062"/>
                  </a:lnTo>
                  <a:lnTo>
                    <a:pt x="343044" y="607592"/>
                  </a:lnTo>
                  <a:lnTo>
                    <a:pt x="316156" y="627542"/>
                  </a:lnTo>
                  <a:lnTo>
                    <a:pt x="291870" y="620603"/>
                  </a:lnTo>
                  <a:lnTo>
                    <a:pt x="276257" y="663104"/>
                  </a:lnTo>
                  <a:lnTo>
                    <a:pt x="243297" y="671778"/>
                  </a:lnTo>
                  <a:lnTo>
                    <a:pt x="221613" y="660502"/>
                  </a:lnTo>
                  <a:lnTo>
                    <a:pt x="199929" y="676982"/>
                  </a:lnTo>
                  <a:lnTo>
                    <a:pt x="179979" y="683053"/>
                  </a:lnTo>
                  <a:lnTo>
                    <a:pt x="152223" y="676115"/>
                  </a:lnTo>
                  <a:lnTo>
                    <a:pt x="119263" y="637083"/>
                  </a:lnTo>
                  <a:lnTo>
                    <a:pt x="88905" y="618001"/>
                  </a:lnTo>
                  <a:lnTo>
                    <a:pt x="67221" y="596316"/>
                  </a:lnTo>
                  <a:lnTo>
                    <a:pt x="42067" y="564224"/>
                  </a:lnTo>
                  <a:lnTo>
                    <a:pt x="37730" y="544274"/>
                  </a:lnTo>
                  <a:lnTo>
                    <a:pt x="13444" y="529529"/>
                  </a:lnTo>
                  <a:lnTo>
                    <a:pt x="8240" y="518253"/>
                  </a:lnTo>
                  <a:lnTo>
                    <a:pt x="6505" y="469680"/>
                  </a:lnTo>
                  <a:lnTo>
                    <a:pt x="9107" y="470548"/>
                  </a:lnTo>
                  <a:lnTo>
                    <a:pt x="29924" y="468813"/>
                  </a:lnTo>
                  <a:lnTo>
                    <a:pt x="45537" y="460140"/>
                  </a:lnTo>
                  <a:lnTo>
                    <a:pt x="45537" y="441057"/>
                  </a:lnTo>
                  <a:lnTo>
                    <a:pt x="60282" y="428047"/>
                  </a:lnTo>
                  <a:lnTo>
                    <a:pt x="61149" y="382944"/>
                  </a:lnTo>
                  <a:lnTo>
                    <a:pt x="68956" y="351718"/>
                  </a:lnTo>
                  <a:lnTo>
                    <a:pt x="78497" y="345647"/>
                  </a:lnTo>
                  <a:lnTo>
                    <a:pt x="81967" y="348249"/>
                  </a:lnTo>
                  <a:lnTo>
                    <a:pt x="90640" y="357790"/>
                  </a:lnTo>
                  <a:lnTo>
                    <a:pt x="105386" y="362127"/>
                  </a:lnTo>
                  <a:lnTo>
                    <a:pt x="114926" y="350851"/>
                  </a:lnTo>
                  <a:lnTo>
                    <a:pt x="106253" y="323963"/>
                  </a:lnTo>
                  <a:lnTo>
                    <a:pt x="106253" y="310085"/>
                  </a:lnTo>
                  <a:lnTo>
                    <a:pt x="133141" y="270186"/>
                  </a:lnTo>
                  <a:lnTo>
                    <a:pt x="143550" y="258910"/>
                  </a:lnTo>
                  <a:lnTo>
                    <a:pt x="160897" y="263247"/>
                  </a:lnTo>
                  <a:lnTo>
                    <a:pt x="183449" y="247634"/>
                  </a:lnTo>
                  <a:lnTo>
                    <a:pt x="210337" y="218143"/>
                  </a:lnTo>
                  <a:lnTo>
                    <a:pt x="231154" y="182581"/>
                  </a:lnTo>
                  <a:lnTo>
                    <a:pt x="232888" y="134009"/>
                  </a:lnTo>
                  <a:lnTo>
                    <a:pt x="237225" y="92375"/>
                  </a:lnTo>
                  <a:lnTo>
                    <a:pt x="237225" y="49874"/>
                  </a:lnTo>
                  <a:lnTo>
                    <a:pt x="227684" y="23853"/>
                  </a:lnTo>
                  <a:lnTo>
                    <a:pt x="235491" y="12577"/>
                  </a:lnTo>
                  <a:lnTo>
                    <a:pt x="242430" y="6505"/>
                  </a:lnTo>
                  <a:lnTo>
                    <a:pt x="279727" y="173908"/>
                  </a:lnTo>
                  <a:lnTo>
                    <a:pt x="317023" y="166969"/>
                  </a:lnTo>
                  <a:lnTo>
                    <a:pt x="414169" y="155693"/>
                  </a:lnTo>
                  <a:lnTo>
                    <a:pt x="434986" y="26151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  <p:sp>
          <p:nvSpPr>
            <p:cNvPr id="228" name="Freeform: Shape 155">
              <a:extLst>
                <a:ext uri="{FF2B5EF4-FFF2-40B4-BE49-F238E27FC236}">
                  <a16:creationId xmlns:a16="http://schemas.microsoft.com/office/drawing/2014/main" id="{64930A9A-C4D8-444B-BE5F-713B2EF2E60A}"/>
                </a:ext>
              </a:extLst>
            </p:cNvPr>
            <p:cNvSpPr/>
            <p:nvPr/>
          </p:nvSpPr>
          <p:spPr>
            <a:xfrm>
              <a:off x="2429164" y="1125412"/>
              <a:ext cx="1058191" cy="884717"/>
            </a:xfrm>
            <a:custGeom>
              <a:avLst/>
              <a:gdLst>
                <a:gd name="connsiteX0" fmla="*/ 1045614 w 1058190"/>
                <a:gd name="connsiteY0" fmla="*/ 278859 h 884716"/>
                <a:gd name="connsiteX1" fmla="*/ 1032603 w 1058190"/>
                <a:gd name="connsiteY1" fmla="*/ 499171 h 884716"/>
                <a:gd name="connsiteX2" fmla="*/ 994439 w 1058190"/>
                <a:gd name="connsiteY2" fmla="*/ 880814 h 884716"/>
                <a:gd name="connsiteX3" fmla="*/ 971020 w 1058190"/>
                <a:gd name="connsiteY3" fmla="*/ 878211 h 884716"/>
                <a:gd name="connsiteX4" fmla="*/ 248501 w 1058190"/>
                <a:gd name="connsiteY4" fmla="*/ 799281 h 884716"/>
                <a:gd name="connsiteX5" fmla="*/ 6505 w 1058190"/>
                <a:gd name="connsiteY5" fmla="*/ 773260 h 884716"/>
                <a:gd name="connsiteX6" fmla="*/ 23853 w 1058190"/>
                <a:gd name="connsiteY6" fmla="*/ 669175 h 884716"/>
                <a:gd name="connsiteX7" fmla="*/ 83701 w 1058190"/>
                <a:gd name="connsiteY7" fmla="*/ 313554 h 884716"/>
                <a:gd name="connsiteX8" fmla="*/ 116661 w 1058190"/>
                <a:gd name="connsiteY8" fmla="*/ 103651 h 884716"/>
                <a:gd name="connsiteX9" fmla="*/ 127937 w 1058190"/>
                <a:gd name="connsiteY9" fmla="*/ 6505 h 884716"/>
                <a:gd name="connsiteX10" fmla="*/ 546009 w 1058190"/>
                <a:gd name="connsiteY10" fmla="*/ 67221 h 884716"/>
                <a:gd name="connsiteX11" fmla="*/ 1058624 w 1058190"/>
                <a:gd name="connsiteY11" fmla="*/ 123600 h 884716"/>
                <a:gd name="connsiteX12" fmla="*/ 1045614 w 1058190"/>
                <a:gd name="connsiteY12" fmla="*/ 278859 h 88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8190" h="884716">
                  <a:moveTo>
                    <a:pt x="1045614" y="278859"/>
                  </a:moveTo>
                  <a:lnTo>
                    <a:pt x="1032603" y="499171"/>
                  </a:lnTo>
                  <a:lnTo>
                    <a:pt x="994439" y="880814"/>
                  </a:lnTo>
                  <a:lnTo>
                    <a:pt x="971020" y="878211"/>
                  </a:lnTo>
                  <a:lnTo>
                    <a:pt x="248501" y="799281"/>
                  </a:lnTo>
                  <a:lnTo>
                    <a:pt x="6505" y="773260"/>
                  </a:lnTo>
                  <a:lnTo>
                    <a:pt x="23853" y="669175"/>
                  </a:lnTo>
                  <a:lnTo>
                    <a:pt x="83701" y="313554"/>
                  </a:lnTo>
                  <a:lnTo>
                    <a:pt x="116661" y="103651"/>
                  </a:lnTo>
                  <a:lnTo>
                    <a:pt x="127937" y="6505"/>
                  </a:lnTo>
                  <a:lnTo>
                    <a:pt x="546009" y="67221"/>
                  </a:lnTo>
                  <a:lnTo>
                    <a:pt x="1058624" y="123600"/>
                  </a:lnTo>
                  <a:lnTo>
                    <a:pt x="1045614" y="27885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3200">
                <a:solidFill>
                  <a:srgbClr val="505350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30310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494E-8B2E-4949-AC83-E72FE143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World Map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95869EF-CD75-8448-BF41-9641BD54DEA2}"/>
              </a:ext>
            </a:extLst>
          </p:cNvPr>
          <p:cNvGrpSpPr/>
          <p:nvPr/>
        </p:nvGrpSpPr>
        <p:grpSpPr>
          <a:xfrm>
            <a:off x="1371600" y="914400"/>
            <a:ext cx="9448801" cy="5314952"/>
            <a:chOff x="1395307" y="893233"/>
            <a:chExt cx="6353386" cy="3573780"/>
          </a:xfrm>
          <a:solidFill>
            <a:srgbClr val="E6ECF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5CAF6D1-0B86-D645-80A4-1721E4A98A0A}"/>
                </a:ext>
              </a:extLst>
            </p:cNvPr>
            <p:cNvSpPr/>
            <p:nvPr/>
          </p:nvSpPr>
          <p:spPr>
            <a:xfrm>
              <a:off x="2840041" y="2806587"/>
              <a:ext cx="26472" cy="49636"/>
            </a:xfrm>
            <a:custGeom>
              <a:avLst/>
              <a:gdLst>
                <a:gd name="connsiteX0" fmla="*/ 5824 w 26472"/>
                <a:gd name="connsiteY0" fmla="*/ 13277 h 49635"/>
                <a:gd name="connsiteX1" fmla="*/ 3375 w 26472"/>
                <a:gd name="connsiteY1" fmla="*/ 13509 h 49635"/>
                <a:gd name="connsiteX2" fmla="*/ 2482 w 26472"/>
                <a:gd name="connsiteY2" fmla="*/ 48618 h 49635"/>
                <a:gd name="connsiteX3" fmla="*/ 11185 w 26472"/>
                <a:gd name="connsiteY3" fmla="*/ 47460 h 49635"/>
                <a:gd name="connsiteX4" fmla="*/ 16645 w 26472"/>
                <a:gd name="connsiteY4" fmla="*/ 38691 h 49635"/>
                <a:gd name="connsiteX5" fmla="*/ 21277 w 26472"/>
                <a:gd name="connsiteY5" fmla="*/ 9770 h 49635"/>
                <a:gd name="connsiteX6" fmla="*/ 25116 w 26472"/>
                <a:gd name="connsiteY6" fmla="*/ 7520 h 49635"/>
                <a:gd name="connsiteX7" fmla="*/ 17008 w 26472"/>
                <a:gd name="connsiteY7" fmla="*/ 2490 h 49635"/>
                <a:gd name="connsiteX8" fmla="*/ 5824 w 26472"/>
                <a:gd name="connsiteY8" fmla="*/ 13277 h 4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72" h="49635">
                  <a:moveTo>
                    <a:pt x="5824" y="13277"/>
                  </a:moveTo>
                  <a:cubicBezTo>
                    <a:pt x="5022" y="13467"/>
                    <a:pt x="4198" y="13544"/>
                    <a:pt x="3375" y="13509"/>
                  </a:cubicBezTo>
                  <a:lnTo>
                    <a:pt x="2482" y="48618"/>
                  </a:lnTo>
                  <a:lnTo>
                    <a:pt x="11185" y="47460"/>
                  </a:lnTo>
                  <a:cubicBezTo>
                    <a:pt x="11974" y="44009"/>
                    <a:pt x="13896" y="40922"/>
                    <a:pt x="16645" y="38691"/>
                  </a:cubicBezTo>
                  <a:cubicBezTo>
                    <a:pt x="23594" y="33297"/>
                    <a:pt x="13170" y="11689"/>
                    <a:pt x="21277" y="9770"/>
                  </a:cubicBezTo>
                  <a:cubicBezTo>
                    <a:pt x="22732" y="9371"/>
                    <a:pt x="24057" y="8594"/>
                    <a:pt x="25116" y="7520"/>
                  </a:cubicBezTo>
                  <a:cubicBezTo>
                    <a:pt x="22237" y="4773"/>
                    <a:pt x="19060" y="2324"/>
                    <a:pt x="17008" y="2490"/>
                  </a:cubicBezTo>
                  <a:cubicBezTo>
                    <a:pt x="12541" y="2854"/>
                    <a:pt x="7346" y="12516"/>
                    <a:pt x="5824" y="1327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70A42A6-4BE5-554A-8DBF-DEE08EF07776}"/>
                </a:ext>
              </a:extLst>
            </p:cNvPr>
            <p:cNvSpPr/>
            <p:nvPr/>
          </p:nvSpPr>
          <p:spPr>
            <a:xfrm>
              <a:off x="2781437" y="2817383"/>
              <a:ext cx="76108" cy="76108"/>
            </a:xfrm>
            <a:custGeom>
              <a:avLst/>
              <a:gdLst>
                <a:gd name="connsiteX0" fmla="*/ 67405 w 76108"/>
                <a:gd name="connsiteY0" fmla="*/ 50496 h 76108"/>
                <a:gd name="connsiteX1" fmla="*/ 76803 w 76108"/>
                <a:gd name="connsiteY1" fmla="*/ 40801 h 76108"/>
                <a:gd name="connsiteX2" fmla="*/ 69788 w 76108"/>
                <a:gd name="connsiteY2" fmla="*/ 36664 h 76108"/>
                <a:gd name="connsiteX3" fmla="*/ 61085 w 76108"/>
                <a:gd name="connsiteY3" fmla="*/ 37822 h 76108"/>
                <a:gd name="connsiteX4" fmla="*/ 61979 w 76108"/>
                <a:gd name="connsiteY4" fmla="*/ 2713 h 76108"/>
                <a:gd name="connsiteX5" fmla="*/ 32793 w 76108"/>
                <a:gd name="connsiteY5" fmla="*/ 2482 h 76108"/>
                <a:gd name="connsiteX6" fmla="*/ 27233 w 76108"/>
                <a:gd name="connsiteY6" fmla="*/ 15486 h 76108"/>
                <a:gd name="connsiteX7" fmla="*/ 39874 w 76108"/>
                <a:gd name="connsiteY7" fmla="*/ 32263 h 76108"/>
                <a:gd name="connsiteX8" fmla="*/ 16711 w 76108"/>
                <a:gd name="connsiteY8" fmla="*/ 34844 h 76108"/>
                <a:gd name="connsiteX9" fmla="*/ 2482 w 76108"/>
                <a:gd name="connsiteY9" fmla="*/ 53607 h 76108"/>
                <a:gd name="connsiteX10" fmla="*/ 21575 w 76108"/>
                <a:gd name="connsiteY10" fmla="*/ 69887 h 76108"/>
                <a:gd name="connsiteX11" fmla="*/ 45863 w 76108"/>
                <a:gd name="connsiteY11" fmla="*/ 74156 h 76108"/>
                <a:gd name="connsiteX12" fmla="*/ 46393 w 76108"/>
                <a:gd name="connsiteY12" fmla="*/ 74553 h 76108"/>
                <a:gd name="connsiteX13" fmla="*/ 58769 w 76108"/>
                <a:gd name="connsiteY13" fmla="*/ 64262 h 76108"/>
                <a:gd name="connsiteX14" fmla="*/ 67405 w 76108"/>
                <a:gd name="connsiteY14" fmla="*/ 50496 h 7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108" h="76108">
                  <a:moveTo>
                    <a:pt x="67405" y="50496"/>
                  </a:moveTo>
                  <a:cubicBezTo>
                    <a:pt x="70881" y="47615"/>
                    <a:pt x="74032" y="44364"/>
                    <a:pt x="76803" y="40801"/>
                  </a:cubicBezTo>
                  <a:cubicBezTo>
                    <a:pt x="70748" y="44110"/>
                    <a:pt x="68928" y="40801"/>
                    <a:pt x="69788" y="36664"/>
                  </a:cubicBezTo>
                  <a:lnTo>
                    <a:pt x="61085" y="37822"/>
                  </a:lnTo>
                  <a:lnTo>
                    <a:pt x="61979" y="2713"/>
                  </a:lnTo>
                  <a:cubicBezTo>
                    <a:pt x="54963" y="3011"/>
                    <a:pt x="35308" y="2482"/>
                    <a:pt x="32793" y="2482"/>
                  </a:cubicBezTo>
                  <a:cubicBezTo>
                    <a:pt x="30278" y="2482"/>
                    <a:pt x="29087" y="14395"/>
                    <a:pt x="27233" y="15486"/>
                  </a:cubicBezTo>
                  <a:cubicBezTo>
                    <a:pt x="25380" y="16578"/>
                    <a:pt x="41760" y="27432"/>
                    <a:pt x="39874" y="32263"/>
                  </a:cubicBezTo>
                  <a:cubicBezTo>
                    <a:pt x="37988" y="37095"/>
                    <a:pt x="18663" y="34481"/>
                    <a:pt x="16711" y="34844"/>
                  </a:cubicBezTo>
                  <a:cubicBezTo>
                    <a:pt x="11503" y="40732"/>
                    <a:pt x="6746" y="47004"/>
                    <a:pt x="2482" y="53607"/>
                  </a:cubicBezTo>
                  <a:cubicBezTo>
                    <a:pt x="8565" y="59355"/>
                    <a:pt x="14938" y="64789"/>
                    <a:pt x="21575" y="69887"/>
                  </a:cubicBezTo>
                  <a:cubicBezTo>
                    <a:pt x="28888" y="74520"/>
                    <a:pt x="40834" y="69523"/>
                    <a:pt x="45863" y="74156"/>
                  </a:cubicBezTo>
                  <a:lnTo>
                    <a:pt x="46393" y="74553"/>
                  </a:lnTo>
                  <a:cubicBezTo>
                    <a:pt x="50097" y="70646"/>
                    <a:pt x="54252" y="67192"/>
                    <a:pt x="58769" y="64262"/>
                  </a:cubicBezTo>
                  <a:cubicBezTo>
                    <a:pt x="62574" y="63137"/>
                    <a:pt x="59596" y="56817"/>
                    <a:pt x="67405" y="5049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B3195FA-DB42-DC4B-A96D-30E8C884593B}"/>
                </a:ext>
              </a:extLst>
            </p:cNvPr>
            <p:cNvSpPr/>
            <p:nvPr/>
          </p:nvSpPr>
          <p:spPr>
            <a:xfrm>
              <a:off x="1933624" y="1157432"/>
              <a:ext cx="1548638" cy="1191260"/>
            </a:xfrm>
            <a:custGeom>
              <a:avLst/>
              <a:gdLst>
                <a:gd name="connsiteX0" fmla="*/ 308603 w 1548637"/>
                <a:gd name="connsiteY0" fmla="*/ 1042878 h 1191260"/>
                <a:gd name="connsiteX1" fmla="*/ 288583 w 1548637"/>
                <a:gd name="connsiteY1" fmla="*/ 1033612 h 1191260"/>
                <a:gd name="connsiteX2" fmla="*/ 268133 w 1548637"/>
                <a:gd name="connsiteY2" fmla="*/ 1010879 h 1191260"/>
                <a:gd name="connsiteX3" fmla="*/ 245400 w 1548637"/>
                <a:gd name="connsiteY3" fmla="*/ 1005882 h 1191260"/>
                <a:gd name="connsiteX4" fmla="*/ 227266 w 1548637"/>
                <a:gd name="connsiteY4" fmla="*/ 1003169 h 1191260"/>
                <a:gd name="connsiteX5" fmla="*/ 232660 w 1548637"/>
                <a:gd name="connsiteY5" fmla="*/ 1011276 h 1191260"/>
                <a:gd name="connsiteX6" fmla="*/ 240767 w 1548637"/>
                <a:gd name="connsiteY6" fmla="*/ 1016670 h 1191260"/>
                <a:gd name="connsiteX7" fmla="*/ 252713 w 1548637"/>
                <a:gd name="connsiteY7" fmla="*/ 1025935 h 1191260"/>
                <a:gd name="connsiteX8" fmla="*/ 264294 w 1548637"/>
                <a:gd name="connsiteY8" fmla="*/ 1033612 h 1191260"/>
                <a:gd name="connsiteX9" fmla="*/ 273527 w 1548637"/>
                <a:gd name="connsiteY9" fmla="*/ 1043275 h 1191260"/>
                <a:gd name="connsiteX10" fmla="*/ 282395 w 1548637"/>
                <a:gd name="connsiteY10" fmla="*/ 1047113 h 1191260"/>
                <a:gd name="connsiteX11" fmla="*/ 290105 w 1548637"/>
                <a:gd name="connsiteY11" fmla="*/ 1057040 h 1191260"/>
                <a:gd name="connsiteX12" fmla="*/ 317570 w 1548637"/>
                <a:gd name="connsiteY12" fmla="*/ 1057040 h 1191260"/>
                <a:gd name="connsiteX13" fmla="*/ 319390 w 1548637"/>
                <a:gd name="connsiteY13" fmla="*/ 1049827 h 1191260"/>
                <a:gd name="connsiteX14" fmla="*/ 308603 w 1548637"/>
                <a:gd name="connsiteY14" fmla="*/ 1042878 h 1191260"/>
                <a:gd name="connsiteX15" fmla="*/ 295565 w 1548637"/>
                <a:gd name="connsiteY15" fmla="*/ 430702 h 1191260"/>
                <a:gd name="connsiteX16" fmla="*/ 320250 w 1548637"/>
                <a:gd name="connsiteY16" fmla="*/ 458465 h 1191260"/>
                <a:gd name="connsiteX17" fmla="*/ 331799 w 1548637"/>
                <a:gd name="connsiteY17" fmla="*/ 450755 h 1191260"/>
                <a:gd name="connsiteX18" fmla="*/ 348774 w 1548637"/>
                <a:gd name="connsiteY18" fmla="*/ 446122 h 1191260"/>
                <a:gd name="connsiteX19" fmla="*/ 365717 w 1548637"/>
                <a:gd name="connsiteY19" fmla="*/ 432886 h 1191260"/>
                <a:gd name="connsiteX20" fmla="*/ 381931 w 1548637"/>
                <a:gd name="connsiteY20" fmla="*/ 415944 h 1191260"/>
                <a:gd name="connsiteX21" fmla="*/ 395796 w 1548637"/>
                <a:gd name="connsiteY21" fmla="*/ 398968 h 1191260"/>
                <a:gd name="connsiteX22" fmla="*/ 451289 w 1548637"/>
                <a:gd name="connsiteY22" fmla="*/ 375805 h 1191260"/>
                <a:gd name="connsiteX23" fmla="*/ 429714 w 1548637"/>
                <a:gd name="connsiteY23" fmla="*/ 356513 h 1191260"/>
                <a:gd name="connsiteX24" fmla="*/ 394241 w 1548637"/>
                <a:gd name="connsiteY24" fmla="*/ 352675 h 1191260"/>
                <a:gd name="connsiteX25" fmla="*/ 383453 w 1548637"/>
                <a:gd name="connsiteY25" fmla="*/ 348803 h 1191260"/>
                <a:gd name="connsiteX26" fmla="*/ 348774 w 1548637"/>
                <a:gd name="connsiteY26" fmla="*/ 338876 h 1191260"/>
                <a:gd name="connsiteX27" fmla="*/ 294043 w 1548637"/>
                <a:gd name="connsiteY27" fmla="*/ 347380 h 1191260"/>
                <a:gd name="connsiteX28" fmla="*/ 301753 w 1548637"/>
                <a:gd name="connsiteY28" fmla="*/ 363562 h 1191260"/>
                <a:gd name="connsiteX29" fmla="*/ 289410 w 1548637"/>
                <a:gd name="connsiteY29" fmla="*/ 389769 h 1191260"/>
                <a:gd name="connsiteX30" fmla="*/ 273990 w 1548637"/>
                <a:gd name="connsiteY30" fmla="*/ 415977 h 1191260"/>
                <a:gd name="connsiteX31" fmla="*/ 295565 w 1548637"/>
                <a:gd name="connsiteY31" fmla="*/ 430702 h 1191260"/>
                <a:gd name="connsiteX32" fmla="*/ 681037 w 1548637"/>
                <a:gd name="connsiteY32" fmla="*/ 493938 h 1191260"/>
                <a:gd name="connsiteX33" fmla="*/ 705722 w 1548637"/>
                <a:gd name="connsiteY33" fmla="*/ 493177 h 1191260"/>
                <a:gd name="connsiteX34" fmla="*/ 674882 w 1548637"/>
                <a:gd name="connsiteY34" fmla="*/ 470014 h 1191260"/>
                <a:gd name="connsiteX35" fmla="*/ 647119 w 1548637"/>
                <a:gd name="connsiteY35" fmla="*/ 456116 h 1191260"/>
                <a:gd name="connsiteX36" fmla="*/ 640170 w 1548637"/>
                <a:gd name="connsiteY36" fmla="*/ 431463 h 1191260"/>
                <a:gd name="connsiteX37" fmla="*/ 633254 w 1548637"/>
                <a:gd name="connsiteY37" fmla="*/ 392152 h 1191260"/>
                <a:gd name="connsiteX38" fmla="*/ 635570 w 1548637"/>
                <a:gd name="connsiteY38" fmla="*/ 367466 h 1191260"/>
                <a:gd name="connsiteX39" fmla="*/ 601652 w 1548637"/>
                <a:gd name="connsiteY39" fmla="*/ 375176 h 1191260"/>
                <a:gd name="connsiteX40" fmla="*/ 623227 w 1548637"/>
                <a:gd name="connsiteY40" fmla="*/ 393674 h 1191260"/>
                <a:gd name="connsiteX41" fmla="*/ 599336 w 1548637"/>
                <a:gd name="connsiteY41" fmla="*/ 384442 h 1191260"/>
                <a:gd name="connsiteX42" fmla="*/ 580838 w 1548637"/>
                <a:gd name="connsiteY42" fmla="*/ 384442 h 1191260"/>
                <a:gd name="connsiteX43" fmla="*/ 592387 w 1548637"/>
                <a:gd name="connsiteY43" fmla="*/ 426831 h 1191260"/>
                <a:gd name="connsiteX44" fmla="*/ 581600 w 1548637"/>
                <a:gd name="connsiteY44" fmla="*/ 436063 h 1191260"/>
                <a:gd name="connsiteX45" fmla="*/ 568363 w 1548637"/>
                <a:gd name="connsiteY45" fmla="*/ 406017 h 1191260"/>
                <a:gd name="connsiteX46" fmla="*/ 535968 w 1548637"/>
                <a:gd name="connsiteY46" fmla="*/ 393674 h 1191260"/>
                <a:gd name="connsiteX47" fmla="*/ 549204 w 1548637"/>
                <a:gd name="connsiteY47" fmla="*/ 408333 h 1191260"/>
                <a:gd name="connsiteX48" fmla="*/ 529151 w 1548637"/>
                <a:gd name="connsiteY48" fmla="*/ 409888 h 1191260"/>
                <a:gd name="connsiteX49" fmla="*/ 523757 w 1548637"/>
                <a:gd name="connsiteY49" fmla="*/ 405256 h 1191260"/>
                <a:gd name="connsiteX50" fmla="*/ 496027 w 1548637"/>
                <a:gd name="connsiteY50" fmla="*/ 392019 h 1191260"/>
                <a:gd name="connsiteX51" fmla="*/ 484446 w 1548637"/>
                <a:gd name="connsiteY51" fmla="*/ 408201 h 1191260"/>
                <a:gd name="connsiteX52" fmla="*/ 471209 w 1548637"/>
                <a:gd name="connsiteY52" fmla="*/ 402807 h 1191260"/>
                <a:gd name="connsiteX53" fmla="*/ 474287 w 1548637"/>
                <a:gd name="connsiteY53" fmla="*/ 382754 h 1191260"/>
                <a:gd name="connsiteX54" fmla="*/ 430343 w 1548637"/>
                <a:gd name="connsiteY54" fmla="*/ 392681 h 1191260"/>
                <a:gd name="connsiteX55" fmla="*/ 398741 w 1548637"/>
                <a:gd name="connsiteY55" fmla="*/ 411179 h 1191260"/>
                <a:gd name="connsiteX56" fmla="*/ 393347 w 1548637"/>
                <a:gd name="connsiteY56" fmla="*/ 423522 h 1191260"/>
                <a:gd name="connsiteX57" fmla="*/ 401819 w 1548637"/>
                <a:gd name="connsiteY57" fmla="*/ 438148 h 1191260"/>
                <a:gd name="connsiteX58" fmla="*/ 408768 w 1548637"/>
                <a:gd name="connsiteY58" fmla="*/ 446652 h 1191260"/>
                <a:gd name="connsiteX59" fmla="*/ 449634 w 1548637"/>
                <a:gd name="connsiteY59" fmla="*/ 441258 h 1191260"/>
                <a:gd name="connsiteX60" fmla="*/ 404135 w 1548637"/>
                <a:gd name="connsiteY60" fmla="*/ 458962 h 1191260"/>
                <a:gd name="connsiteX61" fmla="*/ 455028 w 1548637"/>
                <a:gd name="connsiteY61" fmla="*/ 469782 h 1191260"/>
                <a:gd name="connsiteX62" fmla="*/ 514393 w 1548637"/>
                <a:gd name="connsiteY62" fmla="*/ 478253 h 1191260"/>
                <a:gd name="connsiteX63" fmla="*/ 469687 w 1548637"/>
                <a:gd name="connsiteY63" fmla="*/ 481331 h 1191260"/>
                <a:gd name="connsiteX64" fmla="*/ 418794 w 1548637"/>
                <a:gd name="connsiteY64" fmla="*/ 492912 h 1191260"/>
                <a:gd name="connsiteX65" fmla="*/ 442685 w 1548637"/>
                <a:gd name="connsiteY65" fmla="*/ 509061 h 1191260"/>
                <a:gd name="connsiteX66" fmla="*/ 482791 w 1548637"/>
                <a:gd name="connsiteY66" fmla="*/ 517565 h 1191260"/>
                <a:gd name="connsiteX67" fmla="*/ 520547 w 1548637"/>
                <a:gd name="connsiteY67" fmla="*/ 534507 h 1191260"/>
                <a:gd name="connsiteX68" fmla="*/ 572996 w 1548637"/>
                <a:gd name="connsiteY68" fmla="*/ 522959 h 1191260"/>
                <a:gd name="connsiteX69" fmla="*/ 598410 w 1548637"/>
                <a:gd name="connsiteY69" fmla="*/ 512171 h 1191260"/>
                <a:gd name="connsiteX70" fmla="*/ 611646 w 1548637"/>
                <a:gd name="connsiteY70" fmla="*/ 512932 h 1191260"/>
                <a:gd name="connsiteX71" fmla="*/ 634015 w 1548637"/>
                <a:gd name="connsiteY71" fmla="*/ 520642 h 1191260"/>
                <a:gd name="connsiteX72" fmla="*/ 688747 w 1548637"/>
                <a:gd name="connsiteY72" fmla="*/ 521403 h 1191260"/>
                <a:gd name="connsiteX73" fmla="*/ 677198 w 1548637"/>
                <a:gd name="connsiteY73" fmla="*/ 505983 h 1191260"/>
                <a:gd name="connsiteX74" fmla="*/ 663962 w 1548637"/>
                <a:gd name="connsiteY74" fmla="*/ 505222 h 1191260"/>
                <a:gd name="connsiteX75" fmla="*/ 680971 w 1548637"/>
                <a:gd name="connsiteY75" fmla="*/ 493773 h 1191260"/>
                <a:gd name="connsiteX76" fmla="*/ 388086 w 1548637"/>
                <a:gd name="connsiteY76" fmla="*/ 304296 h 1191260"/>
                <a:gd name="connsiteX77" fmla="*/ 415055 w 1548637"/>
                <a:gd name="connsiteY77" fmla="*/ 286560 h 1191260"/>
                <a:gd name="connsiteX78" fmla="*/ 388020 w 1548637"/>
                <a:gd name="connsiteY78" fmla="*/ 304131 h 1191260"/>
                <a:gd name="connsiteX79" fmla="*/ 324089 w 1548637"/>
                <a:gd name="connsiteY79" fmla="*/ 282721 h 1191260"/>
                <a:gd name="connsiteX80" fmla="*/ 330277 w 1548637"/>
                <a:gd name="connsiteY80" fmla="*/ 292648 h 1191260"/>
                <a:gd name="connsiteX81" fmla="*/ 342586 w 1548637"/>
                <a:gd name="connsiteY81" fmla="*/ 290332 h 1191260"/>
                <a:gd name="connsiteX82" fmla="*/ 356485 w 1548637"/>
                <a:gd name="connsiteY82" fmla="*/ 281861 h 1191260"/>
                <a:gd name="connsiteX83" fmla="*/ 368794 w 1548637"/>
                <a:gd name="connsiteY83" fmla="*/ 295726 h 1191260"/>
                <a:gd name="connsiteX84" fmla="*/ 383453 w 1548637"/>
                <a:gd name="connsiteY84" fmla="*/ 282490 h 1191260"/>
                <a:gd name="connsiteX85" fmla="*/ 395035 w 1548637"/>
                <a:gd name="connsiteY85" fmla="*/ 274780 h 1191260"/>
                <a:gd name="connsiteX86" fmla="*/ 404962 w 1548637"/>
                <a:gd name="connsiteY86" fmla="*/ 258598 h 1191260"/>
                <a:gd name="connsiteX87" fmla="*/ 410356 w 1548637"/>
                <a:gd name="connsiteY87" fmla="*/ 274018 h 1191260"/>
                <a:gd name="connsiteX88" fmla="*/ 426537 w 1548637"/>
                <a:gd name="connsiteY88" fmla="*/ 270147 h 1191260"/>
                <a:gd name="connsiteX89" fmla="*/ 440402 w 1548637"/>
                <a:gd name="connsiteY89" fmla="*/ 263198 h 1191260"/>
                <a:gd name="connsiteX90" fmla="*/ 440402 w 1548637"/>
                <a:gd name="connsiteY90" fmla="*/ 249962 h 1191260"/>
                <a:gd name="connsiteX91" fmla="*/ 451190 w 1548637"/>
                <a:gd name="connsiteY91" fmla="*/ 240729 h 1191260"/>
                <a:gd name="connsiteX92" fmla="*/ 437325 w 1548637"/>
                <a:gd name="connsiteY92" fmla="*/ 233019 h 1191260"/>
                <a:gd name="connsiteX93" fmla="*/ 426537 w 1548637"/>
                <a:gd name="connsiteY93" fmla="*/ 239968 h 1191260"/>
                <a:gd name="connsiteX94" fmla="*/ 403374 w 1548637"/>
                <a:gd name="connsiteY94" fmla="*/ 237652 h 1191260"/>
                <a:gd name="connsiteX95" fmla="*/ 371772 w 1548637"/>
                <a:gd name="connsiteY95" fmla="*/ 253833 h 1191260"/>
                <a:gd name="connsiteX96" fmla="*/ 347087 w 1548637"/>
                <a:gd name="connsiteY96" fmla="*/ 270014 h 1191260"/>
                <a:gd name="connsiteX97" fmla="*/ 324023 w 1548637"/>
                <a:gd name="connsiteY97" fmla="*/ 282556 h 1191260"/>
                <a:gd name="connsiteX98" fmla="*/ 444472 w 1548637"/>
                <a:gd name="connsiteY98" fmla="*/ 278684 h 1191260"/>
                <a:gd name="connsiteX99" fmla="*/ 446789 w 1548637"/>
                <a:gd name="connsiteY99" fmla="*/ 290266 h 1191260"/>
                <a:gd name="connsiteX100" fmla="*/ 445233 w 1548637"/>
                <a:gd name="connsiteY100" fmla="*/ 293343 h 1191260"/>
                <a:gd name="connsiteX101" fmla="*/ 431997 w 1548637"/>
                <a:gd name="connsiteY101" fmla="*/ 304892 h 1191260"/>
                <a:gd name="connsiteX102" fmla="*/ 449734 w 1548637"/>
                <a:gd name="connsiteY102" fmla="*/ 304892 h 1191260"/>
                <a:gd name="connsiteX103" fmla="*/ 418893 w 1548637"/>
                <a:gd name="connsiteY103" fmla="*/ 314819 h 1191260"/>
                <a:gd name="connsiteX104" fmla="*/ 441263 w 1548637"/>
                <a:gd name="connsiteY104" fmla="*/ 321007 h 1191260"/>
                <a:gd name="connsiteX105" fmla="*/ 465154 w 1548637"/>
                <a:gd name="connsiteY105" fmla="*/ 318691 h 1191260"/>
                <a:gd name="connsiteX106" fmla="*/ 479019 w 1548637"/>
                <a:gd name="connsiteY106" fmla="*/ 313297 h 1191260"/>
                <a:gd name="connsiteX107" fmla="*/ 512109 w 1548637"/>
                <a:gd name="connsiteY107" fmla="*/ 315580 h 1191260"/>
                <a:gd name="connsiteX108" fmla="*/ 486663 w 1548637"/>
                <a:gd name="connsiteY108" fmla="*/ 329478 h 1191260"/>
                <a:gd name="connsiteX109" fmla="*/ 485902 w 1548637"/>
                <a:gd name="connsiteY109" fmla="*/ 345660 h 1191260"/>
                <a:gd name="connsiteX110" fmla="*/ 547583 w 1548637"/>
                <a:gd name="connsiteY110" fmla="*/ 326401 h 1191260"/>
                <a:gd name="connsiteX111" fmla="*/ 572235 w 1548637"/>
                <a:gd name="connsiteY111" fmla="*/ 324846 h 1191260"/>
                <a:gd name="connsiteX112" fmla="*/ 611547 w 1548637"/>
                <a:gd name="connsiteY112" fmla="*/ 322529 h 1191260"/>
                <a:gd name="connsiteX113" fmla="*/ 617734 w 1548637"/>
                <a:gd name="connsiteY113" fmla="*/ 287089 h 1191260"/>
                <a:gd name="connsiteX114" fmla="*/ 598443 w 1548637"/>
                <a:gd name="connsiteY114" fmla="*/ 294005 h 1191260"/>
                <a:gd name="connsiteX115" fmla="*/ 578423 w 1548637"/>
                <a:gd name="connsiteY115" fmla="*/ 277824 h 1191260"/>
                <a:gd name="connsiteX116" fmla="*/ 566080 w 1548637"/>
                <a:gd name="connsiteY116" fmla="*/ 259326 h 1191260"/>
                <a:gd name="connsiteX117" fmla="*/ 547583 w 1548637"/>
                <a:gd name="connsiteY117" fmla="*/ 278585 h 1191260"/>
                <a:gd name="connsiteX118" fmla="*/ 549105 w 1548637"/>
                <a:gd name="connsiteY118" fmla="*/ 290167 h 1191260"/>
                <a:gd name="connsiteX119" fmla="*/ 562341 w 1548637"/>
                <a:gd name="connsiteY119" fmla="*/ 303403 h 1191260"/>
                <a:gd name="connsiteX120" fmla="*/ 522268 w 1548637"/>
                <a:gd name="connsiteY120" fmla="*/ 296454 h 1191260"/>
                <a:gd name="connsiteX121" fmla="*/ 481401 w 1548637"/>
                <a:gd name="connsiteY121" fmla="*/ 277956 h 1191260"/>
                <a:gd name="connsiteX122" fmla="*/ 462904 w 1548637"/>
                <a:gd name="connsiteY122" fmla="*/ 268029 h 1191260"/>
                <a:gd name="connsiteX123" fmla="*/ 444472 w 1548637"/>
                <a:gd name="connsiteY123" fmla="*/ 278684 h 1191260"/>
                <a:gd name="connsiteX124" fmla="*/ 484545 w 1548637"/>
                <a:gd name="connsiteY124" fmla="*/ 223191 h 1191260"/>
                <a:gd name="connsiteX125" fmla="*/ 461382 w 1548637"/>
                <a:gd name="connsiteY125" fmla="*/ 218559 h 1191260"/>
                <a:gd name="connsiteX126" fmla="*/ 484380 w 1548637"/>
                <a:gd name="connsiteY126" fmla="*/ 223191 h 1191260"/>
                <a:gd name="connsiteX127" fmla="*/ 548542 w 1548637"/>
                <a:gd name="connsiteY127" fmla="*/ 219320 h 1191260"/>
                <a:gd name="connsiteX128" fmla="*/ 537755 w 1548637"/>
                <a:gd name="connsiteY128" fmla="*/ 212404 h 1191260"/>
                <a:gd name="connsiteX129" fmla="*/ 493810 w 1548637"/>
                <a:gd name="connsiteY129" fmla="*/ 226269 h 1191260"/>
                <a:gd name="connsiteX130" fmla="*/ 516974 w 1548637"/>
                <a:gd name="connsiteY130" fmla="*/ 241689 h 1191260"/>
                <a:gd name="connsiteX131" fmla="*/ 541626 w 1548637"/>
                <a:gd name="connsiteY131" fmla="*/ 226269 h 1191260"/>
                <a:gd name="connsiteX132" fmla="*/ 548377 w 1548637"/>
                <a:gd name="connsiteY132" fmla="*/ 219320 h 1191260"/>
                <a:gd name="connsiteX133" fmla="*/ 510653 w 1548637"/>
                <a:gd name="connsiteY133" fmla="*/ 204694 h 1191260"/>
                <a:gd name="connsiteX134" fmla="*/ 531467 w 1548637"/>
                <a:gd name="connsiteY134" fmla="*/ 202377 h 1191260"/>
                <a:gd name="connsiteX135" fmla="*/ 560786 w 1548637"/>
                <a:gd name="connsiteY135" fmla="*/ 198539 h 1191260"/>
                <a:gd name="connsiteX136" fmla="*/ 522996 w 1548637"/>
                <a:gd name="connsiteY136" fmla="*/ 189274 h 1191260"/>
                <a:gd name="connsiteX137" fmla="*/ 489906 w 1548637"/>
                <a:gd name="connsiteY137" fmla="*/ 203138 h 1191260"/>
                <a:gd name="connsiteX138" fmla="*/ 510653 w 1548637"/>
                <a:gd name="connsiteY138" fmla="*/ 204694 h 1191260"/>
                <a:gd name="connsiteX139" fmla="*/ 639409 w 1548637"/>
                <a:gd name="connsiteY139" fmla="*/ 180802 h 1191260"/>
                <a:gd name="connsiteX140" fmla="*/ 662572 w 1548637"/>
                <a:gd name="connsiteY140" fmla="*/ 191590 h 1191260"/>
                <a:gd name="connsiteX141" fmla="*/ 634809 w 1548637"/>
                <a:gd name="connsiteY141" fmla="*/ 196223 h 1191260"/>
                <a:gd name="connsiteX142" fmla="*/ 657178 w 1548637"/>
                <a:gd name="connsiteY142" fmla="*/ 202377 h 1191260"/>
                <a:gd name="connsiteX143" fmla="*/ 703505 w 1548637"/>
                <a:gd name="connsiteY143" fmla="*/ 210849 h 1191260"/>
                <a:gd name="connsiteX144" fmla="*/ 735868 w 1548637"/>
                <a:gd name="connsiteY144" fmla="*/ 214720 h 1191260"/>
                <a:gd name="connsiteX145" fmla="*/ 728952 w 1548637"/>
                <a:gd name="connsiteY145" fmla="*/ 195428 h 1191260"/>
                <a:gd name="connsiteX146" fmla="*/ 708138 w 1548637"/>
                <a:gd name="connsiteY146" fmla="*/ 183086 h 1191260"/>
                <a:gd name="connsiteX147" fmla="*/ 689640 w 1548637"/>
                <a:gd name="connsiteY147" fmla="*/ 170776 h 1191260"/>
                <a:gd name="connsiteX148" fmla="*/ 678059 w 1548637"/>
                <a:gd name="connsiteY148" fmla="*/ 169221 h 1191260"/>
                <a:gd name="connsiteX149" fmla="*/ 627960 w 1548637"/>
                <a:gd name="connsiteY149" fmla="*/ 162305 h 1191260"/>
                <a:gd name="connsiteX150" fmla="*/ 639343 w 1548637"/>
                <a:gd name="connsiteY150" fmla="*/ 180802 h 1191260"/>
                <a:gd name="connsiteX151" fmla="*/ 644803 w 1548637"/>
                <a:gd name="connsiteY151" fmla="*/ 245561 h 1191260"/>
                <a:gd name="connsiteX152" fmla="*/ 618595 w 1548637"/>
                <a:gd name="connsiteY152" fmla="*/ 224747 h 1191260"/>
                <a:gd name="connsiteX153" fmla="*/ 644736 w 1548637"/>
                <a:gd name="connsiteY153" fmla="*/ 245561 h 1191260"/>
                <a:gd name="connsiteX154" fmla="*/ 745034 w 1548637"/>
                <a:gd name="connsiteY154" fmla="*/ 144568 h 1191260"/>
                <a:gd name="connsiteX155" fmla="*/ 721870 w 1548637"/>
                <a:gd name="connsiteY155" fmla="*/ 136097 h 1191260"/>
                <a:gd name="connsiteX156" fmla="*/ 744968 w 1548637"/>
                <a:gd name="connsiteY156" fmla="*/ 144568 h 1191260"/>
                <a:gd name="connsiteX157" fmla="*/ 657906 w 1548637"/>
                <a:gd name="connsiteY157" fmla="*/ 319551 h 1191260"/>
                <a:gd name="connsiteX158" fmla="*/ 641725 w 1548637"/>
                <a:gd name="connsiteY158" fmla="*/ 311080 h 1191260"/>
                <a:gd name="connsiteX159" fmla="*/ 657840 w 1548637"/>
                <a:gd name="connsiteY159" fmla="*/ 319551 h 1191260"/>
                <a:gd name="connsiteX160" fmla="*/ 745034 w 1548637"/>
                <a:gd name="connsiteY160" fmla="*/ 265580 h 1191260"/>
                <a:gd name="connsiteX161" fmla="*/ 712638 w 1548637"/>
                <a:gd name="connsiteY161" fmla="*/ 258664 h 1191260"/>
                <a:gd name="connsiteX162" fmla="*/ 718065 w 1548637"/>
                <a:gd name="connsiteY162" fmla="*/ 278684 h 1191260"/>
                <a:gd name="connsiteX163" fmla="*/ 698012 w 1548637"/>
                <a:gd name="connsiteY163" fmla="*/ 273290 h 1191260"/>
                <a:gd name="connsiteX164" fmla="*/ 691824 w 1548637"/>
                <a:gd name="connsiteY164" fmla="*/ 285633 h 1191260"/>
                <a:gd name="connsiteX165" fmla="*/ 681037 w 1548637"/>
                <a:gd name="connsiteY165" fmla="*/ 286394 h 1191260"/>
                <a:gd name="connsiteX166" fmla="*/ 652513 w 1548637"/>
                <a:gd name="connsiteY166" fmla="*/ 260187 h 1191260"/>
                <a:gd name="connsiteX167" fmla="*/ 650196 w 1548637"/>
                <a:gd name="connsiteY167" fmla="*/ 281795 h 1191260"/>
                <a:gd name="connsiteX168" fmla="*/ 677959 w 1548637"/>
                <a:gd name="connsiteY168" fmla="*/ 301053 h 1191260"/>
                <a:gd name="connsiteX169" fmla="*/ 719587 w 1548637"/>
                <a:gd name="connsiteY169" fmla="*/ 300259 h 1191260"/>
                <a:gd name="connsiteX170" fmla="*/ 715749 w 1548637"/>
                <a:gd name="connsiteY170" fmla="*/ 321867 h 1191260"/>
                <a:gd name="connsiteX171" fmla="*/ 752148 w 1548637"/>
                <a:gd name="connsiteY171" fmla="*/ 323390 h 1191260"/>
                <a:gd name="connsiteX172" fmla="*/ 766774 w 1548637"/>
                <a:gd name="connsiteY172" fmla="*/ 309525 h 1191260"/>
                <a:gd name="connsiteX173" fmla="*/ 765021 w 1548637"/>
                <a:gd name="connsiteY173" fmla="*/ 291722 h 1191260"/>
                <a:gd name="connsiteX174" fmla="*/ 744968 w 1548637"/>
                <a:gd name="connsiteY174" fmla="*/ 265580 h 1191260"/>
                <a:gd name="connsiteX175" fmla="*/ 777429 w 1548637"/>
                <a:gd name="connsiteY175" fmla="*/ 220114 h 1191260"/>
                <a:gd name="connsiteX176" fmla="*/ 808270 w 1548637"/>
                <a:gd name="connsiteY176" fmla="*/ 214720 h 1191260"/>
                <a:gd name="connsiteX177" fmla="*/ 809792 w 1548637"/>
                <a:gd name="connsiteY177" fmla="*/ 201484 h 1191260"/>
                <a:gd name="connsiteX178" fmla="*/ 791294 w 1548637"/>
                <a:gd name="connsiteY178" fmla="*/ 194535 h 1191260"/>
                <a:gd name="connsiteX179" fmla="*/ 754895 w 1548637"/>
                <a:gd name="connsiteY179" fmla="*/ 182953 h 1191260"/>
                <a:gd name="connsiteX180" fmla="*/ 777363 w 1548637"/>
                <a:gd name="connsiteY180" fmla="*/ 220114 h 1191260"/>
                <a:gd name="connsiteX181" fmla="*/ 839871 w 1548637"/>
                <a:gd name="connsiteY181" fmla="*/ 223952 h 1191260"/>
                <a:gd name="connsiteX182" fmla="*/ 788978 w 1548637"/>
                <a:gd name="connsiteY182" fmla="*/ 233218 h 1191260"/>
                <a:gd name="connsiteX183" fmla="*/ 839805 w 1548637"/>
                <a:gd name="connsiteY183" fmla="*/ 223952 h 1191260"/>
                <a:gd name="connsiteX184" fmla="*/ 831367 w 1548637"/>
                <a:gd name="connsiteY184" fmla="*/ 336460 h 1191260"/>
                <a:gd name="connsiteX185" fmla="*/ 822896 w 1548637"/>
                <a:gd name="connsiteY185" fmla="*/ 307175 h 1191260"/>
                <a:gd name="connsiteX186" fmla="*/ 778952 w 1548637"/>
                <a:gd name="connsiteY186" fmla="*/ 324151 h 1191260"/>
                <a:gd name="connsiteX187" fmla="*/ 831301 w 1548637"/>
                <a:gd name="connsiteY187" fmla="*/ 336493 h 1191260"/>
                <a:gd name="connsiteX188" fmla="*/ 732691 w 1548637"/>
                <a:gd name="connsiteY188" fmla="*/ 444402 h 1191260"/>
                <a:gd name="connsiteX189" fmla="*/ 763531 w 1548637"/>
                <a:gd name="connsiteY189" fmla="*/ 435897 h 1191260"/>
                <a:gd name="connsiteX190" fmla="*/ 786695 w 1548637"/>
                <a:gd name="connsiteY190" fmla="*/ 393508 h 1191260"/>
                <a:gd name="connsiteX191" fmla="*/ 775907 w 1548637"/>
                <a:gd name="connsiteY191" fmla="*/ 391192 h 1191260"/>
                <a:gd name="connsiteX192" fmla="*/ 773591 w 1548637"/>
                <a:gd name="connsiteY192" fmla="*/ 398141 h 1191260"/>
                <a:gd name="connsiteX193" fmla="*/ 752016 w 1548637"/>
                <a:gd name="connsiteY193" fmla="*/ 389670 h 1191260"/>
                <a:gd name="connsiteX194" fmla="*/ 774352 w 1548637"/>
                <a:gd name="connsiteY194" fmla="*/ 371172 h 1191260"/>
                <a:gd name="connsiteX195" fmla="*/ 762042 w 1548637"/>
                <a:gd name="connsiteY195" fmla="*/ 354958 h 1191260"/>
                <a:gd name="connsiteX196" fmla="*/ 739673 w 1548637"/>
                <a:gd name="connsiteY196" fmla="*/ 360385 h 1191260"/>
                <a:gd name="connsiteX197" fmla="*/ 729746 w 1548637"/>
                <a:gd name="connsiteY197" fmla="*/ 363462 h 1191260"/>
                <a:gd name="connsiteX198" fmla="*/ 699667 w 1548637"/>
                <a:gd name="connsiteY198" fmla="*/ 377327 h 1191260"/>
                <a:gd name="connsiteX199" fmla="*/ 718959 w 1548637"/>
                <a:gd name="connsiteY199" fmla="*/ 392747 h 1191260"/>
                <a:gd name="connsiteX200" fmla="*/ 684280 w 1548637"/>
                <a:gd name="connsiteY200" fmla="*/ 389670 h 1191260"/>
                <a:gd name="connsiteX201" fmla="*/ 697516 w 1548637"/>
                <a:gd name="connsiteY201" fmla="*/ 415117 h 1191260"/>
                <a:gd name="connsiteX202" fmla="*/ 732625 w 1548637"/>
                <a:gd name="connsiteY202" fmla="*/ 444435 h 1191260"/>
                <a:gd name="connsiteX203" fmla="*/ 858435 w 1548637"/>
                <a:gd name="connsiteY203" fmla="*/ 321073 h 1191260"/>
                <a:gd name="connsiteX204" fmla="*/ 878488 w 1548637"/>
                <a:gd name="connsiteY204" fmla="*/ 331861 h 1191260"/>
                <a:gd name="connsiteX205" fmla="*/ 907012 w 1548637"/>
                <a:gd name="connsiteY205" fmla="*/ 335699 h 1191260"/>
                <a:gd name="connsiteX206" fmla="*/ 919322 w 1548637"/>
                <a:gd name="connsiteY206" fmla="*/ 330305 h 1191260"/>
                <a:gd name="connsiteX207" fmla="*/ 977164 w 1548637"/>
                <a:gd name="connsiteY207" fmla="*/ 341093 h 1191260"/>
                <a:gd name="connsiteX208" fmla="*/ 1015715 w 1548637"/>
                <a:gd name="connsiteY208" fmla="*/ 331861 h 1191260"/>
                <a:gd name="connsiteX209" fmla="*/ 1062041 w 1548637"/>
                <a:gd name="connsiteY209" fmla="*/ 335699 h 1191260"/>
                <a:gd name="connsiteX210" fmla="*/ 1077462 w 1548637"/>
                <a:gd name="connsiteY210" fmla="*/ 307969 h 1191260"/>
                <a:gd name="connsiteX211" fmla="*/ 979547 w 1548637"/>
                <a:gd name="connsiteY211" fmla="*/ 301020 h 1191260"/>
                <a:gd name="connsiteX212" fmla="*/ 930209 w 1548637"/>
                <a:gd name="connsiteY212" fmla="*/ 303337 h 1191260"/>
                <a:gd name="connsiteX213" fmla="*/ 901685 w 1548637"/>
                <a:gd name="connsiteY213" fmla="*/ 294832 h 1191260"/>
                <a:gd name="connsiteX214" fmla="*/ 907078 w 1548637"/>
                <a:gd name="connsiteY214" fmla="*/ 278651 h 1191260"/>
                <a:gd name="connsiteX215" fmla="*/ 860751 w 1548637"/>
                <a:gd name="connsiteY215" fmla="*/ 264786 h 1191260"/>
                <a:gd name="connsiteX216" fmla="*/ 823723 w 1548637"/>
                <a:gd name="connsiteY216" fmla="*/ 253999 h 1191260"/>
                <a:gd name="connsiteX217" fmla="*/ 779812 w 1548637"/>
                <a:gd name="connsiteY217" fmla="*/ 260154 h 1191260"/>
                <a:gd name="connsiteX218" fmla="*/ 834544 w 1548637"/>
                <a:gd name="connsiteY218" fmla="*/ 276335 h 1191260"/>
                <a:gd name="connsiteX219" fmla="*/ 857707 w 1548637"/>
                <a:gd name="connsiteY219" fmla="*/ 294071 h 1191260"/>
                <a:gd name="connsiteX220" fmla="*/ 858303 w 1548637"/>
                <a:gd name="connsiteY220" fmla="*/ 321106 h 1191260"/>
                <a:gd name="connsiteX221" fmla="*/ 897747 w 1548637"/>
                <a:gd name="connsiteY221" fmla="*/ 230107 h 1191260"/>
                <a:gd name="connsiteX222" fmla="*/ 880804 w 1548637"/>
                <a:gd name="connsiteY222" fmla="*/ 243344 h 1191260"/>
                <a:gd name="connsiteX223" fmla="*/ 897614 w 1548637"/>
                <a:gd name="connsiteY223" fmla="*/ 230140 h 1191260"/>
                <a:gd name="connsiteX224" fmla="*/ 786596 w 1548637"/>
                <a:gd name="connsiteY224" fmla="*/ 143807 h 1191260"/>
                <a:gd name="connsiteX225" fmla="*/ 803571 w 1548637"/>
                <a:gd name="connsiteY225" fmla="*/ 162305 h 1191260"/>
                <a:gd name="connsiteX226" fmla="*/ 854431 w 1548637"/>
                <a:gd name="connsiteY226" fmla="*/ 163827 h 1191260"/>
                <a:gd name="connsiteX227" fmla="*/ 823591 w 1548637"/>
                <a:gd name="connsiteY227" fmla="*/ 178486 h 1191260"/>
                <a:gd name="connsiteX228" fmla="*/ 848177 w 1548637"/>
                <a:gd name="connsiteY228" fmla="*/ 196984 h 1191260"/>
                <a:gd name="connsiteX229" fmla="*/ 889044 w 1548637"/>
                <a:gd name="connsiteY229" fmla="*/ 208532 h 1191260"/>
                <a:gd name="connsiteX230" fmla="*/ 913696 w 1548637"/>
                <a:gd name="connsiteY230" fmla="*/ 207771 h 1191260"/>
                <a:gd name="connsiteX231" fmla="*/ 931433 w 1548637"/>
                <a:gd name="connsiteY231" fmla="*/ 188512 h 1191260"/>
                <a:gd name="connsiteX232" fmla="*/ 949169 w 1548637"/>
                <a:gd name="connsiteY232" fmla="*/ 173853 h 1191260"/>
                <a:gd name="connsiteX233" fmla="*/ 978488 w 1548637"/>
                <a:gd name="connsiteY233" fmla="*/ 163926 h 1191260"/>
                <a:gd name="connsiteX234" fmla="*/ 961512 w 1548637"/>
                <a:gd name="connsiteY234" fmla="*/ 156216 h 1191260"/>
                <a:gd name="connsiteX235" fmla="*/ 944537 w 1548637"/>
                <a:gd name="connsiteY235" fmla="*/ 144667 h 1191260"/>
                <a:gd name="connsiteX236" fmla="*/ 936827 w 1548637"/>
                <a:gd name="connsiteY236" fmla="*/ 128486 h 1191260"/>
                <a:gd name="connsiteX237" fmla="*/ 924484 w 1548637"/>
                <a:gd name="connsiteY237" fmla="*/ 125376 h 1191260"/>
                <a:gd name="connsiteX238" fmla="*/ 908303 w 1548637"/>
                <a:gd name="connsiteY238" fmla="*/ 117699 h 1191260"/>
                <a:gd name="connsiteX239" fmla="*/ 853571 w 1548637"/>
                <a:gd name="connsiteY239" fmla="*/ 87619 h 1191260"/>
                <a:gd name="connsiteX240" fmla="*/ 823492 w 1548637"/>
                <a:gd name="connsiteY240" fmla="*/ 83748 h 1191260"/>
                <a:gd name="connsiteX241" fmla="*/ 825047 w 1548637"/>
                <a:gd name="connsiteY241" fmla="*/ 91491 h 1191260"/>
                <a:gd name="connsiteX242" fmla="*/ 813498 w 1548637"/>
                <a:gd name="connsiteY242" fmla="*/ 98407 h 1191260"/>
                <a:gd name="connsiteX243" fmla="*/ 798839 w 1548637"/>
                <a:gd name="connsiteY243" fmla="*/ 106878 h 1191260"/>
                <a:gd name="connsiteX244" fmla="*/ 801916 w 1548637"/>
                <a:gd name="connsiteY244" fmla="*/ 126170 h 1191260"/>
                <a:gd name="connsiteX245" fmla="*/ 792651 w 1548637"/>
                <a:gd name="connsiteY245" fmla="*/ 134641 h 1191260"/>
                <a:gd name="connsiteX246" fmla="*/ 786596 w 1548637"/>
                <a:gd name="connsiteY246" fmla="*/ 143807 h 1191260"/>
                <a:gd name="connsiteX247" fmla="*/ 879878 w 1548637"/>
                <a:gd name="connsiteY247" fmla="*/ 67467 h 1191260"/>
                <a:gd name="connsiteX248" fmla="*/ 889805 w 1548637"/>
                <a:gd name="connsiteY248" fmla="*/ 69784 h 1191260"/>
                <a:gd name="connsiteX249" fmla="*/ 896754 w 1548637"/>
                <a:gd name="connsiteY249" fmla="*/ 76733 h 1191260"/>
                <a:gd name="connsiteX250" fmla="*/ 891360 w 1548637"/>
                <a:gd name="connsiteY250" fmla="*/ 88281 h 1191260"/>
                <a:gd name="connsiteX251" fmla="*/ 907542 w 1548637"/>
                <a:gd name="connsiteY251" fmla="*/ 99069 h 1191260"/>
                <a:gd name="connsiteX252" fmla="*/ 951486 w 1548637"/>
                <a:gd name="connsiteY252" fmla="*/ 100624 h 1191260"/>
                <a:gd name="connsiteX253" fmla="*/ 956880 w 1548637"/>
                <a:gd name="connsiteY253" fmla="*/ 109095 h 1191260"/>
                <a:gd name="connsiteX254" fmla="*/ 1006218 w 1548637"/>
                <a:gd name="connsiteY254" fmla="*/ 112967 h 1191260"/>
                <a:gd name="connsiteX255" fmla="*/ 1024715 w 1548637"/>
                <a:gd name="connsiteY255" fmla="*/ 110650 h 1191260"/>
                <a:gd name="connsiteX256" fmla="*/ 1080241 w 1548637"/>
                <a:gd name="connsiteY256" fmla="*/ 92914 h 1191260"/>
                <a:gd name="connsiteX257" fmla="*/ 1080241 w 1548637"/>
                <a:gd name="connsiteY257" fmla="*/ 107573 h 1191260"/>
                <a:gd name="connsiteX258" fmla="*/ 1023193 w 1548637"/>
                <a:gd name="connsiteY258" fmla="*/ 119883 h 1191260"/>
                <a:gd name="connsiteX259" fmla="*/ 1044768 w 1548637"/>
                <a:gd name="connsiteY259" fmla="*/ 143046 h 1191260"/>
                <a:gd name="connsiteX260" fmla="*/ 1015483 w 1548637"/>
                <a:gd name="connsiteY260" fmla="*/ 134575 h 1191260"/>
                <a:gd name="connsiteX261" fmla="*/ 960718 w 1548637"/>
                <a:gd name="connsiteY261" fmla="*/ 122232 h 1191260"/>
                <a:gd name="connsiteX262" fmla="*/ 961512 w 1548637"/>
                <a:gd name="connsiteY262" fmla="*/ 149995 h 1191260"/>
                <a:gd name="connsiteX263" fmla="*/ 993875 w 1548637"/>
                <a:gd name="connsiteY263" fmla="*/ 170809 h 1191260"/>
                <a:gd name="connsiteX264" fmla="*/ 1027826 w 1548637"/>
                <a:gd name="connsiteY264" fmla="*/ 191623 h 1191260"/>
                <a:gd name="connsiteX265" fmla="*/ 980771 w 1548637"/>
                <a:gd name="connsiteY265" fmla="*/ 182358 h 1191260"/>
                <a:gd name="connsiteX266" fmla="*/ 936066 w 1548637"/>
                <a:gd name="connsiteY266" fmla="*/ 202410 h 1191260"/>
                <a:gd name="connsiteX267" fmla="*/ 977694 w 1548637"/>
                <a:gd name="connsiteY267" fmla="*/ 203172 h 1191260"/>
                <a:gd name="connsiteX268" fmla="*/ 973855 w 1548637"/>
                <a:gd name="connsiteY268" fmla="*/ 213959 h 1191260"/>
                <a:gd name="connsiteX269" fmla="*/ 993875 w 1548637"/>
                <a:gd name="connsiteY269" fmla="*/ 237122 h 1191260"/>
                <a:gd name="connsiteX270" fmla="*/ 970711 w 1548637"/>
                <a:gd name="connsiteY270" fmla="*/ 234806 h 1191260"/>
                <a:gd name="connsiteX271" fmla="*/ 940665 w 1548637"/>
                <a:gd name="connsiteY271" fmla="*/ 219386 h 1191260"/>
                <a:gd name="connsiteX272" fmla="*/ 938349 w 1548637"/>
                <a:gd name="connsiteY272" fmla="*/ 236361 h 1191260"/>
                <a:gd name="connsiteX273" fmla="*/ 937588 w 1548637"/>
                <a:gd name="connsiteY273" fmla="*/ 247149 h 1191260"/>
                <a:gd name="connsiteX274" fmla="*/ 902115 w 1548637"/>
                <a:gd name="connsiteY274" fmla="*/ 264885 h 1191260"/>
                <a:gd name="connsiteX275" fmla="*/ 959163 w 1548637"/>
                <a:gd name="connsiteY275" fmla="*/ 271040 h 1191260"/>
                <a:gd name="connsiteX276" fmla="*/ 990003 w 1548637"/>
                <a:gd name="connsiteY276" fmla="*/ 272596 h 1191260"/>
                <a:gd name="connsiteX277" fmla="*/ 1025609 w 1548637"/>
                <a:gd name="connsiteY277" fmla="*/ 268559 h 1191260"/>
                <a:gd name="connsiteX278" fmla="*/ 1051816 w 1548637"/>
                <a:gd name="connsiteY278" fmla="*/ 277030 h 1191260"/>
                <a:gd name="connsiteX279" fmla="*/ 1079579 w 1548637"/>
                <a:gd name="connsiteY279" fmla="*/ 274713 h 1191260"/>
                <a:gd name="connsiteX280" fmla="*/ 1098838 w 1548637"/>
                <a:gd name="connsiteY280" fmla="*/ 268559 h 1191260"/>
                <a:gd name="connsiteX281" fmla="*/ 1106548 w 1548637"/>
                <a:gd name="connsiteY281" fmla="*/ 253138 h 1191260"/>
                <a:gd name="connsiteX282" fmla="*/ 1085734 w 1548637"/>
                <a:gd name="connsiteY282" fmla="*/ 253138 h 1191260"/>
                <a:gd name="connsiteX283" fmla="*/ 1049335 w 1548637"/>
                <a:gd name="connsiteY283" fmla="*/ 246189 h 1191260"/>
                <a:gd name="connsiteX284" fmla="*/ 1050096 w 1548637"/>
                <a:gd name="connsiteY284" fmla="*/ 236262 h 1191260"/>
                <a:gd name="connsiteX285" fmla="*/ 1095595 w 1548637"/>
                <a:gd name="connsiteY285" fmla="*/ 234707 h 1191260"/>
                <a:gd name="connsiteX286" fmla="*/ 1098673 w 1548637"/>
                <a:gd name="connsiteY286" fmla="*/ 217764 h 1191260"/>
                <a:gd name="connsiteX287" fmla="*/ 1131068 w 1548637"/>
                <a:gd name="connsiteY287" fmla="*/ 215448 h 1191260"/>
                <a:gd name="connsiteX288" fmla="*/ 1165747 w 1548637"/>
                <a:gd name="connsiteY288" fmla="*/ 180008 h 1191260"/>
                <a:gd name="connsiteX289" fmla="*/ 1119420 w 1548637"/>
                <a:gd name="connsiteY289" fmla="*/ 170081 h 1191260"/>
                <a:gd name="connsiteX290" fmla="*/ 1158732 w 1548637"/>
                <a:gd name="connsiteY290" fmla="*/ 160154 h 1191260"/>
                <a:gd name="connsiteX291" fmla="*/ 1180340 w 1548637"/>
                <a:gd name="connsiteY291" fmla="*/ 143973 h 1191260"/>
                <a:gd name="connsiteX292" fmla="*/ 1214258 w 1548637"/>
                <a:gd name="connsiteY292" fmla="*/ 146289 h 1191260"/>
                <a:gd name="connsiteX293" fmla="*/ 1228884 w 1548637"/>
                <a:gd name="connsiteY293" fmla="*/ 130836 h 1191260"/>
                <a:gd name="connsiteX294" fmla="*/ 1283649 w 1548637"/>
                <a:gd name="connsiteY294" fmla="*/ 102345 h 1191260"/>
                <a:gd name="connsiteX295" fmla="*/ 1341458 w 1548637"/>
                <a:gd name="connsiteY295" fmla="*/ 77659 h 1191260"/>
                <a:gd name="connsiteX296" fmla="*/ 1289804 w 1548637"/>
                <a:gd name="connsiteY296" fmla="*/ 74582 h 1191260"/>
                <a:gd name="connsiteX297" fmla="*/ 1330670 w 1548637"/>
                <a:gd name="connsiteY297" fmla="*/ 65316 h 1191260"/>
                <a:gd name="connsiteX298" fmla="*/ 1383847 w 1548637"/>
                <a:gd name="connsiteY298" fmla="*/ 49896 h 1191260"/>
                <a:gd name="connsiteX299" fmla="*/ 1388480 w 1548637"/>
                <a:gd name="connsiteY299" fmla="*/ 32954 h 1191260"/>
                <a:gd name="connsiteX300" fmla="*/ 1361511 w 1548637"/>
                <a:gd name="connsiteY300" fmla="*/ 22166 h 1191260"/>
                <a:gd name="connsiteX301" fmla="*/ 1341458 w 1548637"/>
                <a:gd name="connsiteY301" fmla="*/ 16772 h 1191260"/>
                <a:gd name="connsiteX302" fmla="*/ 1302146 w 1548637"/>
                <a:gd name="connsiteY302" fmla="*/ 22166 h 1191260"/>
                <a:gd name="connsiteX303" fmla="*/ 1309062 w 1548637"/>
                <a:gd name="connsiteY303" fmla="*/ 11379 h 1191260"/>
                <a:gd name="connsiteX304" fmla="*/ 1248176 w 1548637"/>
                <a:gd name="connsiteY304" fmla="*/ 4430 h 1191260"/>
                <a:gd name="connsiteX305" fmla="*/ 1217335 w 1548637"/>
                <a:gd name="connsiteY305" fmla="*/ 6746 h 1191260"/>
                <a:gd name="connsiteX306" fmla="*/ 1187256 w 1548637"/>
                <a:gd name="connsiteY306" fmla="*/ 12140 h 1191260"/>
                <a:gd name="connsiteX307" fmla="*/ 1174020 w 1548637"/>
                <a:gd name="connsiteY307" fmla="*/ 11379 h 1191260"/>
                <a:gd name="connsiteX308" fmla="*/ 1131002 w 1548637"/>
                <a:gd name="connsiteY308" fmla="*/ 9823 h 1191260"/>
                <a:gd name="connsiteX309" fmla="*/ 1104000 w 1548637"/>
                <a:gd name="connsiteY309" fmla="*/ 15217 h 1191260"/>
                <a:gd name="connsiteX310" fmla="*/ 1072399 w 1548637"/>
                <a:gd name="connsiteY310" fmla="*/ 13695 h 1191260"/>
                <a:gd name="connsiteX311" fmla="*/ 1063133 w 1548637"/>
                <a:gd name="connsiteY311" fmla="*/ 18295 h 1191260"/>
                <a:gd name="connsiteX312" fmla="*/ 1052346 w 1548637"/>
                <a:gd name="connsiteY312" fmla="*/ 26799 h 1191260"/>
                <a:gd name="connsiteX313" fmla="*/ 1023822 w 1548637"/>
                <a:gd name="connsiteY313" fmla="*/ 32954 h 1191260"/>
                <a:gd name="connsiteX314" fmla="*/ 1003008 w 1548637"/>
                <a:gd name="connsiteY314" fmla="*/ 38347 h 1191260"/>
                <a:gd name="connsiteX315" fmla="*/ 972929 w 1548637"/>
                <a:gd name="connsiteY315" fmla="*/ 35270 h 1191260"/>
                <a:gd name="connsiteX316" fmla="*/ 955986 w 1548637"/>
                <a:gd name="connsiteY316" fmla="*/ 45197 h 1191260"/>
                <a:gd name="connsiteX317" fmla="*/ 944404 w 1548637"/>
                <a:gd name="connsiteY317" fmla="*/ 53668 h 1191260"/>
                <a:gd name="connsiteX318" fmla="*/ 917436 w 1548637"/>
                <a:gd name="connsiteY318" fmla="*/ 49797 h 1191260"/>
                <a:gd name="connsiteX319" fmla="*/ 903571 w 1548637"/>
                <a:gd name="connsiteY319" fmla="*/ 60617 h 1191260"/>
                <a:gd name="connsiteX320" fmla="*/ 866542 w 1548637"/>
                <a:gd name="connsiteY320" fmla="*/ 63695 h 1191260"/>
                <a:gd name="connsiteX321" fmla="*/ 879878 w 1548637"/>
                <a:gd name="connsiteY321" fmla="*/ 67467 h 1191260"/>
                <a:gd name="connsiteX322" fmla="*/ 1074153 w 1548637"/>
                <a:gd name="connsiteY322" fmla="*/ 732587 h 1191260"/>
                <a:gd name="connsiteX323" fmla="*/ 1076469 w 1548637"/>
                <a:gd name="connsiteY323" fmla="*/ 713329 h 1191260"/>
                <a:gd name="connsiteX324" fmla="*/ 1074153 w 1548637"/>
                <a:gd name="connsiteY324" fmla="*/ 732720 h 1191260"/>
                <a:gd name="connsiteX325" fmla="*/ 1006317 w 1548637"/>
                <a:gd name="connsiteY325" fmla="*/ 715645 h 1191260"/>
                <a:gd name="connsiteX326" fmla="*/ 1035635 w 1548637"/>
                <a:gd name="connsiteY326" fmla="*/ 696386 h 1191260"/>
                <a:gd name="connsiteX327" fmla="*/ 1006317 w 1548637"/>
                <a:gd name="connsiteY327" fmla="*/ 715777 h 1191260"/>
                <a:gd name="connsiteX328" fmla="*/ 1061843 w 1548637"/>
                <a:gd name="connsiteY328" fmla="*/ 673256 h 1191260"/>
                <a:gd name="connsiteX329" fmla="*/ 1037918 w 1548637"/>
                <a:gd name="connsiteY329" fmla="*/ 653964 h 1191260"/>
                <a:gd name="connsiteX330" fmla="*/ 1004000 w 1548637"/>
                <a:gd name="connsiteY330" fmla="*/ 633944 h 1191260"/>
                <a:gd name="connsiteX331" fmla="*/ 982425 w 1548637"/>
                <a:gd name="connsiteY331" fmla="*/ 617730 h 1191260"/>
                <a:gd name="connsiteX332" fmla="*/ 963134 w 1548637"/>
                <a:gd name="connsiteY332" fmla="*/ 629312 h 1191260"/>
                <a:gd name="connsiteX333" fmla="*/ 958534 w 1548637"/>
                <a:gd name="connsiteY333" fmla="*/ 653203 h 1191260"/>
                <a:gd name="connsiteX334" fmla="*/ 943875 w 1548637"/>
                <a:gd name="connsiteY334" fmla="*/ 676366 h 1191260"/>
                <a:gd name="connsiteX335" fmla="*/ 965450 w 1548637"/>
                <a:gd name="connsiteY335" fmla="*/ 675572 h 1191260"/>
                <a:gd name="connsiteX336" fmla="*/ 974715 w 1548637"/>
                <a:gd name="connsiteY336" fmla="*/ 689470 h 1191260"/>
                <a:gd name="connsiteX337" fmla="*/ 1004000 w 1548637"/>
                <a:gd name="connsiteY337" fmla="*/ 673289 h 1191260"/>
                <a:gd name="connsiteX338" fmla="*/ 1026370 w 1548637"/>
                <a:gd name="connsiteY338" fmla="*/ 672495 h 1191260"/>
                <a:gd name="connsiteX339" fmla="*/ 1061843 w 1548637"/>
                <a:gd name="connsiteY339" fmla="*/ 673388 h 1191260"/>
                <a:gd name="connsiteX340" fmla="*/ 1313927 w 1548637"/>
                <a:gd name="connsiteY340" fmla="*/ 605387 h 1191260"/>
                <a:gd name="connsiteX341" fmla="*/ 1339373 w 1548637"/>
                <a:gd name="connsiteY341" fmla="*/ 630073 h 1191260"/>
                <a:gd name="connsiteX342" fmla="*/ 1357871 w 1548637"/>
                <a:gd name="connsiteY342" fmla="*/ 625440 h 1191260"/>
                <a:gd name="connsiteX343" fmla="*/ 1375607 w 1548637"/>
                <a:gd name="connsiteY343" fmla="*/ 615513 h 1191260"/>
                <a:gd name="connsiteX344" fmla="*/ 1397977 w 1548637"/>
                <a:gd name="connsiteY344" fmla="*/ 593177 h 1191260"/>
                <a:gd name="connsiteX345" fmla="*/ 1377924 w 1548637"/>
                <a:gd name="connsiteY345" fmla="*/ 580834 h 1191260"/>
                <a:gd name="connsiteX346" fmla="*/ 1363265 w 1548637"/>
                <a:gd name="connsiteY346" fmla="*/ 567598 h 1191260"/>
                <a:gd name="connsiteX347" fmla="*/ 1332424 w 1548637"/>
                <a:gd name="connsiteY347" fmla="*/ 551417 h 1191260"/>
                <a:gd name="connsiteX348" fmla="*/ 1301584 w 1548637"/>
                <a:gd name="connsiteY348" fmla="*/ 540629 h 1191260"/>
                <a:gd name="connsiteX349" fmla="*/ 1278421 w 1548637"/>
                <a:gd name="connsiteY349" fmla="*/ 521337 h 1191260"/>
                <a:gd name="connsiteX350" fmla="*/ 1302345 w 1548637"/>
                <a:gd name="connsiteY350" fmla="*/ 515943 h 1191260"/>
                <a:gd name="connsiteX351" fmla="*/ 1282292 w 1548637"/>
                <a:gd name="connsiteY351" fmla="*/ 506016 h 1191260"/>
                <a:gd name="connsiteX352" fmla="*/ 1292219 w 1548637"/>
                <a:gd name="connsiteY352" fmla="*/ 498306 h 1191260"/>
                <a:gd name="connsiteX353" fmla="*/ 1282954 w 1548637"/>
                <a:gd name="connsiteY353" fmla="*/ 483680 h 1191260"/>
                <a:gd name="connsiteX354" fmla="*/ 1270611 w 1548637"/>
                <a:gd name="connsiteY354" fmla="*/ 489835 h 1191260"/>
                <a:gd name="connsiteX355" fmla="*/ 1273722 w 1548637"/>
                <a:gd name="connsiteY355" fmla="*/ 475970 h 1191260"/>
                <a:gd name="connsiteX356" fmla="*/ 1246720 w 1548637"/>
                <a:gd name="connsiteY356" fmla="*/ 467499 h 1191260"/>
                <a:gd name="connsiteX357" fmla="*/ 1234377 w 1548637"/>
                <a:gd name="connsiteY357" fmla="*/ 458995 h 1191260"/>
                <a:gd name="connsiteX358" fmla="*/ 1212041 w 1548637"/>
                <a:gd name="connsiteY358" fmla="*/ 463627 h 1191260"/>
                <a:gd name="connsiteX359" fmla="*/ 1205853 w 1548637"/>
                <a:gd name="connsiteY359" fmla="*/ 458234 h 1191260"/>
                <a:gd name="connsiteX360" fmla="*/ 1220512 w 1548637"/>
                <a:gd name="connsiteY360" fmla="*/ 444369 h 1191260"/>
                <a:gd name="connsiteX361" fmla="*/ 1194304 w 1548637"/>
                <a:gd name="connsiteY361" fmla="*/ 445130 h 1191260"/>
                <a:gd name="connsiteX362" fmla="*/ 1174251 w 1548637"/>
                <a:gd name="connsiteY362" fmla="*/ 428948 h 1191260"/>
                <a:gd name="connsiteX363" fmla="*/ 1152676 w 1548637"/>
                <a:gd name="connsiteY363" fmla="*/ 416606 h 1191260"/>
                <a:gd name="connsiteX364" fmla="*/ 1115681 w 1548637"/>
                <a:gd name="connsiteY364" fmla="*/ 401980 h 1191260"/>
                <a:gd name="connsiteX365" fmla="*/ 1096389 w 1548637"/>
                <a:gd name="connsiteY365" fmla="*/ 416606 h 1191260"/>
                <a:gd name="connsiteX366" fmla="*/ 1085602 w 1548637"/>
                <a:gd name="connsiteY366" fmla="*/ 412767 h 1191260"/>
                <a:gd name="connsiteX367" fmla="*/ 1057078 w 1548637"/>
                <a:gd name="connsiteY367" fmla="*/ 421999 h 1191260"/>
                <a:gd name="connsiteX368" fmla="*/ 1057839 w 1548637"/>
                <a:gd name="connsiteY368" fmla="*/ 392714 h 1191260"/>
                <a:gd name="connsiteX369" fmla="*/ 1045496 w 1548637"/>
                <a:gd name="connsiteY369" fmla="*/ 371900 h 1191260"/>
                <a:gd name="connsiteX370" fmla="*/ 1011578 w 1548637"/>
                <a:gd name="connsiteY370" fmla="*/ 371900 h 1191260"/>
                <a:gd name="connsiteX371" fmla="*/ 974583 w 1548637"/>
                <a:gd name="connsiteY371" fmla="*/ 386559 h 1191260"/>
                <a:gd name="connsiteX372" fmla="*/ 979977 w 1548637"/>
                <a:gd name="connsiteY372" fmla="*/ 411973 h 1191260"/>
                <a:gd name="connsiteX373" fmla="*/ 970711 w 1548637"/>
                <a:gd name="connsiteY373" fmla="*/ 428187 h 1191260"/>
                <a:gd name="connsiteX374" fmla="*/ 989242 w 1548637"/>
                <a:gd name="connsiteY374" fmla="*/ 441424 h 1191260"/>
                <a:gd name="connsiteX375" fmla="*/ 959924 w 1548637"/>
                <a:gd name="connsiteY375" fmla="*/ 429842 h 1191260"/>
                <a:gd name="connsiteX376" fmla="*/ 956085 w 1548637"/>
                <a:gd name="connsiteY376" fmla="*/ 407506 h 1191260"/>
                <a:gd name="connsiteX377" fmla="*/ 965318 w 1548637"/>
                <a:gd name="connsiteY377" fmla="*/ 382820 h 1191260"/>
                <a:gd name="connsiteX378" fmla="*/ 983054 w 1548637"/>
                <a:gd name="connsiteY378" fmla="*/ 367400 h 1191260"/>
                <a:gd name="connsiteX379" fmla="*/ 914590 w 1548637"/>
                <a:gd name="connsiteY379" fmla="*/ 384375 h 1191260"/>
                <a:gd name="connsiteX380" fmla="*/ 898375 w 1548637"/>
                <a:gd name="connsiteY380" fmla="*/ 444501 h 1191260"/>
                <a:gd name="connsiteX381" fmla="*/ 935404 w 1548637"/>
                <a:gd name="connsiteY381" fmla="*/ 451417 h 1191260"/>
                <a:gd name="connsiteX382" fmla="*/ 931532 w 1548637"/>
                <a:gd name="connsiteY382" fmla="*/ 459127 h 1191260"/>
                <a:gd name="connsiteX383" fmla="*/ 905324 w 1548637"/>
                <a:gd name="connsiteY383" fmla="*/ 461443 h 1191260"/>
                <a:gd name="connsiteX384" fmla="*/ 939242 w 1548637"/>
                <a:gd name="connsiteY384" fmla="*/ 478419 h 1191260"/>
                <a:gd name="connsiteX385" fmla="*/ 956979 w 1548637"/>
                <a:gd name="connsiteY385" fmla="*/ 482257 h 1191260"/>
                <a:gd name="connsiteX386" fmla="*/ 991658 w 1548637"/>
                <a:gd name="connsiteY386" fmla="*/ 487684 h 1191260"/>
                <a:gd name="connsiteX387" fmla="*/ 1030208 w 1548637"/>
                <a:gd name="connsiteY387" fmla="*/ 494600 h 1191260"/>
                <a:gd name="connsiteX388" fmla="*/ 1047945 w 1548637"/>
                <a:gd name="connsiteY388" fmla="*/ 486890 h 1191260"/>
                <a:gd name="connsiteX389" fmla="*/ 1087256 w 1548637"/>
                <a:gd name="connsiteY389" fmla="*/ 492284 h 1191260"/>
                <a:gd name="connsiteX390" fmla="*/ 1084973 w 1548637"/>
                <a:gd name="connsiteY390" fmla="*/ 481496 h 1191260"/>
                <a:gd name="connsiteX391" fmla="*/ 1088812 w 1548637"/>
                <a:gd name="connsiteY391" fmla="*/ 473025 h 1191260"/>
                <a:gd name="connsiteX392" fmla="*/ 1109626 w 1548637"/>
                <a:gd name="connsiteY392" fmla="*/ 486261 h 1191260"/>
                <a:gd name="connsiteX393" fmla="*/ 1118891 w 1548637"/>
                <a:gd name="connsiteY393" fmla="*/ 494732 h 1191260"/>
                <a:gd name="connsiteX394" fmla="*/ 1145099 w 1548637"/>
                <a:gd name="connsiteY394" fmla="*/ 512469 h 1191260"/>
                <a:gd name="connsiteX395" fmla="*/ 1128123 w 1548637"/>
                <a:gd name="connsiteY395" fmla="*/ 527128 h 1191260"/>
                <a:gd name="connsiteX396" fmla="*/ 1155125 w 1548637"/>
                <a:gd name="connsiteY396" fmla="*/ 519418 h 1191260"/>
                <a:gd name="connsiteX397" fmla="*/ 1171306 w 1548637"/>
                <a:gd name="connsiteY397" fmla="*/ 536360 h 1191260"/>
                <a:gd name="connsiteX398" fmla="*/ 1197514 w 1548637"/>
                <a:gd name="connsiteY398" fmla="*/ 553303 h 1191260"/>
                <a:gd name="connsiteX399" fmla="*/ 1197514 w 1548637"/>
                <a:gd name="connsiteY399" fmla="*/ 583382 h 1191260"/>
                <a:gd name="connsiteX400" fmla="*/ 1226038 w 1548637"/>
                <a:gd name="connsiteY400" fmla="*/ 581066 h 1191260"/>
                <a:gd name="connsiteX401" fmla="*/ 1253040 w 1548637"/>
                <a:gd name="connsiteY401" fmla="*/ 594302 h 1191260"/>
                <a:gd name="connsiteX402" fmla="*/ 1227593 w 1548637"/>
                <a:gd name="connsiteY402" fmla="*/ 606645 h 1191260"/>
                <a:gd name="connsiteX403" fmla="*/ 1183649 w 1548637"/>
                <a:gd name="connsiteY403" fmla="*/ 590430 h 1191260"/>
                <a:gd name="connsiteX404" fmla="*/ 1179016 w 1548637"/>
                <a:gd name="connsiteY404" fmla="*/ 619749 h 1191260"/>
                <a:gd name="connsiteX405" fmla="*/ 1138150 w 1548637"/>
                <a:gd name="connsiteY405" fmla="*/ 628220 h 1191260"/>
                <a:gd name="connsiteX406" fmla="*/ 1114986 w 1548637"/>
                <a:gd name="connsiteY406" fmla="*/ 632852 h 1191260"/>
                <a:gd name="connsiteX407" fmla="*/ 1105059 w 1548637"/>
                <a:gd name="connsiteY407" fmla="*/ 654427 h 1191260"/>
                <a:gd name="connsiteX408" fmla="*/ 1143610 w 1548637"/>
                <a:gd name="connsiteY408" fmla="*/ 655983 h 1191260"/>
                <a:gd name="connsiteX409" fmla="*/ 1160585 w 1548637"/>
                <a:gd name="connsiteY409" fmla="*/ 652905 h 1191260"/>
                <a:gd name="connsiteX410" fmla="*/ 1186793 w 1548637"/>
                <a:gd name="connsiteY410" fmla="*/ 651350 h 1191260"/>
                <a:gd name="connsiteX411" fmla="*/ 1206846 w 1548637"/>
                <a:gd name="connsiteY411" fmla="*/ 669087 h 1191260"/>
                <a:gd name="connsiteX412" fmla="*/ 1216773 w 1548637"/>
                <a:gd name="connsiteY412" fmla="*/ 691456 h 1191260"/>
                <a:gd name="connsiteX413" fmla="*/ 1258401 w 1548637"/>
                <a:gd name="connsiteY413" fmla="*/ 704692 h 1191260"/>
                <a:gd name="connsiteX414" fmla="*/ 1312371 w 1548637"/>
                <a:gd name="connsiteY414" fmla="*/ 725473 h 1191260"/>
                <a:gd name="connsiteX415" fmla="*/ 1266872 w 1548637"/>
                <a:gd name="connsiteY415" fmla="*/ 679146 h 1191260"/>
                <a:gd name="connsiteX416" fmla="*/ 1293080 w 1548637"/>
                <a:gd name="connsiteY416" fmla="*/ 683779 h 1191260"/>
                <a:gd name="connsiteX417" fmla="*/ 1340101 w 1548637"/>
                <a:gd name="connsiteY417" fmla="*/ 686856 h 1191260"/>
                <a:gd name="connsiteX418" fmla="*/ 1330869 w 1548637"/>
                <a:gd name="connsiteY418" fmla="*/ 666836 h 1191260"/>
                <a:gd name="connsiteX419" fmla="*/ 1313132 w 1548637"/>
                <a:gd name="connsiteY419" fmla="*/ 642945 h 1191260"/>
                <a:gd name="connsiteX420" fmla="*/ 1284608 w 1548637"/>
                <a:gd name="connsiteY420" fmla="*/ 616737 h 1191260"/>
                <a:gd name="connsiteX421" fmla="*/ 1289241 w 1548637"/>
                <a:gd name="connsiteY421" fmla="*/ 597446 h 1191260"/>
                <a:gd name="connsiteX422" fmla="*/ 1313927 w 1548637"/>
                <a:gd name="connsiteY422" fmla="*/ 605520 h 1191260"/>
                <a:gd name="connsiteX423" fmla="*/ 1151253 w 1548637"/>
                <a:gd name="connsiteY423" fmla="*/ 568392 h 1191260"/>
                <a:gd name="connsiteX424" fmla="*/ 1153570 w 1548637"/>
                <a:gd name="connsiteY424" fmla="*/ 545229 h 1191260"/>
                <a:gd name="connsiteX425" fmla="*/ 1131234 w 1548637"/>
                <a:gd name="connsiteY425" fmla="*/ 539835 h 1191260"/>
                <a:gd name="connsiteX426" fmla="*/ 1115814 w 1548637"/>
                <a:gd name="connsiteY426" fmla="*/ 566804 h 1191260"/>
                <a:gd name="connsiteX427" fmla="*/ 1151253 w 1548637"/>
                <a:gd name="connsiteY427" fmla="*/ 568524 h 1191260"/>
                <a:gd name="connsiteX428" fmla="*/ 1054894 w 1548637"/>
                <a:gd name="connsiteY428" fmla="*/ 367996 h 1191260"/>
                <a:gd name="connsiteX429" fmla="*/ 1065681 w 1548637"/>
                <a:gd name="connsiteY429" fmla="*/ 389571 h 1191260"/>
                <a:gd name="connsiteX430" fmla="*/ 1091889 w 1548637"/>
                <a:gd name="connsiteY430" fmla="*/ 398042 h 1191260"/>
                <a:gd name="connsiteX431" fmla="*/ 1133517 w 1548637"/>
                <a:gd name="connsiteY431" fmla="*/ 391093 h 1191260"/>
                <a:gd name="connsiteX432" fmla="*/ 1089573 w 1548637"/>
                <a:gd name="connsiteY432" fmla="*/ 369518 h 1191260"/>
                <a:gd name="connsiteX433" fmla="*/ 1054894 w 1548637"/>
                <a:gd name="connsiteY433" fmla="*/ 368128 h 1191260"/>
                <a:gd name="connsiteX434" fmla="*/ 1344006 w 1548637"/>
                <a:gd name="connsiteY434" fmla="*/ 1023983 h 1191260"/>
                <a:gd name="connsiteX435" fmla="*/ 1391789 w 1548637"/>
                <a:gd name="connsiteY435" fmla="*/ 1040197 h 1191260"/>
                <a:gd name="connsiteX436" fmla="*/ 1344006 w 1548637"/>
                <a:gd name="connsiteY436" fmla="*/ 1024115 h 1191260"/>
                <a:gd name="connsiteX437" fmla="*/ 1539571 w 1548637"/>
                <a:gd name="connsiteY437" fmla="*/ 1069979 h 1191260"/>
                <a:gd name="connsiteX438" fmla="*/ 1538545 w 1548637"/>
                <a:gd name="connsiteY438" fmla="*/ 1060713 h 1191260"/>
                <a:gd name="connsiteX439" fmla="*/ 1531332 w 1548637"/>
                <a:gd name="connsiteY439" fmla="*/ 1056643 h 1191260"/>
                <a:gd name="connsiteX440" fmla="*/ 1532357 w 1548637"/>
                <a:gd name="connsiteY440" fmla="*/ 1039668 h 1191260"/>
                <a:gd name="connsiteX441" fmla="*/ 1518492 w 1548637"/>
                <a:gd name="connsiteY441" fmla="*/ 1036061 h 1191260"/>
                <a:gd name="connsiteX442" fmla="*/ 1503072 w 1548637"/>
                <a:gd name="connsiteY442" fmla="*/ 1032983 h 1191260"/>
                <a:gd name="connsiteX443" fmla="*/ 1495362 w 1548637"/>
                <a:gd name="connsiteY443" fmla="*/ 1022692 h 1191260"/>
                <a:gd name="connsiteX444" fmla="*/ 1482126 w 1548637"/>
                <a:gd name="connsiteY444" fmla="*/ 1023222 h 1191260"/>
                <a:gd name="connsiteX445" fmla="*/ 1483681 w 1548637"/>
                <a:gd name="connsiteY445" fmla="*/ 1010879 h 1191260"/>
                <a:gd name="connsiteX446" fmla="*/ 1496024 w 1548637"/>
                <a:gd name="connsiteY446" fmla="*/ 991355 h 1191260"/>
                <a:gd name="connsiteX447" fmla="*/ 1487784 w 1548637"/>
                <a:gd name="connsiteY447" fmla="*/ 985697 h 1191260"/>
                <a:gd name="connsiteX448" fmla="*/ 1459525 w 1548637"/>
                <a:gd name="connsiteY448" fmla="*/ 1024777 h 1191260"/>
                <a:gd name="connsiteX449" fmla="*/ 1451815 w 1548637"/>
                <a:gd name="connsiteY449" fmla="*/ 1041322 h 1191260"/>
                <a:gd name="connsiteX450" fmla="*/ 1441888 w 1548637"/>
                <a:gd name="connsiteY450" fmla="*/ 1051614 h 1191260"/>
                <a:gd name="connsiteX451" fmla="*/ 1436726 w 1548637"/>
                <a:gd name="connsiteY451" fmla="*/ 1072692 h 1191260"/>
                <a:gd name="connsiteX452" fmla="*/ 1463463 w 1548637"/>
                <a:gd name="connsiteY452" fmla="*/ 1072163 h 1191260"/>
                <a:gd name="connsiteX453" fmla="*/ 1488148 w 1548637"/>
                <a:gd name="connsiteY453" fmla="*/ 1068059 h 1191260"/>
                <a:gd name="connsiteX454" fmla="*/ 1504065 w 1548637"/>
                <a:gd name="connsiteY454" fmla="*/ 1072163 h 1191260"/>
                <a:gd name="connsiteX455" fmla="*/ 1499962 w 1548637"/>
                <a:gd name="connsiteY455" fmla="*/ 1084505 h 1191260"/>
                <a:gd name="connsiteX456" fmla="*/ 1514852 w 1548637"/>
                <a:gd name="connsiteY456" fmla="*/ 1078351 h 1191260"/>
                <a:gd name="connsiteX457" fmla="*/ 1525673 w 1548637"/>
                <a:gd name="connsiteY457" fmla="*/ 1083480 h 1191260"/>
                <a:gd name="connsiteX458" fmla="*/ 1547248 w 1548637"/>
                <a:gd name="connsiteY458" fmla="*/ 1085531 h 1191260"/>
                <a:gd name="connsiteX459" fmla="*/ 1539571 w 1548637"/>
                <a:gd name="connsiteY459" fmla="*/ 1070111 h 1191260"/>
                <a:gd name="connsiteX460" fmla="*/ 146062 w 1548637"/>
                <a:gd name="connsiteY460" fmla="*/ 928351 h 1191260"/>
                <a:gd name="connsiteX461" fmla="*/ 172534 w 1548637"/>
                <a:gd name="connsiteY461" fmla="*/ 966505 h 1191260"/>
                <a:gd name="connsiteX462" fmla="*/ 164295 w 1548637"/>
                <a:gd name="connsiteY462" fmla="*/ 939635 h 1191260"/>
                <a:gd name="connsiteX463" fmla="*/ 146062 w 1548637"/>
                <a:gd name="connsiteY463" fmla="*/ 928483 h 1191260"/>
                <a:gd name="connsiteX464" fmla="*/ 1416474 w 1548637"/>
                <a:gd name="connsiteY464" fmla="*/ 1104161 h 1191260"/>
                <a:gd name="connsiteX465" fmla="*/ 1416077 w 1548637"/>
                <a:gd name="connsiteY465" fmla="*/ 1092216 h 1191260"/>
                <a:gd name="connsiteX466" fmla="*/ 1404132 w 1548637"/>
                <a:gd name="connsiteY466" fmla="*/ 1099131 h 1191260"/>
                <a:gd name="connsiteX467" fmla="*/ 1395263 w 1548637"/>
                <a:gd name="connsiteY467" fmla="*/ 1109059 h 1191260"/>
                <a:gd name="connsiteX468" fmla="*/ 1387950 w 1548637"/>
                <a:gd name="connsiteY468" fmla="*/ 1116405 h 1191260"/>
                <a:gd name="connsiteX469" fmla="*/ 1357110 w 1548637"/>
                <a:gd name="connsiteY469" fmla="*/ 1110978 h 1191260"/>
                <a:gd name="connsiteX470" fmla="*/ 1338215 w 1548637"/>
                <a:gd name="connsiteY470" fmla="*/ 1095558 h 1191260"/>
                <a:gd name="connsiteX471" fmla="*/ 1335899 w 1548637"/>
                <a:gd name="connsiteY471" fmla="*/ 1077854 h 1191260"/>
                <a:gd name="connsiteX472" fmla="*/ 1328189 w 1548637"/>
                <a:gd name="connsiteY472" fmla="*/ 1072063 h 1191260"/>
                <a:gd name="connsiteX473" fmla="*/ 1326666 w 1548637"/>
                <a:gd name="connsiteY473" fmla="*/ 1065148 h 1191260"/>
                <a:gd name="connsiteX474" fmla="*/ 1343609 w 1548637"/>
                <a:gd name="connsiteY474" fmla="*/ 1042778 h 1191260"/>
                <a:gd name="connsiteX475" fmla="*/ 1268460 w 1548637"/>
                <a:gd name="connsiteY475" fmla="*/ 1055121 h 1191260"/>
                <a:gd name="connsiteX476" fmla="*/ 1230671 w 1548637"/>
                <a:gd name="connsiteY476" fmla="*/ 1087484 h 1191260"/>
                <a:gd name="connsiteX477" fmla="*/ 1246488 w 1548637"/>
                <a:gd name="connsiteY477" fmla="*/ 1069383 h 1191260"/>
                <a:gd name="connsiteX478" fmla="*/ 1249797 w 1548637"/>
                <a:gd name="connsiteY478" fmla="*/ 1061276 h 1191260"/>
                <a:gd name="connsiteX479" fmla="*/ 1274086 w 1548637"/>
                <a:gd name="connsiteY479" fmla="*/ 1038543 h 1191260"/>
                <a:gd name="connsiteX480" fmla="*/ 1292219 w 1548637"/>
                <a:gd name="connsiteY480" fmla="*/ 1033149 h 1191260"/>
                <a:gd name="connsiteX481" fmla="*/ 1304926 w 1548637"/>
                <a:gd name="connsiteY481" fmla="*/ 1017729 h 1191260"/>
                <a:gd name="connsiteX482" fmla="*/ 1413628 w 1548637"/>
                <a:gd name="connsiteY482" fmla="*/ 1012335 h 1191260"/>
                <a:gd name="connsiteX483" fmla="*/ 1444866 w 1548637"/>
                <a:gd name="connsiteY483" fmla="*/ 993043 h 1191260"/>
                <a:gd name="connsiteX484" fmla="*/ 1468757 w 1548637"/>
                <a:gd name="connsiteY484" fmla="*/ 986127 h 1191260"/>
                <a:gd name="connsiteX485" fmla="*/ 1493046 w 1548637"/>
                <a:gd name="connsiteY485" fmla="*/ 971468 h 1191260"/>
                <a:gd name="connsiteX486" fmla="*/ 1491490 w 1548637"/>
                <a:gd name="connsiteY486" fmla="*/ 964155 h 1191260"/>
                <a:gd name="connsiteX487" fmla="*/ 1486494 w 1548637"/>
                <a:gd name="connsiteY487" fmla="*/ 959125 h 1191260"/>
                <a:gd name="connsiteX488" fmla="*/ 1496884 w 1548637"/>
                <a:gd name="connsiteY488" fmla="*/ 948735 h 1191260"/>
                <a:gd name="connsiteX489" fmla="*/ 1487652 w 1548637"/>
                <a:gd name="connsiteY489" fmla="*/ 935234 h 1191260"/>
                <a:gd name="connsiteX490" fmla="*/ 1469154 w 1548637"/>
                <a:gd name="connsiteY490" fmla="*/ 937550 h 1191260"/>
                <a:gd name="connsiteX491" fmla="*/ 1467996 w 1548637"/>
                <a:gd name="connsiteY491" fmla="*/ 923685 h 1191260"/>
                <a:gd name="connsiteX492" fmla="*/ 1440994 w 1548637"/>
                <a:gd name="connsiteY492" fmla="*/ 930303 h 1191260"/>
                <a:gd name="connsiteX493" fmla="*/ 1424449 w 1548637"/>
                <a:gd name="connsiteY493" fmla="*/ 937616 h 1191260"/>
                <a:gd name="connsiteX494" fmla="*/ 1420213 w 1548637"/>
                <a:gd name="connsiteY494" fmla="*/ 930701 h 1191260"/>
                <a:gd name="connsiteX495" fmla="*/ 1430141 w 1548637"/>
                <a:gd name="connsiteY495" fmla="*/ 926465 h 1191260"/>
                <a:gd name="connsiteX496" fmla="*/ 1445958 w 1548637"/>
                <a:gd name="connsiteY496" fmla="*/ 920674 h 1191260"/>
                <a:gd name="connsiteX497" fmla="*/ 1465217 w 1548637"/>
                <a:gd name="connsiteY497" fmla="*/ 913328 h 1191260"/>
                <a:gd name="connsiteX498" fmla="*/ 1452510 w 1548637"/>
                <a:gd name="connsiteY498" fmla="*/ 905254 h 1191260"/>
                <a:gd name="connsiteX499" fmla="*/ 1432854 w 1548637"/>
                <a:gd name="connsiteY499" fmla="*/ 897544 h 1191260"/>
                <a:gd name="connsiteX500" fmla="*/ 1422430 w 1548637"/>
                <a:gd name="connsiteY500" fmla="*/ 895625 h 1191260"/>
                <a:gd name="connsiteX501" fmla="*/ 1410088 w 1548637"/>
                <a:gd name="connsiteY501" fmla="*/ 887120 h 1191260"/>
                <a:gd name="connsiteX502" fmla="*/ 1380803 w 1548637"/>
                <a:gd name="connsiteY502" fmla="*/ 864784 h 1191260"/>
                <a:gd name="connsiteX503" fmla="*/ 1382722 w 1548637"/>
                <a:gd name="connsiteY503" fmla="*/ 860151 h 1191260"/>
                <a:gd name="connsiteX504" fmla="*/ 1396620 w 1548637"/>
                <a:gd name="connsiteY504" fmla="*/ 852441 h 1191260"/>
                <a:gd name="connsiteX505" fmla="*/ 1389671 w 1548637"/>
                <a:gd name="connsiteY505" fmla="*/ 844731 h 1191260"/>
                <a:gd name="connsiteX506" fmla="*/ 1387355 w 1548637"/>
                <a:gd name="connsiteY506" fmla="*/ 835466 h 1191260"/>
                <a:gd name="connsiteX507" fmla="*/ 1376170 w 1548637"/>
                <a:gd name="connsiteY507" fmla="*/ 822759 h 1191260"/>
                <a:gd name="connsiteX508" fmla="*/ 1369552 w 1548637"/>
                <a:gd name="connsiteY508" fmla="*/ 812832 h 1191260"/>
                <a:gd name="connsiteX509" fmla="*/ 1362934 w 1548637"/>
                <a:gd name="connsiteY509" fmla="*/ 799596 h 1191260"/>
                <a:gd name="connsiteX510" fmla="*/ 1350988 w 1548637"/>
                <a:gd name="connsiteY510" fmla="*/ 780337 h 1191260"/>
                <a:gd name="connsiteX511" fmla="*/ 1342120 w 1548637"/>
                <a:gd name="connsiteY511" fmla="*/ 764520 h 1191260"/>
                <a:gd name="connsiteX512" fmla="*/ 1334410 w 1548637"/>
                <a:gd name="connsiteY512" fmla="*/ 770311 h 1191260"/>
                <a:gd name="connsiteX513" fmla="*/ 1326336 w 1548637"/>
                <a:gd name="connsiteY513" fmla="*/ 782256 h 1191260"/>
                <a:gd name="connsiteX514" fmla="*/ 1324019 w 1548637"/>
                <a:gd name="connsiteY514" fmla="*/ 792647 h 1191260"/>
                <a:gd name="connsiteX515" fmla="*/ 1320710 w 1548637"/>
                <a:gd name="connsiteY515" fmla="*/ 802276 h 1191260"/>
                <a:gd name="connsiteX516" fmla="*/ 1314522 w 1548637"/>
                <a:gd name="connsiteY516" fmla="*/ 808894 h 1191260"/>
                <a:gd name="connsiteX517" fmla="*/ 1304132 w 1548637"/>
                <a:gd name="connsiteY517" fmla="*/ 810416 h 1191260"/>
                <a:gd name="connsiteX518" fmla="*/ 1286792 w 1548637"/>
                <a:gd name="connsiteY518" fmla="*/ 820344 h 1191260"/>
                <a:gd name="connsiteX519" fmla="*/ 1277527 w 1548637"/>
                <a:gd name="connsiteY519" fmla="*/ 812633 h 1191260"/>
                <a:gd name="connsiteX520" fmla="*/ 1267600 w 1548637"/>
                <a:gd name="connsiteY520" fmla="*/ 804162 h 1191260"/>
                <a:gd name="connsiteX521" fmla="*/ 1258368 w 1548637"/>
                <a:gd name="connsiteY521" fmla="*/ 797974 h 1191260"/>
                <a:gd name="connsiteX522" fmla="*/ 1251419 w 1548637"/>
                <a:gd name="connsiteY522" fmla="*/ 786029 h 1191260"/>
                <a:gd name="connsiteX523" fmla="*/ 1249499 w 1548637"/>
                <a:gd name="connsiteY523" fmla="*/ 766373 h 1191260"/>
                <a:gd name="connsiteX524" fmla="*/ 1255290 w 1548637"/>
                <a:gd name="connsiteY524" fmla="*/ 751747 h 1191260"/>
                <a:gd name="connsiteX525" fmla="*/ 1246025 w 1548637"/>
                <a:gd name="connsiteY525" fmla="*/ 750986 h 1191260"/>
                <a:gd name="connsiteX526" fmla="*/ 1236395 w 1548637"/>
                <a:gd name="connsiteY526" fmla="*/ 747114 h 1191260"/>
                <a:gd name="connsiteX527" fmla="*/ 1215582 w 1548637"/>
                <a:gd name="connsiteY527" fmla="*/ 739768 h 1191260"/>
                <a:gd name="connsiteX528" fmla="*/ 1207474 w 1548637"/>
                <a:gd name="connsiteY528" fmla="*/ 729841 h 1191260"/>
                <a:gd name="connsiteX529" fmla="*/ 1198937 w 1548637"/>
                <a:gd name="connsiteY529" fmla="*/ 723885 h 1191260"/>
                <a:gd name="connsiteX530" fmla="*/ 1191591 w 1548637"/>
                <a:gd name="connsiteY530" fmla="*/ 716936 h 1191260"/>
                <a:gd name="connsiteX531" fmla="*/ 1179281 w 1548637"/>
                <a:gd name="connsiteY531" fmla="*/ 710748 h 1191260"/>
                <a:gd name="connsiteX532" fmla="*/ 1161909 w 1548637"/>
                <a:gd name="connsiteY532" fmla="*/ 716538 h 1191260"/>
                <a:gd name="connsiteX533" fmla="*/ 1146124 w 1548637"/>
                <a:gd name="connsiteY533" fmla="*/ 713825 h 1191260"/>
                <a:gd name="connsiteX534" fmla="*/ 1132260 w 1548637"/>
                <a:gd name="connsiteY534" fmla="*/ 709225 h 1191260"/>
                <a:gd name="connsiteX535" fmla="*/ 1109096 w 1548637"/>
                <a:gd name="connsiteY535" fmla="*/ 709225 h 1191260"/>
                <a:gd name="connsiteX536" fmla="*/ 1101750 w 1548637"/>
                <a:gd name="connsiteY536" fmla="*/ 721932 h 1191260"/>
                <a:gd name="connsiteX537" fmla="*/ 1112935 w 1548637"/>
                <a:gd name="connsiteY537" fmla="*/ 733878 h 1191260"/>
                <a:gd name="connsiteX538" fmla="*/ 1108699 w 1548637"/>
                <a:gd name="connsiteY538" fmla="*/ 742349 h 1191260"/>
                <a:gd name="connsiteX539" fmla="*/ 1103305 w 1548637"/>
                <a:gd name="connsiteY539" fmla="*/ 750456 h 1191260"/>
                <a:gd name="connsiteX540" fmla="*/ 1108699 w 1548637"/>
                <a:gd name="connsiteY540" fmla="*/ 760086 h 1191260"/>
                <a:gd name="connsiteX541" fmla="*/ 1115648 w 1548637"/>
                <a:gd name="connsiteY541" fmla="*/ 775903 h 1191260"/>
                <a:gd name="connsiteX542" fmla="*/ 1108699 w 1548637"/>
                <a:gd name="connsiteY542" fmla="*/ 784374 h 1191260"/>
                <a:gd name="connsiteX543" fmla="*/ 1103669 w 1548637"/>
                <a:gd name="connsiteY543" fmla="*/ 796320 h 1191260"/>
                <a:gd name="connsiteX544" fmla="*/ 1097912 w 1548637"/>
                <a:gd name="connsiteY544" fmla="*/ 812865 h 1191260"/>
                <a:gd name="connsiteX545" fmla="*/ 1124119 w 1548637"/>
                <a:gd name="connsiteY545" fmla="*/ 833679 h 1191260"/>
                <a:gd name="connsiteX546" fmla="*/ 1127958 w 1548637"/>
                <a:gd name="connsiteY546" fmla="*/ 871866 h 1191260"/>
                <a:gd name="connsiteX547" fmla="*/ 1103305 w 1548637"/>
                <a:gd name="connsiteY547" fmla="*/ 896121 h 1191260"/>
                <a:gd name="connsiteX548" fmla="*/ 1079017 w 1548637"/>
                <a:gd name="connsiteY548" fmla="*/ 904989 h 1191260"/>
                <a:gd name="connsiteX549" fmla="*/ 1083649 w 1548637"/>
                <a:gd name="connsiteY549" fmla="*/ 921965 h 1191260"/>
                <a:gd name="connsiteX550" fmla="*/ 1088249 w 1548637"/>
                <a:gd name="connsiteY550" fmla="*/ 939304 h 1191260"/>
                <a:gd name="connsiteX551" fmla="*/ 1093279 w 1548637"/>
                <a:gd name="connsiteY551" fmla="*/ 960118 h 1191260"/>
                <a:gd name="connsiteX552" fmla="*/ 1089407 w 1548637"/>
                <a:gd name="connsiteY552" fmla="*/ 974744 h 1191260"/>
                <a:gd name="connsiteX553" fmla="*/ 1092121 w 1548637"/>
                <a:gd name="connsiteY553" fmla="*/ 983612 h 1191260"/>
                <a:gd name="connsiteX554" fmla="*/ 1084411 w 1548637"/>
                <a:gd name="connsiteY554" fmla="*/ 982851 h 1191260"/>
                <a:gd name="connsiteX555" fmla="*/ 1074781 w 1548637"/>
                <a:gd name="connsiteY555" fmla="*/ 993639 h 1191260"/>
                <a:gd name="connsiteX556" fmla="*/ 1060122 w 1548637"/>
                <a:gd name="connsiteY556" fmla="*/ 988245 h 1191260"/>
                <a:gd name="connsiteX557" fmla="*/ 1053967 w 1548637"/>
                <a:gd name="connsiteY557" fmla="*/ 976299 h 1191260"/>
                <a:gd name="connsiteX558" fmla="*/ 1041624 w 1548637"/>
                <a:gd name="connsiteY558" fmla="*/ 964354 h 1191260"/>
                <a:gd name="connsiteX559" fmla="*/ 1029679 w 1548637"/>
                <a:gd name="connsiteY559" fmla="*/ 948933 h 1191260"/>
                <a:gd name="connsiteX560" fmla="*/ 1028521 w 1548637"/>
                <a:gd name="connsiteY560" fmla="*/ 922461 h 1191260"/>
                <a:gd name="connsiteX561" fmla="*/ 1030440 w 1548637"/>
                <a:gd name="connsiteY561" fmla="*/ 908596 h 1191260"/>
                <a:gd name="connsiteX562" fmla="*/ 1020811 w 1548637"/>
                <a:gd name="connsiteY562" fmla="*/ 897809 h 1191260"/>
                <a:gd name="connsiteX563" fmla="*/ 994603 w 1548637"/>
                <a:gd name="connsiteY563" fmla="*/ 896253 h 1191260"/>
                <a:gd name="connsiteX564" fmla="*/ 976469 w 1548637"/>
                <a:gd name="connsiteY564" fmla="*/ 892779 h 1191260"/>
                <a:gd name="connsiteX565" fmla="*/ 952578 w 1548637"/>
                <a:gd name="connsiteY565" fmla="*/ 881230 h 1191260"/>
                <a:gd name="connsiteX566" fmla="*/ 934080 w 1548637"/>
                <a:gd name="connsiteY566" fmla="*/ 868523 h 1191260"/>
                <a:gd name="connsiteX567" fmla="*/ 918263 w 1548637"/>
                <a:gd name="connsiteY567" fmla="*/ 858861 h 1191260"/>
                <a:gd name="connsiteX568" fmla="*/ 899368 w 1548637"/>
                <a:gd name="connsiteY568" fmla="*/ 854261 h 1191260"/>
                <a:gd name="connsiteX569" fmla="*/ 876205 w 1548637"/>
                <a:gd name="connsiteY569" fmla="*/ 844996 h 1191260"/>
                <a:gd name="connsiteX570" fmla="*/ 850361 w 1548637"/>
                <a:gd name="connsiteY570" fmla="*/ 852706 h 1191260"/>
                <a:gd name="connsiteX571" fmla="*/ 852677 w 1548637"/>
                <a:gd name="connsiteY571" fmla="*/ 844235 h 1191260"/>
                <a:gd name="connsiteX572" fmla="*/ 844967 w 1548637"/>
                <a:gd name="connsiteY572" fmla="*/ 822263 h 1191260"/>
                <a:gd name="connsiteX573" fmla="*/ 832227 w 1548637"/>
                <a:gd name="connsiteY573" fmla="*/ 807207 h 1191260"/>
                <a:gd name="connsiteX574" fmla="*/ 812969 w 1548637"/>
                <a:gd name="connsiteY574" fmla="*/ 802574 h 1191260"/>
                <a:gd name="connsiteX575" fmla="*/ 812208 w 1548637"/>
                <a:gd name="connsiteY575" fmla="*/ 769847 h 1191260"/>
                <a:gd name="connsiteX576" fmla="*/ 824153 w 1548637"/>
                <a:gd name="connsiteY576" fmla="*/ 740926 h 1191260"/>
                <a:gd name="connsiteX577" fmla="*/ 836496 w 1548637"/>
                <a:gd name="connsiteY577" fmla="*/ 730999 h 1191260"/>
                <a:gd name="connsiteX578" fmla="*/ 843412 w 1548637"/>
                <a:gd name="connsiteY578" fmla="*/ 717531 h 1191260"/>
                <a:gd name="connsiteX579" fmla="*/ 850758 w 1548637"/>
                <a:gd name="connsiteY579" fmla="*/ 709821 h 1191260"/>
                <a:gd name="connsiteX580" fmla="*/ 854994 w 1548637"/>
                <a:gd name="connsiteY580" fmla="*/ 704427 h 1191260"/>
                <a:gd name="connsiteX581" fmla="*/ 863068 w 1548637"/>
                <a:gd name="connsiteY581" fmla="*/ 699398 h 1191260"/>
                <a:gd name="connsiteX582" fmla="*/ 883121 w 1548637"/>
                <a:gd name="connsiteY582" fmla="*/ 687452 h 1191260"/>
                <a:gd name="connsiteX583" fmla="*/ 858071 w 1548637"/>
                <a:gd name="connsiteY583" fmla="*/ 677822 h 1191260"/>
                <a:gd name="connsiteX584" fmla="*/ 830705 w 1548637"/>
                <a:gd name="connsiteY584" fmla="*/ 665877 h 1191260"/>
                <a:gd name="connsiteX585" fmla="*/ 870017 w 1548637"/>
                <a:gd name="connsiteY585" fmla="*/ 672793 h 1191260"/>
                <a:gd name="connsiteX586" fmla="*/ 891195 w 1548637"/>
                <a:gd name="connsiteY586" fmla="*/ 675572 h 1191260"/>
                <a:gd name="connsiteX587" fmla="*/ 895430 w 1548637"/>
                <a:gd name="connsiteY587" fmla="*/ 660549 h 1191260"/>
                <a:gd name="connsiteX588" fmla="*/ 921274 w 1548637"/>
                <a:gd name="connsiteY588" fmla="*/ 664785 h 1191260"/>
                <a:gd name="connsiteX589" fmla="*/ 945927 w 1548637"/>
                <a:gd name="connsiteY589" fmla="*/ 639371 h 1191260"/>
                <a:gd name="connsiteX590" fmla="*/ 932459 w 1548637"/>
                <a:gd name="connsiteY590" fmla="*/ 630867 h 1191260"/>
                <a:gd name="connsiteX591" fmla="*/ 902379 w 1548637"/>
                <a:gd name="connsiteY591" fmla="*/ 620940 h 1191260"/>
                <a:gd name="connsiteX592" fmla="*/ 903538 w 1548637"/>
                <a:gd name="connsiteY592" fmla="*/ 611310 h 1191260"/>
                <a:gd name="connsiteX593" fmla="*/ 938216 w 1548637"/>
                <a:gd name="connsiteY593" fmla="*/ 628286 h 1191260"/>
                <a:gd name="connsiteX594" fmla="*/ 964424 w 1548637"/>
                <a:gd name="connsiteY594" fmla="*/ 609391 h 1191260"/>
                <a:gd name="connsiteX595" fmla="*/ 954497 w 1548637"/>
                <a:gd name="connsiteY595" fmla="*/ 599464 h 1191260"/>
                <a:gd name="connsiteX596" fmla="*/ 967965 w 1548637"/>
                <a:gd name="connsiteY596" fmla="*/ 593706 h 1191260"/>
                <a:gd name="connsiteX597" fmla="*/ 979149 w 1548637"/>
                <a:gd name="connsiteY597" fmla="*/ 601780 h 1191260"/>
                <a:gd name="connsiteX598" fmla="*/ 997647 w 1548637"/>
                <a:gd name="connsiteY598" fmla="*/ 599861 h 1191260"/>
                <a:gd name="connsiteX599" fmla="*/ 988018 w 1548637"/>
                <a:gd name="connsiteY599" fmla="*/ 587518 h 1191260"/>
                <a:gd name="connsiteX600" fmla="*/ 991095 w 1548637"/>
                <a:gd name="connsiteY600" fmla="*/ 582886 h 1191260"/>
                <a:gd name="connsiteX601" fmla="*/ 1003041 w 1548637"/>
                <a:gd name="connsiteY601" fmla="*/ 593309 h 1191260"/>
                <a:gd name="connsiteX602" fmla="*/ 1018097 w 1548637"/>
                <a:gd name="connsiteY602" fmla="*/ 593706 h 1191260"/>
                <a:gd name="connsiteX603" fmla="*/ 1033881 w 1548637"/>
                <a:gd name="connsiteY603" fmla="*/ 581761 h 1191260"/>
                <a:gd name="connsiteX604" fmla="*/ 1043808 w 1548637"/>
                <a:gd name="connsiteY604" fmla="*/ 575142 h 1191260"/>
                <a:gd name="connsiteX605" fmla="*/ 1035337 w 1548637"/>
                <a:gd name="connsiteY605" fmla="*/ 556248 h 1191260"/>
                <a:gd name="connsiteX606" fmla="*/ 1029546 w 1548637"/>
                <a:gd name="connsiteY606" fmla="*/ 543905 h 1191260"/>
                <a:gd name="connsiteX607" fmla="*/ 1029943 w 1548637"/>
                <a:gd name="connsiteY607" fmla="*/ 536559 h 1191260"/>
                <a:gd name="connsiteX608" fmla="*/ 1047283 w 1548637"/>
                <a:gd name="connsiteY608" fmla="*/ 530404 h 1191260"/>
                <a:gd name="connsiteX609" fmla="*/ 1042650 w 1548637"/>
                <a:gd name="connsiteY609" fmla="*/ 519981 h 1191260"/>
                <a:gd name="connsiteX610" fmla="*/ 1036859 w 1548637"/>
                <a:gd name="connsiteY610" fmla="*/ 512304 h 1191260"/>
                <a:gd name="connsiteX611" fmla="*/ 1023623 w 1548637"/>
                <a:gd name="connsiteY611" fmla="*/ 503038 h 1191260"/>
                <a:gd name="connsiteX612" fmla="*/ 1003967 w 1548637"/>
                <a:gd name="connsiteY612" fmla="*/ 497644 h 1191260"/>
                <a:gd name="connsiteX613" fmla="*/ 976602 w 1548637"/>
                <a:gd name="connsiteY613" fmla="*/ 495328 h 1191260"/>
                <a:gd name="connsiteX614" fmla="*/ 978157 w 1548637"/>
                <a:gd name="connsiteY614" fmla="*/ 511873 h 1191260"/>
                <a:gd name="connsiteX615" fmla="*/ 983551 w 1548637"/>
                <a:gd name="connsiteY615" fmla="*/ 520378 h 1191260"/>
                <a:gd name="connsiteX616" fmla="*/ 980473 w 1548637"/>
                <a:gd name="connsiteY616" fmla="*/ 528055 h 1191260"/>
                <a:gd name="connsiteX617" fmla="*/ 969289 w 1548637"/>
                <a:gd name="connsiteY617" fmla="*/ 535765 h 1191260"/>
                <a:gd name="connsiteX618" fmla="*/ 960685 w 1548637"/>
                <a:gd name="connsiteY618" fmla="*/ 553137 h 1191260"/>
                <a:gd name="connsiteX619" fmla="*/ 953008 w 1548637"/>
                <a:gd name="connsiteY619" fmla="*/ 542350 h 1191260"/>
                <a:gd name="connsiteX620" fmla="*/ 950692 w 1548637"/>
                <a:gd name="connsiteY620" fmla="*/ 555851 h 1191260"/>
                <a:gd name="connsiteX621" fmla="*/ 957310 w 1548637"/>
                <a:gd name="connsiteY621" fmla="*/ 566638 h 1191260"/>
                <a:gd name="connsiteX622" fmla="*/ 944967 w 1548637"/>
                <a:gd name="connsiteY622" fmla="*/ 575142 h 1191260"/>
                <a:gd name="connsiteX623" fmla="*/ 935338 w 1548637"/>
                <a:gd name="connsiteY623" fmla="*/ 567432 h 1191260"/>
                <a:gd name="connsiteX624" fmla="*/ 923756 w 1548637"/>
                <a:gd name="connsiteY624" fmla="*/ 549299 h 1191260"/>
                <a:gd name="connsiteX625" fmla="*/ 931102 w 1548637"/>
                <a:gd name="connsiteY625" fmla="*/ 541589 h 1191260"/>
                <a:gd name="connsiteX626" fmla="*/ 930705 w 1548637"/>
                <a:gd name="connsiteY626" fmla="*/ 530040 h 1191260"/>
                <a:gd name="connsiteX627" fmla="*/ 919123 w 1548637"/>
                <a:gd name="connsiteY627" fmla="*/ 518094 h 1191260"/>
                <a:gd name="connsiteX628" fmla="*/ 902942 w 1548637"/>
                <a:gd name="connsiteY628" fmla="*/ 514223 h 1191260"/>
                <a:gd name="connsiteX629" fmla="*/ 896324 w 1548637"/>
                <a:gd name="connsiteY629" fmla="*/ 526566 h 1191260"/>
                <a:gd name="connsiteX630" fmla="*/ 888614 w 1548637"/>
                <a:gd name="connsiteY630" fmla="*/ 540431 h 1191260"/>
                <a:gd name="connsiteX631" fmla="*/ 882856 w 1548637"/>
                <a:gd name="connsiteY631" fmla="*/ 519617 h 1191260"/>
                <a:gd name="connsiteX632" fmla="*/ 885139 w 1548637"/>
                <a:gd name="connsiteY632" fmla="*/ 512304 h 1191260"/>
                <a:gd name="connsiteX633" fmla="*/ 889375 w 1548637"/>
                <a:gd name="connsiteY633" fmla="*/ 505355 h 1191260"/>
                <a:gd name="connsiteX634" fmla="*/ 872035 w 1548637"/>
                <a:gd name="connsiteY634" fmla="*/ 498406 h 1191260"/>
                <a:gd name="connsiteX635" fmla="*/ 858799 w 1548637"/>
                <a:gd name="connsiteY635" fmla="*/ 501880 h 1191260"/>
                <a:gd name="connsiteX636" fmla="*/ 859560 w 1548637"/>
                <a:gd name="connsiteY636" fmla="*/ 486857 h 1191260"/>
                <a:gd name="connsiteX637" fmla="*/ 869487 w 1548637"/>
                <a:gd name="connsiteY637" fmla="*/ 483382 h 1191260"/>
                <a:gd name="connsiteX638" fmla="*/ 858700 w 1548637"/>
                <a:gd name="connsiteY638" fmla="*/ 472198 h 1191260"/>
                <a:gd name="connsiteX639" fmla="*/ 843280 w 1548637"/>
                <a:gd name="connsiteY639" fmla="*/ 462966 h 1191260"/>
                <a:gd name="connsiteX640" fmla="*/ 844041 w 1548637"/>
                <a:gd name="connsiteY640" fmla="*/ 447545 h 1191260"/>
                <a:gd name="connsiteX641" fmla="*/ 821705 w 1548637"/>
                <a:gd name="connsiteY641" fmla="*/ 432125 h 1191260"/>
                <a:gd name="connsiteX642" fmla="*/ 817469 w 1548637"/>
                <a:gd name="connsiteY642" fmla="*/ 424415 h 1191260"/>
                <a:gd name="connsiteX643" fmla="*/ 830176 w 1548637"/>
                <a:gd name="connsiteY643" fmla="*/ 415183 h 1191260"/>
                <a:gd name="connsiteX644" fmla="*/ 832889 w 1548637"/>
                <a:gd name="connsiteY644" fmla="*/ 403998 h 1191260"/>
                <a:gd name="connsiteX645" fmla="*/ 834047 w 1548637"/>
                <a:gd name="connsiteY645" fmla="*/ 398207 h 1191260"/>
                <a:gd name="connsiteX646" fmla="*/ 861016 w 1548637"/>
                <a:gd name="connsiteY646" fmla="*/ 400524 h 1191260"/>
                <a:gd name="connsiteX647" fmla="*/ 886066 w 1548637"/>
                <a:gd name="connsiteY647" fmla="*/ 366209 h 1191260"/>
                <a:gd name="connsiteX648" fmla="*/ 867965 w 1548637"/>
                <a:gd name="connsiteY648" fmla="*/ 358499 h 1191260"/>
                <a:gd name="connsiteX649" fmla="*/ 839441 w 1548637"/>
                <a:gd name="connsiteY649" fmla="*/ 352344 h 1191260"/>
                <a:gd name="connsiteX650" fmla="*/ 803042 w 1548637"/>
                <a:gd name="connsiteY650" fmla="*/ 358135 h 1191260"/>
                <a:gd name="connsiteX651" fmla="*/ 807674 w 1548637"/>
                <a:gd name="connsiteY651" fmla="*/ 368525 h 1191260"/>
                <a:gd name="connsiteX652" fmla="*/ 796490 w 1548637"/>
                <a:gd name="connsiteY652" fmla="*/ 367367 h 1191260"/>
                <a:gd name="connsiteX653" fmla="*/ 796490 w 1548637"/>
                <a:gd name="connsiteY653" fmla="*/ 387420 h 1191260"/>
                <a:gd name="connsiteX654" fmla="*/ 803108 w 1548637"/>
                <a:gd name="connsiteY654" fmla="*/ 406678 h 1191260"/>
                <a:gd name="connsiteX655" fmla="*/ 806185 w 1548637"/>
                <a:gd name="connsiteY655" fmla="*/ 426731 h 1191260"/>
                <a:gd name="connsiteX656" fmla="*/ 795398 w 1548637"/>
                <a:gd name="connsiteY656" fmla="*/ 436659 h 1191260"/>
                <a:gd name="connsiteX657" fmla="*/ 800791 w 1548637"/>
                <a:gd name="connsiteY657" fmla="*/ 447049 h 1191260"/>
                <a:gd name="connsiteX658" fmla="*/ 786529 w 1548637"/>
                <a:gd name="connsiteY658" fmla="*/ 445527 h 1191260"/>
                <a:gd name="connsiteX659" fmla="*/ 783055 w 1548637"/>
                <a:gd name="connsiteY659" fmla="*/ 464422 h 1191260"/>
                <a:gd name="connsiteX660" fmla="*/ 786132 w 1548637"/>
                <a:gd name="connsiteY660" fmla="*/ 472893 h 1191260"/>
                <a:gd name="connsiteX661" fmla="*/ 787290 w 1548637"/>
                <a:gd name="connsiteY661" fmla="*/ 492548 h 1191260"/>
                <a:gd name="connsiteX662" fmla="*/ 822366 w 1548637"/>
                <a:gd name="connsiteY662" fmla="*/ 504891 h 1191260"/>
                <a:gd name="connsiteX663" fmla="*/ 821969 w 1548637"/>
                <a:gd name="connsiteY663" fmla="*/ 513726 h 1191260"/>
                <a:gd name="connsiteX664" fmla="*/ 816576 w 1548637"/>
                <a:gd name="connsiteY664" fmla="*/ 527624 h 1191260"/>
                <a:gd name="connsiteX665" fmla="*/ 825080 w 1548637"/>
                <a:gd name="connsiteY665" fmla="*/ 521437 h 1191260"/>
                <a:gd name="connsiteX666" fmla="*/ 832790 w 1548637"/>
                <a:gd name="connsiteY666" fmla="*/ 531099 h 1191260"/>
                <a:gd name="connsiteX667" fmla="*/ 820844 w 1548637"/>
                <a:gd name="connsiteY667" fmla="*/ 541489 h 1191260"/>
                <a:gd name="connsiteX668" fmla="*/ 803869 w 1548637"/>
                <a:gd name="connsiteY668" fmla="*/ 548438 h 1191260"/>
                <a:gd name="connsiteX669" fmla="*/ 803869 w 1548637"/>
                <a:gd name="connsiteY669" fmla="*/ 565381 h 1191260"/>
                <a:gd name="connsiteX670" fmla="*/ 794603 w 1548637"/>
                <a:gd name="connsiteY670" fmla="*/ 571999 h 1191260"/>
                <a:gd name="connsiteX671" fmla="*/ 785371 w 1548637"/>
                <a:gd name="connsiteY671" fmla="*/ 557737 h 1191260"/>
                <a:gd name="connsiteX672" fmla="*/ 787688 w 1548637"/>
                <a:gd name="connsiteY672" fmla="*/ 544236 h 1191260"/>
                <a:gd name="connsiteX673" fmla="*/ 767635 w 1548637"/>
                <a:gd name="connsiteY673" fmla="*/ 538478 h 1191260"/>
                <a:gd name="connsiteX674" fmla="*/ 780341 w 1548637"/>
                <a:gd name="connsiteY674" fmla="*/ 536526 h 1191260"/>
                <a:gd name="connsiteX675" fmla="*/ 789607 w 1548637"/>
                <a:gd name="connsiteY675" fmla="*/ 529610 h 1191260"/>
                <a:gd name="connsiteX676" fmla="*/ 809660 w 1548637"/>
                <a:gd name="connsiteY676" fmla="*/ 528055 h 1191260"/>
                <a:gd name="connsiteX677" fmla="*/ 800030 w 1548637"/>
                <a:gd name="connsiteY677" fmla="*/ 513032 h 1191260"/>
                <a:gd name="connsiteX678" fmla="*/ 786132 w 1548637"/>
                <a:gd name="connsiteY678" fmla="*/ 511873 h 1191260"/>
                <a:gd name="connsiteX679" fmla="*/ 800394 w 1548637"/>
                <a:gd name="connsiteY679" fmla="*/ 509160 h 1191260"/>
                <a:gd name="connsiteX680" fmla="*/ 790004 w 1548637"/>
                <a:gd name="connsiteY680" fmla="*/ 503005 h 1191260"/>
                <a:gd name="connsiteX681" fmla="*/ 770712 w 1548637"/>
                <a:gd name="connsiteY681" fmla="*/ 498770 h 1191260"/>
                <a:gd name="connsiteX682" fmla="*/ 750659 w 1548637"/>
                <a:gd name="connsiteY682" fmla="*/ 503402 h 1191260"/>
                <a:gd name="connsiteX683" fmla="*/ 732956 w 1548637"/>
                <a:gd name="connsiteY683" fmla="*/ 515348 h 1191260"/>
                <a:gd name="connsiteX684" fmla="*/ 748376 w 1548637"/>
                <a:gd name="connsiteY684" fmla="*/ 524216 h 1191260"/>
                <a:gd name="connsiteX685" fmla="*/ 761612 w 1548637"/>
                <a:gd name="connsiteY685" fmla="*/ 534143 h 1191260"/>
                <a:gd name="connsiteX686" fmla="*/ 753505 w 1548637"/>
                <a:gd name="connsiteY686" fmla="*/ 538776 h 1191260"/>
                <a:gd name="connsiteX687" fmla="*/ 746556 w 1548637"/>
                <a:gd name="connsiteY687" fmla="*/ 543376 h 1191260"/>
                <a:gd name="connsiteX688" fmla="*/ 745398 w 1548637"/>
                <a:gd name="connsiteY688" fmla="*/ 554560 h 1191260"/>
                <a:gd name="connsiteX689" fmla="*/ 729217 w 1548637"/>
                <a:gd name="connsiteY689" fmla="*/ 554163 h 1191260"/>
                <a:gd name="connsiteX690" fmla="*/ 695299 w 1548637"/>
                <a:gd name="connsiteY690" fmla="*/ 558432 h 1191260"/>
                <a:gd name="connsiteX691" fmla="*/ 667933 w 1548637"/>
                <a:gd name="connsiteY691" fmla="*/ 551814 h 1191260"/>
                <a:gd name="connsiteX692" fmla="*/ 649435 w 1548637"/>
                <a:gd name="connsiteY692" fmla="*/ 547578 h 1191260"/>
                <a:gd name="connsiteX693" fmla="*/ 634015 w 1548637"/>
                <a:gd name="connsiteY693" fmla="*/ 539901 h 1191260"/>
                <a:gd name="connsiteX694" fmla="*/ 625147 w 1548637"/>
                <a:gd name="connsiteY694" fmla="*/ 526003 h 1191260"/>
                <a:gd name="connsiteX695" fmla="*/ 596623 w 1548637"/>
                <a:gd name="connsiteY695" fmla="*/ 527161 h 1191260"/>
                <a:gd name="connsiteX696" fmla="*/ 571176 w 1548637"/>
                <a:gd name="connsiteY696" fmla="*/ 538346 h 1191260"/>
                <a:gd name="connsiteX697" fmla="*/ 578886 w 1548637"/>
                <a:gd name="connsiteY697" fmla="*/ 545659 h 1191260"/>
                <a:gd name="connsiteX698" fmla="*/ 595067 w 1548637"/>
                <a:gd name="connsiteY698" fmla="*/ 540265 h 1191260"/>
                <a:gd name="connsiteX699" fmla="*/ 618231 w 1548637"/>
                <a:gd name="connsiteY699" fmla="*/ 533647 h 1191260"/>
                <a:gd name="connsiteX700" fmla="*/ 589707 w 1548637"/>
                <a:gd name="connsiteY700" fmla="*/ 548670 h 1191260"/>
                <a:gd name="connsiteX701" fmla="*/ 591626 w 1548637"/>
                <a:gd name="connsiteY701" fmla="*/ 572595 h 1191260"/>
                <a:gd name="connsiteX702" fmla="*/ 587390 w 1548637"/>
                <a:gd name="connsiteY702" fmla="*/ 585831 h 1191260"/>
                <a:gd name="connsiteX703" fmla="*/ 576603 w 1548637"/>
                <a:gd name="connsiteY703" fmla="*/ 581198 h 1191260"/>
                <a:gd name="connsiteX704" fmla="*/ 574684 w 1548637"/>
                <a:gd name="connsiteY704" fmla="*/ 566936 h 1191260"/>
                <a:gd name="connsiteX705" fmla="*/ 565815 w 1548637"/>
                <a:gd name="connsiteY705" fmla="*/ 561939 h 1191260"/>
                <a:gd name="connsiteX706" fmla="*/ 554234 w 1548637"/>
                <a:gd name="connsiteY706" fmla="*/ 558068 h 1191260"/>
                <a:gd name="connsiteX707" fmla="*/ 538814 w 1548637"/>
                <a:gd name="connsiteY707" fmla="*/ 554196 h 1191260"/>
                <a:gd name="connsiteX708" fmla="*/ 506848 w 1548637"/>
                <a:gd name="connsiteY708" fmla="*/ 559590 h 1191260"/>
                <a:gd name="connsiteX709" fmla="*/ 455558 w 1548637"/>
                <a:gd name="connsiteY709" fmla="*/ 556281 h 1191260"/>
                <a:gd name="connsiteX710" fmla="*/ 475213 w 1548637"/>
                <a:gd name="connsiteY710" fmla="*/ 542780 h 1191260"/>
                <a:gd name="connsiteX711" fmla="*/ 468595 w 1548637"/>
                <a:gd name="connsiteY711" fmla="*/ 529544 h 1191260"/>
                <a:gd name="connsiteX712" fmla="*/ 440468 w 1548637"/>
                <a:gd name="connsiteY712" fmla="*/ 522595 h 1191260"/>
                <a:gd name="connsiteX713" fmla="*/ 415022 w 1548637"/>
                <a:gd name="connsiteY713" fmla="*/ 520311 h 1191260"/>
                <a:gd name="connsiteX714" fmla="*/ 389575 w 1548637"/>
                <a:gd name="connsiteY714" fmla="*/ 512204 h 1191260"/>
                <a:gd name="connsiteX715" fmla="*/ 355657 w 1548637"/>
                <a:gd name="connsiteY715" fmla="*/ 500656 h 1191260"/>
                <a:gd name="connsiteX716" fmla="*/ 316346 w 1548637"/>
                <a:gd name="connsiteY716" fmla="*/ 502178 h 1191260"/>
                <a:gd name="connsiteX717" fmla="*/ 296293 w 1548637"/>
                <a:gd name="connsiteY717" fmla="*/ 509491 h 1191260"/>
                <a:gd name="connsiteX718" fmla="*/ 297054 w 1548637"/>
                <a:gd name="connsiteY718" fmla="*/ 498306 h 1191260"/>
                <a:gd name="connsiteX719" fmla="*/ 291296 w 1548637"/>
                <a:gd name="connsiteY719" fmla="*/ 484838 h 1191260"/>
                <a:gd name="connsiteX720" fmla="*/ 267769 w 1548637"/>
                <a:gd name="connsiteY720" fmla="*/ 509491 h 1191260"/>
                <a:gd name="connsiteX721" fmla="*/ 241561 w 1548637"/>
                <a:gd name="connsiteY721" fmla="*/ 474812 h 1191260"/>
                <a:gd name="connsiteX722" fmla="*/ 231138 w 1548637"/>
                <a:gd name="connsiteY722" fmla="*/ 477889 h 1191260"/>
                <a:gd name="connsiteX723" fmla="*/ 224983 w 1548637"/>
                <a:gd name="connsiteY723" fmla="*/ 487817 h 1191260"/>
                <a:gd name="connsiteX724" fmla="*/ 212276 w 1548637"/>
                <a:gd name="connsiteY724" fmla="*/ 499001 h 1191260"/>
                <a:gd name="connsiteX725" fmla="*/ 195300 w 1548637"/>
                <a:gd name="connsiteY725" fmla="*/ 501681 h 1191260"/>
                <a:gd name="connsiteX726" fmla="*/ 178755 w 1548637"/>
                <a:gd name="connsiteY726" fmla="*/ 507075 h 1191260"/>
                <a:gd name="connsiteX727" fmla="*/ 151786 w 1548637"/>
                <a:gd name="connsiteY727" fmla="*/ 521734 h 1191260"/>
                <a:gd name="connsiteX728" fmla="*/ 140205 w 1548637"/>
                <a:gd name="connsiteY728" fmla="*/ 529444 h 1191260"/>
                <a:gd name="connsiteX729" fmla="*/ 144440 w 1548637"/>
                <a:gd name="connsiteY729" fmla="*/ 519782 h 1191260"/>
                <a:gd name="connsiteX730" fmla="*/ 177994 w 1548637"/>
                <a:gd name="connsiteY730" fmla="*/ 500556 h 1191260"/>
                <a:gd name="connsiteX731" fmla="*/ 205360 w 1548637"/>
                <a:gd name="connsiteY731" fmla="*/ 487320 h 1191260"/>
                <a:gd name="connsiteX732" fmla="*/ 190337 w 1548637"/>
                <a:gd name="connsiteY732" fmla="*/ 485368 h 1191260"/>
                <a:gd name="connsiteX733" fmla="*/ 162938 w 1548637"/>
                <a:gd name="connsiteY733" fmla="*/ 495791 h 1191260"/>
                <a:gd name="connsiteX734" fmla="*/ 143679 w 1548637"/>
                <a:gd name="connsiteY734" fmla="*/ 505024 h 1191260"/>
                <a:gd name="connsiteX735" fmla="*/ 131336 w 1548637"/>
                <a:gd name="connsiteY735" fmla="*/ 508333 h 1191260"/>
                <a:gd name="connsiteX736" fmla="*/ 127498 w 1548637"/>
                <a:gd name="connsiteY736" fmla="*/ 505619 h 1191260"/>
                <a:gd name="connsiteX737" fmla="*/ 118233 w 1548637"/>
                <a:gd name="connsiteY737" fmla="*/ 501781 h 1191260"/>
                <a:gd name="connsiteX738" fmla="*/ 106684 w 1548637"/>
                <a:gd name="connsiteY738" fmla="*/ 507936 h 1191260"/>
                <a:gd name="connsiteX739" fmla="*/ 94341 w 1548637"/>
                <a:gd name="connsiteY739" fmla="*/ 519120 h 1191260"/>
                <a:gd name="connsiteX740" fmla="*/ 101290 w 1548637"/>
                <a:gd name="connsiteY740" fmla="*/ 529047 h 1191260"/>
                <a:gd name="connsiteX741" fmla="*/ 75082 w 1548637"/>
                <a:gd name="connsiteY741" fmla="*/ 522098 h 1191260"/>
                <a:gd name="connsiteX742" fmla="*/ 34580 w 1548637"/>
                <a:gd name="connsiteY742" fmla="*/ 503237 h 1191260"/>
                <a:gd name="connsiteX743" fmla="*/ 2482 w 1548637"/>
                <a:gd name="connsiteY743" fmla="*/ 500623 h 1191260"/>
                <a:gd name="connsiteX744" fmla="*/ 2482 w 1548637"/>
                <a:gd name="connsiteY744" fmla="*/ 767035 h 1191260"/>
                <a:gd name="connsiteX745" fmla="*/ 11714 w 1548637"/>
                <a:gd name="connsiteY745" fmla="*/ 768921 h 1191260"/>
                <a:gd name="connsiteX746" fmla="*/ 27664 w 1548637"/>
                <a:gd name="connsiteY746" fmla="*/ 765843 h 1191260"/>
                <a:gd name="connsiteX747" fmla="*/ 39477 w 1548637"/>
                <a:gd name="connsiteY747" fmla="*/ 774546 h 1191260"/>
                <a:gd name="connsiteX748" fmla="*/ 56949 w 1548637"/>
                <a:gd name="connsiteY748" fmla="*/ 792051 h 1191260"/>
                <a:gd name="connsiteX749" fmla="*/ 70185 w 1548637"/>
                <a:gd name="connsiteY749" fmla="*/ 800787 h 1191260"/>
                <a:gd name="connsiteX750" fmla="*/ 86102 w 1548637"/>
                <a:gd name="connsiteY750" fmla="*/ 788444 h 1191260"/>
                <a:gd name="connsiteX751" fmla="*/ 109761 w 1548637"/>
                <a:gd name="connsiteY751" fmla="*/ 789470 h 1191260"/>
                <a:gd name="connsiteX752" fmla="*/ 147286 w 1548637"/>
                <a:gd name="connsiteY752" fmla="*/ 832124 h 1191260"/>
                <a:gd name="connsiteX753" fmla="*/ 178126 w 1548637"/>
                <a:gd name="connsiteY753" fmla="*/ 868523 h 1191260"/>
                <a:gd name="connsiteX754" fmla="*/ 194672 w 1548637"/>
                <a:gd name="connsiteY754" fmla="*/ 887021 h 1191260"/>
                <a:gd name="connsiteX755" fmla="*/ 198246 w 1548637"/>
                <a:gd name="connsiteY755" fmla="*/ 902938 h 1191260"/>
                <a:gd name="connsiteX756" fmla="*/ 186399 w 1548637"/>
                <a:gd name="connsiteY756" fmla="*/ 911343 h 1191260"/>
                <a:gd name="connsiteX757" fmla="*/ 193778 w 1548637"/>
                <a:gd name="connsiteY757" fmla="*/ 920178 h 1191260"/>
                <a:gd name="connsiteX758" fmla="*/ 189146 w 1548637"/>
                <a:gd name="connsiteY758" fmla="*/ 927491 h 1191260"/>
                <a:gd name="connsiteX759" fmla="*/ 192223 w 1548637"/>
                <a:gd name="connsiteY759" fmla="*/ 940727 h 1191260"/>
                <a:gd name="connsiteX760" fmla="*/ 207246 w 1548637"/>
                <a:gd name="connsiteY760" fmla="*/ 939966 h 1191260"/>
                <a:gd name="connsiteX761" fmla="*/ 211118 w 1548637"/>
                <a:gd name="connsiteY761" fmla="*/ 949893 h 1191260"/>
                <a:gd name="connsiteX762" fmla="*/ 212056 w 1548637"/>
                <a:gd name="connsiteY762" fmla="*/ 956424 h 1191260"/>
                <a:gd name="connsiteX763" fmla="*/ 218431 w 1548637"/>
                <a:gd name="connsiteY763" fmla="*/ 955684 h 1191260"/>
                <a:gd name="connsiteX764" fmla="*/ 232693 w 1548637"/>
                <a:gd name="connsiteY764" fmla="*/ 964552 h 1191260"/>
                <a:gd name="connsiteX765" fmla="*/ 233851 w 1548637"/>
                <a:gd name="connsiteY765" fmla="*/ 972262 h 1191260"/>
                <a:gd name="connsiteX766" fmla="*/ 233090 w 1548637"/>
                <a:gd name="connsiteY766" fmla="*/ 982653 h 1191260"/>
                <a:gd name="connsiteX767" fmla="*/ 236928 w 1548637"/>
                <a:gd name="connsiteY767" fmla="*/ 991918 h 1191260"/>
                <a:gd name="connsiteX768" fmla="*/ 255426 w 1548637"/>
                <a:gd name="connsiteY768" fmla="*/ 998867 h 1191260"/>
                <a:gd name="connsiteX769" fmla="*/ 267372 w 1548637"/>
                <a:gd name="connsiteY769" fmla="*/ 1006180 h 1191260"/>
                <a:gd name="connsiteX770" fmla="*/ 282428 w 1548637"/>
                <a:gd name="connsiteY770" fmla="*/ 1010813 h 1191260"/>
                <a:gd name="connsiteX771" fmla="*/ 289046 w 1548637"/>
                <a:gd name="connsiteY771" fmla="*/ 1021203 h 1191260"/>
                <a:gd name="connsiteX772" fmla="*/ 302282 w 1548637"/>
                <a:gd name="connsiteY772" fmla="*/ 1023156 h 1191260"/>
                <a:gd name="connsiteX773" fmla="*/ 312673 w 1548637"/>
                <a:gd name="connsiteY773" fmla="*/ 1028152 h 1191260"/>
                <a:gd name="connsiteX774" fmla="*/ 325909 w 1548637"/>
                <a:gd name="connsiteY774" fmla="*/ 1044433 h 1191260"/>
                <a:gd name="connsiteX775" fmla="*/ 805159 w 1548637"/>
                <a:gd name="connsiteY775" fmla="*/ 1042447 h 1191260"/>
                <a:gd name="connsiteX776" fmla="*/ 811149 w 1548637"/>
                <a:gd name="connsiteY776" fmla="*/ 1034638 h 1191260"/>
                <a:gd name="connsiteX777" fmla="*/ 818329 w 1548637"/>
                <a:gd name="connsiteY777" fmla="*/ 1047874 h 1191260"/>
                <a:gd name="connsiteX778" fmla="*/ 833253 w 1548637"/>
                <a:gd name="connsiteY778" fmla="*/ 1053003 h 1191260"/>
                <a:gd name="connsiteX779" fmla="*/ 849170 w 1548637"/>
                <a:gd name="connsiteY779" fmla="*/ 1053566 h 1191260"/>
                <a:gd name="connsiteX780" fmla="*/ 863564 w 1548637"/>
                <a:gd name="connsiteY780" fmla="*/ 1059191 h 1191260"/>
                <a:gd name="connsiteX781" fmla="*/ 878455 w 1548637"/>
                <a:gd name="connsiteY781" fmla="*/ 1061772 h 1191260"/>
                <a:gd name="connsiteX782" fmla="*/ 903339 w 1548637"/>
                <a:gd name="connsiteY782" fmla="*/ 1065247 h 1191260"/>
                <a:gd name="connsiteX783" fmla="*/ 926006 w 1548637"/>
                <a:gd name="connsiteY783" fmla="*/ 1044036 h 1191260"/>
                <a:gd name="connsiteX784" fmla="*/ 963001 w 1548637"/>
                <a:gd name="connsiteY784" fmla="*/ 1059456 h 1191260"/>
                <a:gd name="connsiteX785" fmla="*/ 981532 w 1548637"/>
                <a:gd name="connsiteY785" fmla="*/ 1072692 h 1191260"/>
                <a:gd name="connsiteX786" fmla="*/ 991459 w 1548637"/>
                <a:gd name="connsiteY786" fmla="*/ 1096981 h 1191260"/>
                <a:gd name="connsiteX787" fmla="*/ 1001386 w 1548637"/>
                <a:gd name="connsiteY787" fmla="*/ 1103863 h 1191260"/>
                <a:gd name="connsiteX788" fmla="*/ 1027859 w 1548637"/>
                <a:gd name="connsiteY788" fmla="*/ 1107371 h 1191260"/>
                <a:gd name="connsiteX789" fmla="*/ 1060221 w 1548637"/>
                <a:gd name="connsiteY789" fmla="*/ 1115842 h 1191260"/>
                <a:gd name="connsiteX790" fmla="*/ 1066376 w 1548637"/>
                <a:gd name="connsiteY790" fmla="*/ 1139767 h 1191260"/>
                <a:gd name="connsiteX791" fmla="*/ 1044040 w 1548637"/>
                <a:gd name="connsiteY791" fmla="*/ 1134373 h 1191260"/>
                <a:gd name="connsiteX792" fmla="*/ 1038646 w 1548637"/>
                <a:gd name="connsiteY792" fmla="*/ 1149760 h 1191260"/>
                <a:gd name="connsiteX793" fmla="*/ 1026303 w 1548637"/>
                <a:gd name="connsiteY793" fmla="*/ 1176762 h 1191260"/>
                <a:gd name="connsiteX794" fmla="*/ 1025840 w 1548637"/>
                <a:gd name="connsiteY794" fmla="*/ 1176563 h 1191260"/>
                <a:gd name="connsiteX795" fmla="*/ 1028686 w 1548637"/>
                <a:gd name="connsiteY795" fmla="*/ 1190197 h 1191260"/>
                <a:gd name="connsiteX796" fmla="*/ 1050195 w 1548637"/>
                <a:gd name="connsiteY796" fmla="*/ 1179078 h 1191260"/>
                <a:gd name="connsiteX797" fmla="*/ 1072564 w 1548637"/>
                <a:gd name="connsiteY797" fmla="*/ 1181395 h 1191260"/>
                <a:gd name="connsiteX798" fmla="*/ 1083352 w 1548637"/>
                <a:gd name="connsiteY798" fmla="*/ 1177523 h 1191260"/>
                <a:gd name="connsiteX799" fmla="*/ 1083087 w 1548637"/>
                <a:gd name="connsiteY799" fmla="*/ 1179277 h 1191260"/>
                <a:gd name="connsiteX800" fmla="*/ 1088249 w 1548637"/>
                <a:gd name="connsiteY800" fmla="*/ 1174942 h 1191260"/>
                <a:gd name="connsiteX801" fmla="*/ 1087256 w 1548637"/>
                <a:gd name="connsiteY801" fmla="*/ 1168059 h 1191260"/>
                <a:gd name="connsiteX802" fmla="*/ 1074881 w 1548637"/>
                <a:gd name="connsiteY802" fmla="*/ 1164419 h 1191260"/>
                <a:gd name="connsiteX803" fmla="*/ 1110320 w 1548637"/>
                <a:gd name="connsiteY803" fmla="*/ 1150554 h 1191260"/>
                <a:gd name="connsiteX804" fmla="*/ 1134344 w 1548637"/>
                <a:gd name="connsiteY804" fmla="*/ 1148833 h 1191260"/>
                <a:gd name="connsiteX805" fmla="*/ 1157508 w 1548637"/>
                <a:gd name="connsiteY805" fmla="*/ 1131262 h 1191260"/>
                <a:gd name="connsiteX806" fmla="*/ 1217071 w 1548637"/>
                <a:gd name="connsiteY806" fmla="*/ 1130766 h 1191260"/>
                <a:gd name="connsiteX807" fmla="*/ 1238679 w 1548637"/>
                <a:gd name="connsiteY807" fmla="*/ 1108165 h 1191260"/>
                <a:gd name="connsiteX808" fmla="*/ 1260750 w 1548637"/>
                <a:gd name="connsiteY808" fmla="*/ 1077325 h 1191260"/>
                <a:gd name="connsiteX809" fmla="*/ 1283913 w 1548637"/>
                <a:gd name="connsiteY809" fmla="*/ 1083943 h 1191260"/>
                <a:gd name="connsiteX810" fmla="*/ 1298573 w 1548637"/>
                <a:gd name="connsiteY810" fmla="*/ 1132255 h 1191260"/>
                <a:gd name="connsiteX811" fmla="*/ 1316806 w 1548637"/>
                <a:gd name="connsiteY811" fmla="*/ 1124644 h 1191260"/>
                <a:gd name="connsiteX812" fmla="*/ 1337255 w 1548637"/>
                <a:gd name="connsiteY812" fmla="*/ 1110018 h 1191260"/>
                <a:gd name="connsiteX813" fmla="*/ 1338414 w 1548637"/>
                <a:gd name="connsiteY813" fmla="*/ 1117331 h 1191260"/>
                <a:gd name="connsiteX814" fmla="*/ 1354198 w 1548637"/>
                <a:gd name="connsiteY814" fmla="*/ 1123486 h 1191260"/>
                <a:gd name="connsiteX815" fmla="*/ 1340962 w 1548637"/>
                <a:gd name="connsiteY815" fmla="*/ 1126961 h 1191260"/>
                <a:gd name="connsiteX816" fmla="*/ 1318625 w 1548637"/>
                <a:gd name="connsiteY816" fmla="*/ 1138542 h 1191260"/>
                <a:gd name="connsiteX817" fmla="*/ 1316673 w 1548637"/>
                <a:gd name="connsiteY817" fmla="*/ 1157801 h 1191260"/>
                <a:gd name="connsiteX818" fmla="*/ 1339440 w 1548637"/>
                <a:gd name="connsiteY818" fmla="*/ 1153565 h 1191260"/>
                <a:gd name="connsiteX819" fmla="*/ 1355985 w 1548637"/>
                <a:gd name="connsiteY819" fmla="*/ 1139303 h 1191260"/>
                <a:gd name="connsiteX820" fmla="*/ 1396057 w 1548637"/>
                <a:gd name="connsiteY820" fmla="*/ 1128516 h 1191260"/>
                <a:gd name="connsiteX821" fmla="*/ 1399532 w 1548637"/>
                <a:gd name="connsiteY821" fmla="*/ 1119648 h 1191260"/>
                <a:gd name="connsiteX822" fmla="*/ 1422695 w 1548637"/>
                <a:gd name="connsiteY822" fmla="*/ 1111143 h 1191260"/>
                <a:gd name="connsiteX823" fmla="*/ 1416474 w 1548637"/>
                <a:gd name="connsiteY823" fmla="*/ 1104294 h 1191260"/>
                <a:gd name="connsiteX824" fmla="*/ 413169 w 1548637"/>
                <a:gd name="connsiteY824" fmla="*/ 604494 h 1191260"/>
                <a:gd name="connsiteX825" fmla="*/ 389244 w 1548637"/>
                <a:gd name="connsiteY825" fmla="*/ 617035 h 1191260"/>
                <a:gd name="connsiteX826" fmla="*/ 377596 w 1548637"/>
                <a:gd name="connsiteY826" fmla="*/ 624117 h 1191260"/>
                <a:gd name="connsiteX827" fmla="*/ 372401 w 1548637"/>
                <a:gd name="connsiteY827" fmla="*/ 633283 h 1191260"/>
                <a:gd name="connsiteX828" fmla="*/ 350330 w 1548637"/>
                <a:gd name="connsiteY828" fmla="*/ 643210 h 1191260"/>
                <a:gd name="connsiteX829" fmla="*/ 362904 w 1548637"/>
                <a:gd name="connsiteY829" fmla="*/ 621734 h 1191260"/>
                <a:gd name="connsiteX830" fmla="*/ 342355 w 1548637"/>
                <a:gd name="connsiteY830" fmla="*/ 634308 h 1191260"/>
                <a:gd name="connsiteX831" fmla="*/ 326736 w 1548637"/>
                <a:gd name="connsiteY831" fmla="*/ 639504 h 1191260"/>
                <a:gd name="connsiteX832" fmla="*/ 319059 w 1548637"/>
                <a:gd name="connsiteY832" fmla="*/ 633084 h 1191260"/>
                <a:gd name="connsiteX833" fmla="*/ 328986 w 1548637"/>
                <a:gd name="connsiteY833" fmla="*/ 622991 h 1191260"/>
                <a:gd name="connsiteX834" fmla="*/ 329880 w 1548637"/>
                <a:gd name="connsiteY834" fmla="*/ 611939 h 1191260"/>
                <a:gd name="connsiteX835" fmla="*/ 348907 w 1548637"/>
                <a:gd name="connsiteY835" fmla="*/ 609193 h 1191260"/>
                <a:gd name="connsiteX836" fmla="*/ 327133 w 1548637"/>
                <a:gd name="connsiteY836" fmla="*/ 601516 h 1191260"/>
                <a:gd name="connsiteX837" fmla="*/ 293414 w 1548637"/>
                <a:gd name="connsiteY837" fmla="*/ 607042 h 1191260"/>
                <a:gd name="connsiteX838" fmla="*/ 339410 w 1548637"/>
                <a:gd name="connsiteY838" fmla="*/ 593574 h 1191260"/>
                <a:gd name="connsiteX839" fmla="*/ 382428 w 1548637"/>
                <a:gd name="connsiteY839" fmla="*/ 585268 h 1191260"/>
                <a:gd name="connsiteX840" fmla="*/ 374453 w 1548637"/>
                <a:gd name="connsiteY840" fmla="*/ 600920 h 1191260"/>
                <a:gd name="connsiteX841" fmla="*/ 403870 w 1548637"/>
                <a:gd name="connsiteY841" fmla="*/ 596916 h 1191260"/>
                <a:gd name="connsiteX842" fmla="*/ 413169 w 1548637"/>
                <a:gd name="connsiteY842" fmla="*/ 604725 h 1191260"/>
                <a:gd name="connsiteX843" fmla="*/ 510653 w 1548637"/>
                <a:gd name="connsiteY843" fmla="*/ 728517 h 1191260"/>
                <a:gd name="connsiteX844" fmla="*/ 489211 w 1548637"/>
                <a:gd name="connsiteY844" fmla="*/ 738014 h 1191260"/>
                <a:gd name="connsiteX845" fmla="*/ 474485 w 1548637"/>
                <a:gd name="connsiteY845" fmla="*/ 751250 h 1191260"/>
                <a:gd name="connsiteX846" fmla="*/ 427298 w 1548637"/>
                <a:gd name="connsiteY846" fmla="*/ 746353 h 1191260"/>
                <a:gd name="connsiteX847" fmla="*/ 445068 w 1548637"/>
                <a:gd name="connsiteY847" fmla="*/ 740562 h 1191260"/>
                <a:gd name="connsiteX848" fmla="*/ 458867 w 1548637"/>
                <a:gd name="connsiteY848" fmla="*/ 727061 h 1191260"/>
                <a:gd name="connsiteX849" fmla="*/ 453341 w 1548637"/>
                <a:gd name="connsiteY849" fmla="*/ 710814 h 1191260"/>
                <a:gd name="connsiteX850" fmla="*/ 478456 w 1548637"/>
                <a:gd name="connsiteY850" fmla="*/ 710516 h 1191260"/>
                <a:gd name="connsiteX851" fmla="*/ 505127 w 1548637"/>
                <a:gd name="connsiteY851" fmla="*/ 720443 h 1191260"/>
                <a:gd name="connsiteX852" fmla="*/ 552348 w 1548637"/>
                <a:gd name="connsiteY852" fmla="*/ 702971 h 1191260"/>
                <a:gd name="connsiteX853" fmla="*/ 510653 w 1548637"/>
                <a:gd name="connsiteY853" fmla="*/ 728517 h 1191260"/>
                <a:gd name="connsiteX854" fmla="*/ 778919 w 1548637"/>
                <a:gd name="connsiteY854" fmla="*/ 1008695 h 1191260"/>
                <a:gd name="connsiteX855" fmla="*/ 764259 w 1548637"/>
                <a:gd name="connsiteY855" fmla="*/ 977855 h 1191260"/>
                <a:gd name="connsiteX856" fmla="*/ 738085 w 1548637"/>
                <a:gd name="connsiteY856" fmla="*/ 939337 h 1191260"/>
                <a:gd name="connsiteX857" fmla="*/ 759660 w 1548637"/>
                <a:gd name="connsiteY857" fmla="*/ 932388 h 1191260"/>
                <a:gd name="connsiteX858" fmla="*/ 780474 w 1548637"/>
                <a:gd name="connsiteY858" fmla="*/ 981726 h 1191260"/>
                <a:gd name="connsiteX859" fmla="*/ 778885 w 1548637"/>
                <a:gd name="connsiteY859" fmla="*/ 1008695 h 119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</a:cxnLst>
              <a:rect l="l" t="t" r="r" b="b"/>
              <a:pathLst>
                <a:path w="1548637" h="1191260">
                  <a:moveTo>
                    <a:pt x="308603" y="1042878"/>
                  </a:moveTo>
                  <a:cubicBezTo>
                    <a:pt x="303606" y="1037484"/>
                    <a:pt x="290502" y="1038642"/>
                    <a:pt x="288583" y="1033612"/>
                  </a:cubicBezTo>
                  <a:cubicBezTo>
                    <a:pt x="286663" y="1028582"/>
                    <a:pt x="274685" y="1010449"/>
                    <a:pt x="268133" y="1010879"/>
                  </a:cubicBezTo>
                  <a:cubicBezTo>
                    <a:pt x="261581" y="1011309"/>
                    <a:pt x="253110" y="1011640"/>
                    <a:pt x="245400" y="1005882"/>
                  </a:cubicBezTo>
                  <a:cubicBezTo>
                    <a:pt x="237689" y="1000124"/>
                    <a:pt x="232693" y="999860"/>
                    <a:pt x="227266" y="1003169"/>
                  </a:cubicBezTo>
                  <a:cubicBezTo>
                    <a:pt x="221839" y="1006478"/>
                    <a:pt x="233057" y="1007404"/>
                    <a:pt x="232660" y="1011276"/>
                  </a:cubicBezTo>
                  <a:cubicBezTo>
                    <a:pt x="232263" y="1015148"/>
                    <a:pt x="235969" y="1017431"/>
                    <a:pt x="240767" y="1016670"/>
                  </a:cubicBezTo>
                  <a:cubicBezTo>
                    <a:pt x="245565" y="1015909"/>
                    <a:pt x="248080" y="1025538"/>
                    <a:pt x="252713" y="1025935"/>
                  </a:cubicBezTo>
                  <a:cubicBezTo>
                    <a:pt x="257345" y="1026332"/>
                    <a:pt x="258867" y="1033612"/>
                    <a:pt x="264294" y="1033612"/>
                  </a:cubicBezTo>
                  <a:cubicBezTo>
                    <a:pt x="269721" y="1033612"/>
                    <a:pt x="270912" y="1039800"/>
                    <a:pt x="273527" y="1043275"/>
                  </a:cubicBezTo>
                  <a:cubicBezTo>
                    <a:pt x="276141" y="1046749"/>
                    <a:pt x="282395" y="1043639"/>
                    <a:pt x="282395" y="1047113"/>
                  </a:cubicBezTo>
                  <a:cubicBezTo>
                    <a:pt x="282395" y="1050588"/>
                    <a:pt x="288550" y="1053036"/>
                    <a:pt x="290105" y="1057040"/>
                  </a:cubicBezTo>
                  <a:cubicBezTo>
                    <a:pt x="300661" y="1058298"/>
                    <a:pt x="309728" y="1059290"/>
                    <a:pt x="317570" y="1057040"/>
                  </a:cubicBezTo>
                  <a:cubicBezTo>
                    <a:pt x="317648" y="1054532"/>
                    <a:pt x="318269" y="1052071"/>
                    <a:pt x="319390" y="1049827"/>
                  </a:cubicBezTo>
                  <a:cubicBezTo>
                    <a:pt x="322037" y="1044929"/>
                    <a:pt x="313632" y="1048404"/>
                    <a:pt x="308603" y="1042878"/>
                  </a:cubicBezTo>
                  <a:close/>
                  <a:moveTo>
                    <a:pt x="295565" y="430702"/>
                  </a:moveTo>
                  <a:cubicBezTo>
                    <a:pt x="309463" y="433813"/>
                    <a:pt x="310952" y="458465"/>
                    <a:pt x="320250" y="458465"/>
                  </a:cubicBezTo>
                  <a:cubicBezTo>
                    <a:pt x="326405" y="458465"/>
                    <a:pt x="321773" y="450755"/>
                    <a:pt x="331799" y="450755"/>
                  </a:cubicBezTo>
                  <a:cubicBezTo>
                    <a:pt x="341825" y="450755"/>
                    <a:pt x="339509" y="445361"/>
                    <a:pt x="348774" y="446122"/>
                  </a:cubicBezTo>
                  <a:cubicBezTo>
                    <a:pt x="358040" y="446884"/>
                    <a:pt x="365717" y="443806"/>
                    <a:pt x="365717" y="432886"/>
                  </a:cubicBezTo>
                  <a:cubicBezTo>
                    <a:pt x="365717" y="421966"/>
                    <a:pt x="372666" y="418260"/>
                    <a:pt x="381931" y="415944"/>
                  </a:cubicBezTo>
                  <a:cubicBezTo>
                    <a:pt x="391197" y="413627"/>
                    <a:pt x="382692" y="402079"/>
                    <a:pt x="395796" y="398968"/>
                  </a:cubicBezTo>
                  <a:cubicBezTo>
                    <a:pt x="408900" y="395858"/>
                    <a:pt x="445134" y="380471"/>
                    <a:pt x="451289" y="375805"/>
                  </a:cubicBezTo>
                  <a:cubicBezTo>
                    <a:pt x="457444" y="371139"/>
                    <a:pt x="443579" y="364984"/>
                    <a:pt x="429714" y="356513"/>
                  </a:cubicBezTo>
                  <a:cubicBezTo>
                    <a:pt x="415849" y="348042"/>
                    <a:pt x="405061" y="345726"/>
                    <a:pt x="394241" y="352675"/>
                  </a:cubicBezTo>
                  <a:cubicBezTo>
                    <a:pt x="383420" y="359624"/>
                    <a:pt x="391925" y="344965"/>
                    <a:pt x="383453" y="348803"/>
                  </a:cubicBezTo>
                  <a:cubicBezTo>
                    <a:pt x="374982" y="352642"/>
                    <a:pt x="351852" y="342648"/>
                    <a:pt x="348774" y="338876"/>
                  </a:cubicBezTo>
                  <a:cubicBezTo>
                    <a:pt x="345697" y="335104"/>
                    <a:pt x="304036" y="347380"/>
                    <a:pt x="294043" y="347380"/>
                  </a:cubicBezTo>
                  <a:cubicBezTo>
                    <a:pt x="284049" y="347380"/>
                    <a:pt x="294804" y="358168"/>
                    <a:pt x="301753" y="363562"/>
                  </a:cubicBezTo>
                  <a:cubicBezTo>
                    <a:pt x="308702" y="368955"/>
                    <a:pt x="284777" y="385898"/>
                    <a:pt x="289410" y="389769"/>
                  </a:cubicBezTo>
                  <a:cubicBezTo>
                    <a:pt x="294043" y="393641"/>
                    <a:pt x="284777" y="403634"/>
                    <a:pt x="273990" y="415977"/>
                  </a:cubicBezTo>
                  <a:cubicBezTo>
                    <a:pt x="263202" y="428320"/>
                    <a:pt x="281634" y="427393"/>
                    <a:pt x="295565" y="430702"/>
                  </a:cubicBezTo>
                  <a:close/>
                  <a:moveTo>
                    <a:pt x="681037" y="493938"/>
                  </a:moveTo>
                  <a:cubicBezTo>
                    <a:pt x="685669" y="488545"/>
                    <a:pt x="704961" y="504726"/>
                    <a:pt x="705722" y="493177"/>
                  </a:cubicBezTo>
                  <a:cubicBezTo>
                    <a:pt x="706483" y="481629"/>
                    <a:pt x="684147" y="476202"/>
                    <a:pt x="674882" y="470014"/>
                  </a:cubicBezTo>
                  <a:cubicBezTo>
                    <a:pt x="665616" y="463826"/>
                    <a:pt x="661646" y="466903"/>
                    <a:pt x="647119" y="456116"/>
                  </a:cubicBezTo>
                  <a:cubicBezTo>
                    <a:pt x="632592" y="445328"/>
                    <a:pt x="650990" y="439934"/>
                    <a:pt x="640170" y="431463"/>
                  </a:cubicBezTo>
                  <a:cubicBezTo>
                    <a:pt x="629349" y="422992"/>
                    <a:pt x="625544" y="399862"/>
                    <a:pt x="633254" y="392152"/>
                  </a:cubicBezTo>
                  <a:cubicBezTo>
                    <a:pt x="640964" y="384442"/>
                    <a:pt x="649435" y="372860"/>
                    <a:pt x="635570" y="367466"/>
                  </a:cubicBezTo>
                  <a:cubicBezTo>
                    <a:pt x="621705" y="362072"/>
                    <a:pt x="599171" y="372099"/>
                    <a:pt x="601652" y="375176"/>
                  </a:cubicBezTo>
                  <a:cubicBezTo>
                    <a:pt x="604134" y="378254"/>
                    <a:pt x="623227" y="389041"/>
                    <a:pt x="623227" y="393674"/>
                  </a:cubicBezTo>
                  <a:cubicBezTo>
                    <a:pt x="623227" y="398307"/>
                    <a:pt x="605491" y="380438"/>
                    <a:pt x="599336" y="384442"/>
                  </a:cubicBezTo>
                  <a:cubicBezTo>
                    <a:pt x="593181" y="388446"/>
                    <a:pt x="586100" y="376732"/>
                    <a:pt x="580838" y="384442"/>
                  </a:cubicBezTo>
                  <a:cubicBezTo>
                    <a:pt x="575577" y="392152"/>
                    <a:pt x="587754" y="419121"/>
                    <a:pt x="592387" y="426831"/>
                  </a:cubicBezTo>
                  <a:cubicBezTo>
                    <a:pt x="597020" y="434541"/>
                    <a:pt x="587754" y="434541"/>
                    <a:pt x="581600" y="436063"/>
                  </a:cubicBezTo>
                  <a:cubicBezTo>
                    <a:pt x="575445" y="437585"/>
                    <a:pt x="574651" y="414488"/>
                    <a:pt x="568363" y="406017"/>
                  </a:cubicBezTo>
                  <a:cubicBezTo>
                    <a:pt x="562076" y="397545"/>
                    <a:pt x="537523" y="387519"/>
                    <a:pt x="535968" y="393674"/>
                  </a:cubicBezTo>
                  <a:cubicBezTo>
                    <a:pt x="534412" y="399829"/>
                    <a:pt x="551388" y="399862"/>
                    <a:pt x="549204" y="408333"/>
                  </a:cubicBezTo>
                  <a:cubicBezTo>
                    <a:pt x="547020" y="416804"/>
                    <a:pt x="537655" y="402939"/>
                    <a:pt x="529151" y="409888"/>
                  </a:cubicBezTo>
                  <a:cubicBezTo>
                    <a:pt x="520647" y="416837"/>
                    <a:pt x="522235" y="412171"/>
                    <a:pt x="523757" y="405256"/>
                  </a:cubicBezTo>
                  <a:cubicBezTo>
                    <a:pt x="525280" y="398340"/>
                    <a:pt x="511448" y="390596"/>
                    <a:pt x="496027" y="392019"/>
                  </a:cubicBezTo>
                  <a:cubicBezTo>
                    <a:pt x="480607" y="393442"/>
                    <a:pt x="489078" y="404362"/>
                    <a:pt x="484446" y="408201"/>
                  </a:cubicBezTo>
                  <a:cubicBezTo>
                    <a:pt x="479813" y="412039"/>
                    <a:pt x="456716" y="405884"/>
                    <a:pt x="471209" y="402807"/>
                  </a:cubicBezTo>
                  <a:cubicBezTo>
                    <a:pt x="485703" y="399729"/>
                    <a:pt x="479681" y="391225"/>
                    <a:pt x="474287" y="382754"/>
                  </a:cubicBezTo>
                  <a:cubicBezTo>
                    <a:pt x="468893" y="374283"/>
                    <a:pt x="454433" y="384309"/>
                    <a:pt x="430343" y="392681"/>
                  </a:cubicBezTo>
                  <a:cubicBezTo>
                    <a:pt x="406253" y="401053"/>
                    <a:pt x="395664" y="410418"/>
                    <a:pt x="398741" y="411179"/>
                  </a:cubicBezTo>
                  <a:cubicBezTo>
                    <a:pt x="401819" y="411940"/>
                    <a:pt x="402613" y="415811"/>
                    <a:pt x="393347" y="423522"/>
                  </a:cubicBezTo>
                  <a:cubicBezTo>
                    <a:pt x="384082" y="431232"/>
                    <a:pt x="393347" y="438148"/>
                    <a:pt x="401819" y="438148"/>
                  </a:cubicBezTo>
                  <a:cubicBezTo>
                    <a:pt x="410290" y="438148"/>
                    <a:pt x="402844" y="444964"/>
                    <a:pt x="408768" y="446652"/>
                  </a:cubicBezTo>
                  <a:cubicBezTo>
                    <a:pt x="414161" y="448174"/>
                    <a:pt x="441858" y="435831"/>
                    <a:pt x="449634" y="441258"/>
                  </a:cubicBezTo>
                  <a:cubicBezTo>
                    <a:pt x="457411" y="446685"/>
                    <a:pt x="404135" y="449729"/>
                    <a:pt x="404135" y="458962"/>
                  </a:cubicBezTo>
                  <a:cubicBezTo>
                    <a:pt x="404135" y="468194"/>
                    <a:pt x="433453" y="473621"/>
                    <a:pt x="455028" y="469782"/>
                  </a:cubicBezTo>
                  <a:cubicBezTo>
                    <a:pt x="476603" y="465944"/>
                    <a:pt x="514393" y="472860"/>
                    <a:pt x="514393" y="478253"/>
                  </a:cubicBezTo>
                  <a:cubicBezTo>
                    <a:pt x="514393" y="483647"/>
                    <a:pt x="488946" y="482092"/>
                    <a:pt x="469687" y="481331"/>
                  </a:cubicBezTo>
                  <a:cubicBezTo>
                    <a:pt x="450429" y="480570"/>
                    <a:pt x="417239" y="486725"/>
                    <a:pt x="418794" y="492912"/>
                  </a:cubicBezTo>
                  <a:cubicBezTo>
                    <a:pt x="420515" y="499795"/>
                    <a:pt x="422633" y="499828"/>
                    <a:pt x="442685" y="509061"/>
                  </a:cubicBezTo>
                  <a:cubicBezTo>
                    <a:pt x="462738" y="518293"/>
                    <a:pt x="483552" y="504461"/>
                    <a:pt x="482791" y="517565"/>
                  </a:cubicBezTo>
                  <a:cubicBezTo>
                    <a:pt x="482030" y="530669"/>
                    <a:pt x="493579" y="533746"/>
                    <a:pt x="520547" y="534507"/>
                  </a:cubicBezTo>
                  <a:cubicBezTo>
                    <a:pt x="547516" y="535268"/>
                    <a:pt x="559859" y="522198"/>
                    <a:pt x="572996" y="522959"/>
                  </a:cubicBezTo>
                  <a:cubicBezTo>
                    <a:pt x="586133" y="523720"/>
                    <a:pt x="592255" y="521403"/>
                    <a:pt x="598410" y="512171"/>
                  </a:cubicBezTo>
                  <a:cubicBezTo>
                    <a:pt x="604564" y="502939"/>
                    <a:pt x="609991" y="508300"/>
                    <a:pt x="611646" y="512932"/>
                  </a:cubicBezTo>
                  <a:cubicBezTo>
                    <a:pt x="613300" y="517565"/>
                    <a:pt x="630177" y="516771"/>
                    <a:pt x="634015" y="520642"/>
                  </a:cubicBezTo>
                  <a:cubicBezTo>
                    <a:pt x="643942" y="530570"/>
                    <a:pt x="676437" y="527591"/>
                    <a:pt x="688747" y="521403"/>
                  </a:cubicBezTo>
                  <a:cubicBezTo>
                    <a:pt x="701057" y="515215"/>
                    <a:pt x="683353" y="498240"/>
                    <a:pt x="677198" y="505983"/>
                  </a:cubicBezTo>
                  <a:cubicBezTo>
                    <a:pt x="671043" y="513726"/>
                    <a:pt x="665616" y="509061"/>
                    <a:pt x="663962" y="505222"/>
                  </a:cubicBezTo>
                  <a:cubicBezTo>
                    <a:pt x="662307" y="501384"/>
                    <a:pt x="676371" y="499167"/>
                    <a:pt x="680971" y="493773"/>
                  </a:cubicBezTo>
                  <a:close/>
                  <a:moveTo>
                    <a:pt x="388086" y="304296"/>
                  </a:moveTo>
                  <a:cubicBezTo>
                    <a:pt x="401951" y="305852"/>
                    <a:pt x="415849" y="293509"/>
                    <a:pt x="415055" y="286560"/>
                  </a:cubicBezTo>
                  <a:cubicBezTo>
                    <a:pt x="414261" y="279611"/>
                    <a:pt x="381137" y="303370"/>
                    <a:pt x="388020" y="304131"/>
                  </a:cubicBezTo>
                  <a:close/>
                  <a:moveTo>
                    <a:pt x="324089" y="282721"/>
                  </a:moveTo>
                  <a:cubicBezTo>
                    <a:pt x="329483" y="285038"/>
                    <a:pt x="324089" y="295957"/>
                    <a:pt x="330277" y="292648"/>
                  </a:cubicBezTo>
                  <a:cubicBezTo>
                    <a:pt x="336465" y="289339"/>
                    <a:pt x="337987" y="288777"/>
                    <a:pt x="342586" y="290332"/>
                  </a:cubicBezTo>
                  <a:cubicBezTo>
                    <a:pt x="350925" y="293112"/>
                    <a:pt x="352514" y="285699"/>
                    <a:pt x="356485" y="281861"/>
                  </a:cubicBezTo>
                  <a:cubicBezTo>
                    <a:pt x="360455" y="278022"/>
                    <a:pt x="358801" y="295726"/>
                    <a:pt x="368794" y="295726"/>
                  </a:cubicBezTo>
                  <a:cubicBezTo>
                    <a:pt x="377299" y="295726"/>
                    <a:pt x="375743" y="277228"/>
                    <a:pt x="383453" y="282490"/>
                  </a:cubicBezTo>
                  <a:cubicBezTo>
                    <a:pt x="391164" y="287751"/>
                    <a:pt x="393381" y="280173"/>
                    <a:pt x="395035" y="274780"/>
                  </a:cubicBezTo>
                  <a:cubicBezTo>
                    <a:pt x="396690" y="269386"/>
                    <a:pt x="396557" y="260120"/>
                    <a:pt x="404962" y="258598"/>
                  </a:cubicBezTo>
                  <a:cubicBezTo>
                    <a:pt x="413367" y="257076"/>
                    <a:pt x="406484" y="267069"/>
                    <a:pt x="410356" y="274018"/>
                  </a:cubicBezTo>
                  <a:cubicBezTo>
                    <a:pt x="415948" y="284111"/>
                    <a:pt x="425776" y="274780"/>
                    <a:pt x="426537" y="270147"/>
                  </a:cubicBezTo>
                  <a:cubicBezTo>
                    <a:pt x="427298" y="265514"/>
                    <a:pt x="441196" y="268625"/>
                    <a:pt x="440402" y="263198"/>
                  </a:cubicBezTo>
                  <a:cubicBezTo>
                    <a:pt x="439608" y="257771"/>
                    <a:pt x="444274" y="256282"/>
                    <a:pt x="440402" y="249962"/>
                  </a:cubicBezTo>
                  <a:cubicBezTo>
                    <a:pt x="436531" y="243641"/>
                    <a:pt x="446590" y="245362"/>
                    <a:pt x="451190" y="240729"/>
                  </a:cubicBezTo>
                  <a:cubicBezTo>
                    <a:pt x="455789" y="236097"/>
                    <a:pt x="445035" y="239968"/>
                    <a:pt x="437325" y="233019"/>
                  </a:cubicBezTo>
                  <a:cubicBezTo>
                    <a:pt x="429615" y="226070"/>
                    <a:pt x="426537" y="235336"/>
                    <a:pt x="426537" y="239968"/>
                  </a:cubicBezTo>
                  <a:cubicBezTo>
                    <a:pt x="426537" y="244601"/>
                    <a:pt x="411878" y="240729"/>
                    <a:pt x="403374" y="237652"/>
                  </a:cubicBezTo>
                  <a:cubicBezTo>
                    <a:pt x="394870" y="234574"/>
                    <a:pt x="384082" y="247579"/>
                    <a:pt x="371772" y="253833"/>
                  </a:cubicBezTo>
                  <a:cubicBezTo>
                    <a:pt x="359463" y="260087"/>
                    <a:pt x="358536" y="270776"/>
                    <a:pt x="347087" y="270014"/>
                  </a:cubicBezTo>
                  <a:cubicBezTo>
                    <a:pt x="335637" y="269253"/>
                    <a:pt x="318728" y="280239"/>
                    <a:pt x="324023" y="282556"/>
                  </a:cubicBezTo>
                  <a:close/>
                  <a:moveTo>
                    <a:pt x="444472" y="278684"/>
                  </a:moveTo>
                  <a:cubicBezTo>
                    <a:pt x="433685" y="279478"/>
                    <a:pt x="434545" y="290266"/>
                    <a:pt x="446789" y="290266"/>
                  </a:cubicBezTo>
                  <a:cubicBezTo>
                    <a:pt x="459032" y="290266"/>
                    <a:pt x="462970" y="294104"/>
                    <a:pt x="445233" y="293343"/>
                  </a:cubicBezTo>
                  <a:cubicBezTo>
                    <a:pt x="427497" y="292582"/>
                    <a:pt x="419787" y="308002"/>
                    <a:pt x="431997" y="304892"/>
                  </a:cubicBezTo>
                  <a:cubicBezTo>
                    <a:pt x="444208" y="301781"/>
                    <a:pt x="458966" y="301815"/>
                    <a:pt x="449734" y="304892"/>
                  </a:cubicBezTo>
                  <a:cubicBezTo>
                    <a:pt x="440501" y="307969"/>
                    <a:pt x="415286" y="310120"/>
                    <a:pt x="418893" y="314819"/>
                  </a:cubicBezTo>
                  <a:cubicBezTo>
                    <a:pt x="421210" y="317897"/>
                    <a:pt x="431236" y="317135"/>
                    <a:pt x="441263" y="321007"/>
                  </a:cubicBezTo>
                  <a:cubicBezTo>
                    <a:pt x="451289" y="324879"/>
                    <a:pt x="457444" y="327162"/>
                    <a:pt x="465154" y="318691"/>
                  </a:cubicBezTo>
                  <a:cubicBezTo>
                    <a:pt x="472864" y="310219"/>
                    <a:pt x="482890" y="301715"/>
                    <a:pt x="479019" y="313297"/>
                  </a:cubicBezTo>
                  <a:cubicBezTo>
                    <a:pt x="475147" y="324879"/>
                    <a:pt x="491362" y="316374"/>
                    <a:pt x="512109" y="315580"/>
                  </a:cubicBezTo>
                  <a:cubicBezTo>
                    <a:pt x="532857" y="314786"/>
                    <a:pt x="508238" y="327923"/>
                    <a:pt x="486663" y="329478"/>
                  </a:cubicBezTo>
                  <a:cubicBezTo>
                    <a:pt x="465088" y="331033"/>
                    <a:pt x="468926" y="341788"/>
                    <a:pt x="485902" y="345660"/>
                  </a:cubicBezTo>
                  <a:cubicBezTo>
                    <a:pt x="502877" y="349531"/>
                    <a:pt x="539078" y="334872"/>
                    <a:pt x="547583" y="326401"/>
                  </a:cubicBezTo>
                  <a:cubicBezTo>
                    <a:pt x="556087" y="317930"/>
                    <a:pt x="563764" y="331000"/>
                    <a:pt x="572235" y="324846"/>
                  </a:cubicBezTo>
                  <a:cubicBezTo>
                    <a:pt x="580706" y="318691"/>
                    <a:pt x="596921" y="325607"/>
                    <a:pt x="611547" y="322529"/>
                  </a:cubicBezTo>
                  <a:cubicBezTo>
                    <a:pt x="626173" y="319452"/>
                    <a:pt x="628522" y="291689"/>
                    <a:pt x="617734" y="287089"/>
                  </a:cubicBezTo>
                  <a:cubicBezTo>
                    <a:pt x="606947" y="282490"/>
                    <a:pt x="606947" y="292483"/>
                    <a:pt x="598443" y="294005"/>
                  </a:cubicBezTo>
                  <a:cubicBezTo>
                    <a:pt x="589938" y="295527"/>
                    <a:pt x="585206" y="284773"/>
                    <a:pt x="578423" y="277824"/>
                  </a:cubicBezTo>
                  <a:cubicBezTo>
                    <a:pt x="571639" y="270875"/>
                    <a:pt x="576107" y="257771"/>
                    <a:pt x="566080" y="259326"/>
                  </a:cubicBezTo>
                  <a:cubicBezTo>
                    <a:pt x="556054" y="260881"/>
                    <a:pt x="534479" y="277063"/>
                    <a:pt x="547583" y="278585"/>
                  </a:cubicBezTo>
                  <a:cubicBezTo>
                    <a:pt x="560686" y="280107"/>
                    <a:pt x="556054" y="287089"/>
                    <a:pt x="549105" y="290167"/>
                  </a:cubicBezTo>
                  <a:cubicBezTo>
                    <a:pt x="542156" y="293244"/>
                    <a:pt x="565319" y="298638"/>
                    <a:pt x="562341" y="303403"/>
                  </a:cubicBezTo>
                  <a:cubicBezTo>
                    <a:pt x="559363" y="308168"/>
                    <a:pt x="523790" y="304164"/>
                    <a:pt x="522268" y="296454"/>
                  </a:cubicBezTo>
                  <a:cubicBezTo>
                    <a:pt x="520746" y="288744"/>
                    <a:pt x="492983" y="274879"/>
                    <a:pt x="481401" y="277956"/>
                  </a:cubicBezTo>
                  <a:cubicBezTo>
                    <a:pt x="469820" y="281034"/>
                    <a:pt x="474452" y="268724"/>
                    <a:pt x="462904" y="268029"/>
                  </a:cubicBezTo>
                  <a:cubicBezTo>
                    <a:pt x="451355" y="267334"/>
                    <a:pt x="455094" y="277923"/>
                    <a:pt x="444472" y="278684"/>
                  </a:cubicBezTo>
                  <a:close/>
                  <a:moveTo>
                    <a:pt x="484545" y="223191"/>
                  </a:moveTo>
                  <a:cubicBezTo>
                    <a:pt x="488417" y="213926"/>
                    <a:pt x="459032" y="215481"/>
                    <a:pt x="461382" y="218559"/>
                  </a:cubicBezTo>
                  <a:cubicBezTo>
                    <a:pt x="466643" y="225541"/>
                    <a:pt x="480541" y="232457"/>
                    <a:pt x="484380" y="223191"/>
                  </a:cubicBezTo>
                  <a:close/>
                  <a:moveTo>
                    <a:pt x="548542" y="219320"/>
                  </a:moveTo>
                  <a:cubicBezTo>
                    <a:pt x="558469" y="217798"/>
                    <a:pt x="553936" y="210087"/>
                    <a:pt x="537755" y="212404"/>
                  </a:cubicBezTo>
                  <a:cubicBezTo>
                    <a:pt x="521573" y="214720"/>
                    <a:pt x="493810" y="214687"/>
                    <a:pt x="493810" y="226269"/>
                  </a:cubicBezTo>
                  <a:cubicBezTo>
                    <a:pt x="493810" y="235534"/>
                    <a:pt x="499204" y="240167"/>
                    <a:pt x="516974" y="241689"/>
                  </a:cubicBezTo>
                  <a:cubicBezTo>
                    <a:pt x="534743" y="243211"/>
                    <a:pt x="550064" y="226269"/>
                    <a:pt x="541626" y="226269"/>
                  </a:cubicBezTo>
                  <a:cubicBezTo>
                    <a:pt x="533188" y="226269"/>
                    <a:pt x="538350" y="220875"/>
                    <a:pt x="548377" y="219320"/>
                  </a:cubicBezTo>
                  <a:close/>
                  <a:moveTo>
                    <a:pt x="510653" y="204694"/>
                  </a:moveTo>
                  <a:cubicBezTo>
                    <a:pt x="518363" y="207771"/>
                    <a:pt x="526074" y="197745"/>
                    <a:pt x="531467" y="202377"/>
                  </a:cubicBezTo>
                  <a:cubicBezTo>
                    <a:pt x="536861" y="207010"/>
                    <a:pt x="560786" y="210849"/>
                    <a:pt x="560786" y="198539"/>
                  </a:cubicBezTo>
                  <a:cubicBezTo>
                    <a:pt x="560786" y="186229"/>
                    <a:pt x="530706" y="184641"/>
                    <a:pt x="522996" y="189274"/>
                  </a:cubicBezTo>
                  <a:cubicBezTo>
                    <a:pt x="515286" y="193906"/>
                    <a:pt x="479979" y="195428"/>
                    <a:pt x="489906" y="203138"/>
                  </a:cubicBezTo>
                  <a:cubicBezTo>
                    <a:pt x="495928" y="207870"/>
                    <a:pt x="502877" y="201616"/>
                    <a:pt x="510653" y="204694"/>
                  </a:cubicBezTo>
                  <a:close/>
                  <a:moveTo>
                    <a:pt x="639409" y="180802"/>
                  </a:moveTo>
                  <a:cubicBezTo>
                    <a:pt x="648674" y="174614"/>
                    <a:pt x="665616" y="184641"/>
                    <a:pt x="662572" y="191590"/>
                  </a:cubicBezTo>
                  <a:cubicBezTo>
                    <a:pt x="659528" y="198539"/>
                    <a:pt x="632791" y="190200"/>
                    <a:pt x="634809" y="196223"/>
                  </a:cubicBezTo>
                  <a:cubicBezTo>
                    <a:pt x="635603" y="198539"/>
                    <a:pt x="638681" y="207771"/>
                    <a:pt x="657178" y="202377"/>
                  </a:cubicBezTo>
                  <a:cubicBezTo>
                    <a:pt x="675676" y="196984"/>
                    <a:pt x="691096" y="200822"/>
                    <a:pt x="703505" y="210849"/>
                  </a:cubicBezTo>
                  <a:cubicBezTo>
                    <a:pt x="715914" y="220875"/>
                    <a:pt x="727397" y="224747"/>
                    <a:pt x="735868" y="214720"/>
                  </a:cubicBezTo>
                  <a:cubicBezTo>
                    <a:pt x="744339" y="204694"/>
                    <a:pt x="725080" y="203138"/>
                    <a:pt x="728952" y="195428"/>
                  </a:cubicBezTo>
                  <a:cubicBezTo>
                    <a:pt x="732823" y="187718"/>
                    <a:pt x="716609" y="183086"/>
                    <a:pt x="708138" y="183086"/>
                  </a:cubicBezTo>
                  <a:cubicBezTo>
                    <a:pt x="699667" y="183086"/>
                    <a:pt x="696556" y="167698"/>
                    <a:pt x="689640" y="170776"/>
                  </a:cubicBezTo>
                  <a:cubicBezTo>
                    <a:pt x="682724" y="173853"/>
                    <a:pt x="678059" y="179247"/>
                    <a:pt x="678059" y="169221"/>
                  </a:cubicBezTo>
                  <a:cubicBezTo>
                    <a:pt x="678059" y="159194"/>
                    <a:pt x="637986" y="158433"/>
                    <a:pt x="627960" y="162305"/>
                  </a:cubicBezTo>
                  <a:cubicBezTo>
                    <a:pt x="617933" y="166176"/>
                    <a:pt x="630110" y="186957"/>
                    <a:pt x="639343" y="180802"/>
                  </a:cubicBezTo>
                  <a:close/>
                  <a:moveTo>
                    <a:pt x="644803" y="245561"/>
                  </a:moveTo>
                  <a:cubicBezTo>
                    <a:pt x="650990" y="237850"/>
                    <a:pt x="620150" y="213165"/>
                    <a:pt x="618595" y="224747"/>
                  </a:cubicBezTo>
                  <a:cubicBezTo>
                    <a:pt x="617040" y="236328"/>
                    <a:pt x="638184" y="253734"/>
                    <a:pt x="644736" y="245561"/>
                  </a:cubicBezTo>
                  <a:close/>
                  <a:moveTo>
                    <a:pt x="745034" y="144568"/>
                  </a:moveTo>
                  <a:cubicBezTo>
                    <a:pt x="750428" y="135303"/>
                    <a:pt x="712506" y="128023"/>
                    <a:pt x="721870" y="136097"/>
                  </a:cubicBezTo>
                  <a:cubicBezTo>
                    <a:pt x="727231" y="140697"/>
                    <a:pt x="739574" y="153800"/>
                    <a:pt x="744968" y="144568"/>
                  </a:cubicBezTo>
                  <a:close/>
                  <a:moveTo>
                    <a:pt x="657906" y="319551"/>
                  </a:moveTo>
                  <a:cubicBezTo>
                    <a:pt x="663300" y="313396"/>
                    <a:pt x="646358" y="300259"/>
                    <a:pt x="641725" y="311080"/>
                  </a:cubicBezTo>
                  <a:cubicBezTo>
                    <a:pt x="637092" y="321900"/>
                    <a:pt x="652347" y="325838"/>
                    <a:pt x="657840" y="319551"/>
                  </a:cubicBezTo>
                  <a:close/>
                  <a:moveTo>
                    <a:pt x="745034" y="265580"/>
                  </a:moveTo>
                  <a:cubicBezTo>
                    <a:pt x="744273" y="273290"/>
                    <a:pt x="726536" y="264058"/>
                    <a:pt x="712638" y="258664"/>
                  </a:cubicBezTo>
                  <a:cubicBezTo>
                    <a:pt x="698740" y="253271"/>
                    <a:pt x="707244" y="269452"/>
                    <a:pt x="718065" y="278684"/>
                  </a:cubicBezTo>
                  <a:cubicBezTo>
                    <a:pt x="728886" y="287916"/>
                    <a:pt x="712638" y="283317"/>
                    <a:pt x="698012" y="273290"/>
                  </a:cubicBezTo>
                  <a:cubicBezTo>
                    <a:pt x="683386" y="263264"/>
                    <a:pt x="684776" y="280239"/>
                    <a:pt x="691824" y="285633"/>
                  </a:cubicBezTo>
                  <a:cubicBezTo>
                    <a:pt x="698873" y="291027"/>
                    <a:pt x="690302" y="298869"/>
                    <a:pt x="681037" y="286394"/>
                  </a:cubicBezTo>
                  <a:cubicBezTo>
                    <a:pt x="671771" y="273919"/>
                    <a:pt x="667172" y="260948"/>
                    <a:pt x="652513" y="260187"/>
                  </a:cubicBezTo>
                  <a:cubicBezTo>
                    <a:pt x="637854" y="259426"/>
                    <a:pt x="644538" y="274416"/>
                    <a:pt x="650196" y="281795"/>
                  </a:cubicBezTo>
                  <a:cubicBezTo>
                    <a:pt x="657906" y="291722"/>
                    <a:pt x="665616" y="294104"/>
                    <a:pt x="677959" y="301053"/>
                  </a:cubicBezTo>
                  <a:cubicBezTo>
                    <a:pt x="690302" y="308002"/>
                    <a:pt x="710355" y="297976"/>
                    <a:pt x="719587" y="300259"/>
                  </a:cubicBezTo>
                  <a:cubicBezTo>
                    <a:pt x="728819" y="302543"/>
                    <a:pt x="709660" y="314157"/>
                    <a:pt x="715749" y="321867"/>
                  </a:cubicBezTo>
                  <a:cubicBezTo>
                    <a:pt x="721837" y="329577"/>
                    <a:pt x="738912" y="324184"/>
                    <a:pt x="752148" y="323390"/>
                  </a:cubicBezTo>
                  <a:cubicBezTo>
                    <a:pt x="765385" y="322595"/>
                    <a:pt x="759064" y="314918"/>
                    <a:pt x="766774" y="309525"/>
                  </a:cubicBezTo>
                  <a:cubicBezTo>
                    <a:pt x="774484" y="304131"/>
                    <a:pt x="758833" y="304958"/>
                    <a:pt x="765021" y="291722"/>
                  </a:cubicBezTo>
                  <a:cubicBezTo>
                    <a:pt x="771208" y="278486"/>
                    <a:pt x="745596" y="257870"/>
                    <a:pt x="744968" y="265580"/>
                  </a:cubicBezTo>
                  <a:close/>
                  <a:moveTo>
                    <a:pt x="777429" y="220114"/>
                  </a:moveTo>
                  <a:cubicBezTo>
                    <a:pt x="787962" y="220325"/>
                    <a:pt x="798435" y="218493"/>
                    <a:pt x="808270" y="214720"/>
                  </a:cubicBezTo>
                  <a:cubicBezTo>
                    <a:pt x="818197" y="210849"/>
                    <a:pt x="802843" y="210849"/>
                    <a:pt x="809792" y="201484"/>
                  </a:cubicBezTo>
                  <a:cubicBezTo>
                    <a:pt x="816741" y="192119"/>
                    <a:pt x="792817" y="191557"/>
                    <a:pt x="791294" y="194535"/>
                  </a:cubicBezTo>
                  <a:cubicBezTo>
                    <a:pt x="789772" y="197513"/>
                    <a:pt x="759693" y="176037"/>
                    <a:pt x="754895" y="182953"/>
                  </a:cubicBezTo>
                  <a:cubicBezTo>
                    <a:pt x="750097" y="189869"/>
                    <a:pt x="765782" y="220114"/>
                    <a:pt x="777363" y="220114"/>
                  </a:cubicBezTo>
                  <a:close/>
                  <a:moveTo>
                    <a:pt x="839871" y="223952"/>
                  </a:moveTo>
                  <a:cubicBezTo>
                    <a:pt x="838316" y="219320"/>
                    <a:pt x="779878" y="226368"/>
                    <a:pt x="788978" y="233218"/>
                  </a:cubicBezTo>
                  <a:cubicBezTo>
                    <a:pt x="804332" y="244766"/>
                    <a:pt x="841327" y="228585"/>
                    <a:pt x="839805" y="223952"/>
                  </a:cubicBezTo>
                  <a:close/>
                  <a:moveTo>
                    <a:pt x="831367" y="336460"/>
                  </a:moveTo>
                  <a:cubicBezTo>
                    <a:pt x="845265" y="335699"/>
                    <a:pt x="838316" y="318757"/>
                    <a:pt x="822896" y="307175"/>
                  </a:cubicBezTo>
                  <a:cubicBezTo>
                    <a:pt x="807476" y="295593"/>
                    <a:pt x="772830" y="319386"/>
                    <a:pt x="778952" y="324151"/>
                  </a:cubicBezTo>
                  <a:cubicBezTo>
                    <a:pt x="785834" y="329577"/>
                    <a:pt x="817436" y="337288"/>
                    <a:pt x="831301" y="336493"/>
                  </a:cubicBezTo>
                  <a:close/>
                  <a:moveTo>
                    <a:pt x="732691" y="444402"/>
                  </a:moveTo>
                  <a:cubicBezTo>
                    <a:pt x="749667" y="455950"/>
                    <a:pt x="744273" y="435136"/>
                    <a:pt x="763531" y="435897"/>
                  </a:cubicBezTo>
                  <a:cubicBezTo>
                    <a:pt x="782790" y="436659"/>
                    <a:pt x="783584" y="405090"/>
                    <a:pt x="786695" y="393508"/>
                  </a:cubicBezTo>
                  <a:cubicBezTo>
                    <a:pt x="789805" y="381927"/>
                    <a:pt x="771275" y="382721"/>
                    <a:pt x="775907" y="391192"/>
                  </a:cubicBezTo>
                  <a:cubicBezTo>
                    <a:pt x="780540" y="399663"/>
                    <a:pt x="775146" y="408168"/>
                    <a:pt x="773591" y="398141"/>
                  </a:cubicBezTo>
                  <a:cubicBezTo>
                    <a:pt x="772036" y="388115"/>
                    <a:pt x="757410" y="397380"/>
                    <a:pt x="752016" y="389670"/>
                  </a:cubicBezTo>
                  <a:cubicBezTo>
                    <a:pt x="746622" y="381960"/>
                    <a:pt x="768958" y="381199"/>
                    <a:pt x="774352" y="371172"/>
                  </a:cubicBezTo>
                  <a:cubicBezTo>
                    <a:pt x="779746" y="361146"/>
                    <a:pt x="756615" y="362668"/>
                    <a:pt x="762042" y="354958"/>
                  </a:cubicBezTo>
                  <a:cubicBezTo>
                    <a:pt x="767469" y="347248"/>
                    <a:pt x="728091" y="355752"/>
                    <a:pt x="739673" y="360385"/>
                  </a:cubicBezTo>
                  <a:cubicBezTo>
                    <a:pt x="751255" y="365017"/>
                    <a:pt x="740434" y="371172"/>
                    <a:pt x="729746" y="363462"/>
                  </a:cubicBezTo>
                  <a:cubicBezTo>
                    <a:pt x="719058" y="355752"/>
                    <a:pt x="689045" y="368657"/>
                    <a:pt x="699667" y="377327"/>
                  </a:cubicBezTo>
                  <a:cubicBezTo>
                    <a:pt x="708171" y="384276"/>
                    <a:pt x="733618" y="372694"/>
                    <a:pt x="718959" y="392747"/>
                  </a:cubicBezTo>
                  <a:cubicBezTo>
                    <a:pt x="704299" y="412800"/>
                    <a:pt x="698145" y="387354"/>
                    <a:pt x="684280" y="389670"/>
                  </a:cubicBezTo>
                  <a:cubicBezTo>
                    <a:pt x="670415" y="391986"/>
                    <a:pt x="676570" y="408929"/>
                    <a:pt x="697516" y="415117"/>
                  </a:cubicBezTo>
                  <a:cubicBezTo>
                    <a:pt x="718462" y="421305"/>
                    <a:pt x="715815" y="432853"/>
                    <a:pt x="732625" y="444435"/>
                  </a:cubicBezTo>
                  <a:close/>
                  <a:moveTo>
                    <a:pt x="858435" y="321073"/>
                  </a:moveTo>
                  <a:cubicBezTo>
                    <a:pt x="863829" y="336460"/>
                    <a:pt x="869984" y="325673"/>
                    <a:pt x="878488" y="331861"/>
                  </a:cubicBezTo>
                  <a:cubicBezTo>
                    <a:pt x="886992" y="338049"/>
                    <a:pt x="900063" y="341788"/>
                    <a:pt x="907012" y="335699"/>
                  </a:cubicBezTo>
                  <a:cubicBezTo>
                    <a:pt x="913961" y="329611"/>
                    <a:pt x="916939" y="324912"/>
                    <a:pt x="919322" y="330305"/>
                  </a:cubicBezTo>
                  <a:cubicBezTo>
                    <a:pt x="923094" y="339074"/>
                    <a:pt x="940136" y="340233"/>
                    <a:pt x="977164" y="341093"/>
                  </a:cubicBezTo>
                  <a:cubicBezTo>
                    <a:pt x="1014192" y="341953"/>
                    <a:pt x="1004927" y="325673"/>
                    <a:pt x="1015715" y="331861"/>
                  </a:cubicBezTo>
                  <a:cubicBezTo>
                    <a:pt x="1026502" y="338049"/>
                    <a:pt x="1051188" y="338016"/>
                    <a:pt x="1062041" y="335699"/>
                  </a:cubicBezTo>
                  <a:cubicBezTo>
                    <a:pt x="1072895" y="333383"/>
                    <a:pt x="1078223" y="316441"/>
                    <a:pt x="1077462" y="307969"/>
                  </a:cubicBezTo>
                  <a:cubicBezTo>
                    <a:pt x="1076700" y="299498"/>
                    <a:pt x="994173" y="292549"/>
                    <a:pt x="979547" y="301020"/>
                  </a:cubicBezTo>
                  <a:cubicBezTo>
                    <a:pt x="964921" y="309492"/>
                    <a:pt x="941757" y="297149"/>
                    <a:pt x="930209" y="303337"/>
                  </a:cubicBezTo>
                  <a:cubicBezTo>
                    <a:pt x="918660" y="309525"/>
                    <a:pt x="922498" y="295627"/>
                    <a:pt x="901685" y="294832"/>
                  </a:cubicBezTo>
                  <a:cubicBezTo>
                    <a:pt x="880871" y="294038"/>
                    <a:pt x="903207" y="283284"/>
                    <a:pt x="907078" y="278651"/>
                  </a:cubicBezTo>
                  <a:cubicBezTo>
                    <a:pt x="910950" y="274018"/>
                    <a:pt x="875477" y="261709"/>
                    <a:pt x="860751" y="264786"/>
                  </a:cubicBezTo>
                  <a:cubicBezTo>
                    <a:pt x="846026" y="267864"/>
                    <a:pt x="837588" y="260154"/>
                    <a:pt x="823723" y="253999"/>
                  </a:cubicBezTo>
                  <a:cubicBezTo>
                    <a:pt x="809858" y="247844"/>
                    <a:pt x="772201" y="249300"/>
                    <a:pt x="779812" y="260154"/>
                  </a:cubicBezTo>
                  <a:cubicBezTo>
                    <a:pt x="785206" y="267864"/>
                    <a:pt x="829911" y="284045"/>
                    <a:pt x="834544" y="276335"/>
                  </a:cubicBezTo>
                  <a:cubicBezTo>
                    <a:pt x="839176" y="268625"/>
                    <a:pt x="850725" y="285600"/>
                    <a:pt x="857707" y="294071"/>
                  </a:cubicBezTo>
                  <a:cubicBezTo>
                    <a:pt x="864689" y="302543"/>
                    <a:pt x="852909" y="305686"/>
                    <a:pt x="858303" y="321106"/>
                  </a:cubicBezTo>
                  <a:close/>
                  <a:moveTo>
                    <a:pt x="897747" y="230107"/>
                  </a:moveTo>
                  <a:cubicBezTo>
                    <a:pt x="883882" y="223158"/>
                    <a:pt x="866476" y="237817"/>
                    <a:pt x="880804" y="243344"/>
                  </a:cubicBezTo>
                  <a:cubicBezTo>
                    <a:pt x="892982" y="247844"/>
                    <a:pt x="911512" y="237056"/>
                    <a:pt x="897614" y="230140"/>
                  </a:cubicBezTo>
                  <a:close/>
                  <a:moveTo>
                    <a:pt x="786596" y="143807"/>
                  </a:moveTo>
                  <a:cubicBezTo>
                    <a:pt x="797979" y="149499"/>
                    <a:pt x="791228" y="157043"/>
                    <a:pt x="803571" y="162305"/>
                  </a:cubicBezTo>
                  <a:cubicBezTo>
                    <a:pt x="815914" y="167566"/>
                    <a:pt x="851354" y="155356"/>
                    <a:pt x="854431" y="163827"/>
                  </a:cubicBezTo>
                  <a:cubicBezTo>
                    <a:pt x="857509" y="172298"/>
                    <a:pt x="818197" y="173092"/>
                    <a:pt x="823591" y="178486"/>
                  </a:cubicBezTo>
                  <a:cubicBezTo>
                    <a:pt x="828985" y="183880"/>
                    <a:pt x="851486" y="192450"/>
                    <a:pt x="848177" y="196984"/>
                  </a:cubicBezTo>
                  <a:cubicBezTo>
                    <a:pt x="844868" y="201517"/>
                    <a:pt x="885172" y="214720"/>
                    <a:pt x="889044" y="208532"/>
                  </a:cubicBezTo>
                  <a:cubicBezTo>
                    <a:pt x="892915" y="202344"/>
                    <a:pt x="903703" y="203933"/>
                    <a:pt x="913696" y="207771"/>
                  </a:cubicBezTo>
                  <a:cubicBezTo>
                    <a:pt x="923690" y="211610"/>
                    <a:pt x="924484" y="183880"/>
                    <a:pt x="931433" y="188512"/>
                  </a:cubicBezTo>
                  <a:cubicBezTo>
                    <a:pt x="938382" y="193145"/>
                    <a:pt x="937621" y="178585"/>
                    <a:pt x="949169" y="173853"/>
                  </a:cubicBezTo>
                  <a:cubicBezTo>
                    <a:pt x="960718" y="169121"/>
                    <a:pt x="977396" y="169188"/>
                    <a:pt x="978488" y="163926"/>
                  </a:cubicBezTo>
                  <a:cubicBezTo>
                    <a:pt x="979249" y="160088"/>
                    <a:pt x="975377" y="154694"/>
                    <a:pt x="961512" y="156216"/>
                  </a:cubicBezTo>
                  <a:cubicBezTo>
                    <a:pt x="947647" y="157738"/>
                    <a:pt x="938349" y="152378"/>
                    <a:pt x="944537" y="144667"/>
                  </a:cubicBezTo>
                  <a:cubicBezTo>
                    <a:pt x="950725" y="136957"/>
                    <a:pt x="929117" y="134740"/>
                    <a:pt x="936827" y="128486"/>
                  </a:cubicBezTo>
                  <a:cubicBezTo>
                    <a:pt x="944537" y="122232"/>
                    <a:pt x="922201" y="116143"/>
                    <a:pt x="924484" y="125376"/>
                  </a:cubicBezTo>
                  <a:cubicBezTo>
                    <a:pt x="926767" y="134608"/>
                    <a:pt x="910619" y="126170"/>
                    <a:pt x="908303" y="117699"/>
                  </a:cubicBezTo>
                  <a:cubicBezTo>
                    <a:pt x="905986" y="109227"/>
                    <a:pt x="874385" y="106117"/>
                    <a:pt x="853571" y="87619"/>
                  </a:cubicBezTo>
                  <a:cubicBezTo>
                    <a:pt x="832757" y="69122"/>
                    <a:pt x="811182" y="81464"/>
                    <a:pt x="823492" y="83748"/>
                  </a:cubicBezTo>
                  <a:cubicBezTo>
                    <a:pt x="835801" y="86031"/>
                    <a:pt x="835073" y="92252"/>
                    <a:pt x="825047" y="91491"/>
                  </a:cubicBezTo>
                  <a:cubicBezTo>
                    <a:pt x="815020" y="90730"/>
                    <a:pt x="797284" y="92252"/>
                    <a:pt x="813498" y="98407"/>
                  </a:cubicBezTo>
                  <a:cubicBezTo>
                    <a:pt x="829713" y="104562"/>
                    <a:pt x="811943" y="106878"/>
                    <a:pt x="798839" y="106878"/>
                  </a:cubicBezTo>
                  <a:cubicBezTo>
                    <a:pt x="785735" y="106878"/>
                    <a:pt x="784974" y="123853"/>
                    <a:pt x="801916" y="126170"/>
                  </a:cubicBezTo>
                  <a:cubicBezTo>
                    <a:pt x="818859" y="128486"/>
                    <a:pt x="806549" y="138480"/>
                    <a:pt x="792651" y="134641"/>
                  </a:cubicBezTo>
                  <a:cubicBezTo>
                    <a:pt x="778753" y="130803"/>
                    <a:pt x="774253" y="137619"/>
                    <a:pt x="786596" y="143807"/>
                  </a:cubicBezTo>
                  <a:close/>
                  <a:moveTo>
                    <a:pt x="879878" y="67467"/>
                  </a:moveTo>
                  <a:cubicBezTo>
                    <a:pt x="890665" y="60551"/>
                    <a:pt x="899170" y="65151"/>
                    <a:pt x="889805" y="69784"/>
                  </a:cubicBezTo>
                  <a:cubicBezTo>
                    <a:pt x="880440" y="74416"/>
                    <a:pt x="883650" y="77494"/>
                    <a:pt x="896754" y="76733"/>
                  </a:cubicBezTo>
                  <a:cubicBezTo>
                    <a:pt x="909858" y="75971"/>
                    <a:pt x="891360" y="80571"/>
                    <a:pt x="891360" y="88281"/>
                  </a:cubicBezTo>
                  <a:cubicBezTo>
                    <a:pt x="891360" y="95991"/>
                    <a:pt x="906780" y="91392"/>
                    <a:pt x="907542" y="99069"/>
                  </a:cubicBezTo>
                  <a:cubicBezTo>
                    <a:pt x="908303" y="106746"/>
                    <a:pt x="941459" y="109889"/>
                    <a:pt x="951486" y="100624"/>
                  </a:cubicBezTo>
                  <a:cubicBezTo>
                    <a:pt x="961512" y="91359"/>
                    <a:pt x="957641" y="102940"/>
                    <a:pt x="956880" y="109095"/>
                  </a:cubicBezTo>
                  <a:cubicBezTo>
                    <a:pt x="956118" y="115250"/>
                    <a:pt x="1003901" y="120677"/>
                    <a:pt x="1006218" y="112967"/>
                  </a:cubicBezTo>
                  <a:cubicBezTo>
                    <a:pt x="1008534" y="105257"/>
                    <a:pt x="1015483" y="108334"/>
                    <a:pt x="1024715" y="110650"/>
                  </a:cubicBezTo>
                  <a:cubicBezTo>
                    <a:pt x="1033947" y="112967"/>
                    <a:pt x="1079480" y="102179"/>
                    <a:pt x="1080241" y="92914"/>
                  </a:cubicBezTo>
                  <a:cubicBezTo>
                    <a:pt x="1081002" y="83648"/>
                    <a:pt x="1094867" y="97546"/>
                    <a:pt x="1080241" y="107573"/>
                  </a:cubicBezTo>
                  <a:cubicBezTo>
                    <a:pt x="1065615" y="117599"/>
                    <a:pt x="1036297" y="116044"/>
                    <a:pt x="1023193" y="119883"/>
                  </a:cubicBezTo>
                  <a:cubicBezTo>
                    <a:pt x="1010089" y="123721"/>
                    <a:pt x="1031664" y="133119"/>
                    <a:pt x="1044768" y="143046"/>
                  </a:cubicBezTo>
                  <a:cubicBezTo>
                    <a:pt x="1057872" y="152973"/>
                    <a:pt x="1027826" y="147679"/>
                    <a:pt x="1015483" y="134575"/>
                  </a:cubicBezTo>
                  <a:cubicBezTo>
                    <a:pt x="1003140" y="121471"/>
                    <a:pt x="975377" y="121339"/>
                    <a:pt x="960718" y="122232"/>
                  </a:cubicBezTo>
                  <a:cubicBezTo>
                    <a:pt x="946059" y="123126"/>
                    <a:pt x="950791" y="149995"/>
                    <a:pt x="961512" y="149995"/>
                  </a:cubicBezTo>
                  <a:cubicBezTo>
                    <a:pt x="972234" y="149995"/>
                    <a:pt x="983087" y="153834"/>
                    <a:pt x="993875" y="170809"/>
                  </a:cubicBezTo>
                  <a:cubicBezTo>
                    <a:pt x="1004662" y="187784"/>
                    <a:pt x="1027826" y="184045"/>
                    <a:pt x="1027826" y="191623"/>
                  </a:cubicBezTo>
                  <a:cubicBezTo>
                    <a:pt x="1027826" y="199201"/>
                    <a:pt x="997746" y="185468"/>
                    <a:pt x="980771" y="182358"/>
                  </a:cubicBezTo>
                  <a:cubicBezTo>
                    <a:pt x="963795" y="179247"/>
                    <a:pt x="936827" y="190068"/>
                    <a:pt x="936066" y="202410"/>
                  </a:cubicBezTo>
                  <a:cubicBezTo>
                    <a:pt x="935304" y="214753"/>
                    <a:pt x="960718" y="213198"/>
                    <a:pt x="977694" y="203172"/>
                  </a:cubicBezTo>
                  <a:cubicBezTo>
                    <a:pt x="994669" y="193145"/>
                    <a:pt x="982326" y="206249"/>
                    <a:pt x="973855" y="213959"/>
                  </a:cubicBezTo>
                  <a:cubicBezTo>
                    <a:pt x="965384" y="221669"/>
                    <a:pt x="993875" y="227857"/>
                    <a:pt x="993875" y="237122"/>
                  </a:cubicBezTo>
                  <a:cubicBezTo>
                    <a:pt x="993875" y="246388"/>
                    <a:pt x="973061" y="243310"/>
                    <a:pt x="970711" y="234806"/>
                  </a:cubicBezTo>
                  <a:cubicBezTo>
                    <a:pt x="968362" y="226302"/>
                    <a:pt x="960784" y="217864"/>
                    <a:pt x="940665" y="219386"/>
                  </a:cubicBezTo>
                  <a:cubicBezTo>
                    <a:pt x="920546" y="220908"/>
                    <a:pt x="926006" y="234806"/>
                    <a:pt x="938349" y="236361"/>
                  </a:cubicBezTo>
                  <a:cubicBezTo>
                    <a:pt x="950692" y="237917"/>
                    <a:pt x="951585" y="247149"/>
                    <a:pt x="937588" y="247149"/>
                  </a:cubicBezTo>
                  <a:cubicBezTo>
                    <a:pt x="923590" y="247149"/>
                    <a:pt x="892386" y="255852"/>
                    <a:pt x="902115" y="264885"/>
                  </a:cubicBezTo>
                  <a:cubicBezTo>
                    <a:pt x="912902" y="274813"/>
                    <a:pt x="952214" y="264885"/>
                    <a:pt x="959163" y="271040"/>
                  </a:cubicBezTo>
                  <a:cubicBezTo>
                    <a:pt x="966112" y="277195"/>
                    <a:pt x="985370" y="279545"/>
                    <a:pt x="990003" y="272596"/>
                  </a:cubicBezTo>
                  <a:cubicBezTo>
                    <a:pt x="994636" y="265647"/>
                    <a:pt x="1010321" y="268559"/>
                    <a:pt x="1025609" y="268559"/>
                  </a:cubicBezTo>
                  <a:cubicBezTo>
                    <a:pt x="1040896" y="268559"/>
                    <a:pt x="1044867" y="270842"/>
                    <a:pt x="1051816" y="277030"/>
                  </a:cubicBezTo>
                  <a:cubicBezTo>
                    <a:pt x="1058765" y="283218"/>
                    <a:pt x="1071075" y="280868"/>
                    <a:pt x="1079579" y="274713"/>
                  </a:cubicBezTo>
                  <a:cubicBezTo>
                    <a:pt x="1088084" y="268559"/>
                    <a:pt x="1088050" y="268559"/>
                    <a:pt x="1098838" y="268559"/>
                  </a:cubicBezTo>
                  <a:cubicBezTo>
                    <a:pt x="1109626" y="268559"/>
                    <a:pt x="1112074" y="261609"/>
                    <a:pt x="1106548" y="253138"/>
                  </a:cubicBezTo>
                  <a:cubicBezTo>
                    <a:pt x="1101022" y="244667"/>
                    <a:pt x="1087256" y="259293"/>
                    <a:pt x="1085734" y="253138"/>
                  </a:cubicBezTo>
                  <a:cubicBezTo>
                    <a:pt x="1083815" y="245494"/>
                    <a:pt x="1071075" y="243211"/>
                    <a:pt x="1049335" y="246189"/>
                  </a:cubicBezTo>
                  <a:cubicBezTo>
                    <a:pt x="1027594" y="249167"/>
                    <a:pt x="1036992" y="232324"/>
                    <a:pt x="1050096" y="236262"/>
                  </a:cubicBezTo>
                  <a:cubicBezTo>
                    <a:pt x="1063200" y="240200"/>
                    <a:pt x="1080936" y="238578"/>
                    <a:pt x="1095595" y="234707"/>
                  </a:cubicBezTo>
                  <a:cubicBezTo>
                    <a:pt x="1110254" y="230835"/>
                    <a:pt x="1098673" y="223919"/>
                    <a:pt x="1098673" y="217764"/>
                  </a:cubicBezTo>
                  <a:cubicBezTo>
                    <a:pt x="1098673" y="211610"/>
                    <a:pt x="1117170" y="215448"/>
                    <a:pt x="1131068" y="215448"/>
                  </a:cubicBezTo>
                  <a:cubicBezTo>
                    <a:pt x="1144966" y="215448"/>
                    <a:pt x="1164986" y="193112"/>
                    <a:pt x="1165747" y="180008"/>
                  </a:cubicBezTo>
                  <a:cubicBezTo>
                    <a:pt x="1166508" y="166904"/>
                    <a:pt x="1134907" y="170081"/>
                    <a:pt x="1119420" y="170081"/>
                  </a:cubicBezTo>
                  <a:cubicBezTo>
                    <a:pt x="1103934" y="170081"/>
                    <a:pt x="1129348" y="158499"/>
                    <a:pt x="1158732" y="160154"/>
                  </a:cubicBezTo>
                  <a:cubicBezTo>
                    <a:pt x="1188116" y="161808"/>
                    <a:pt x="1174913" y="148572"/>
                    <a:pt x="1180340" y="143973"/>
                  </a:cubicBezTo>
                  <a:cubicBezTo>
                    <a:pt x="1185767" y="139373"/>
                    <a:pt x="1199599" y="149366"/>
                    <a:pt x="1214258" y="146289"/>
                  </a:cubicBezTo>
                  <a:cubicBezTo>
                    <a:pt x="1228917" y="143211"/>
                    <a:pt x="1218858" y="130836"/>
                    <a:pt x="1228884" y="130836"/>
                  </a:cubicBezTo>
                  <a:cubicBezTo>
                    <a:pt x="1235998" y="130836"/>
                    <a:pt x="1252047" y="120048"/>
                    <a:pt x="1283649" y="102345"/>
                  </a:cubicBezTo>
                  <a:cubicBezTo>
                    <a:pt x="1315250" y="84641"/>
                    <a:pt x="1339903" y="87686"/>
                    <a:pt x="1341458" y="77659"/>
                  </a:cubicBezTo>
                  <a:cubicBezTo>
                    <a:pt x="1343013" y="67633"/>
                    <a:pt x="1297514" y="77659"/>
                    <a:pt x="1289804" y="74582"/>
                  </a:cubicBezTo>
                  <a:cubicBezTo>
                    <a:pt x="1282094" y="71504"/>
                    <a:pt x="1321405" y="63033"/>
                    <a:pt x="1330670" y="65316"/>
                  </a:cubicBezTo>
                  <a:cubicBezTo>
                    <a:pt x="1339936" y="67600"/>
                    <a:pt x="1352246" y="65316"/>
                    <a:pt x="1383847" y="49896"/>
                  </a:cubicBezTo>
                  <a:cubicBezTo>
                    <a:pt x="1415448" y="34476"/>
                    <a:pt x="1401583" y="30637"/>
                    <a:pt x="1388480" y="32954"/>
                  </a:cubicBezTo>
                  <a:cubicBezTo>
                    <a:pt x="1375376" y="35270"/>
                    <a:pt x="1360717" y="30637"/>
                    <a:pt x="1361511" y="22166"/>
                  </a:cubicBezTo>
                  <a:cubicBezTo>
                    <a:pt x="1362305" y="13695"/>
                    <a:pt x="1342219" y="21405"/>
                    <a:pt x="1341458" y="16772"/>
                  </a:cubicBezTo>
                  <a:cubicBezTo>
                    <a:pt x="1340697" y="12140"/>
                    <a:pt x="1322166" y="14456"/>
                    <a:pt x="1302146" y="22166"/>
                  </a:cubicBezTo>
                  <a:cubicBezTo>
                    <a:pt x="1282127" y="29876"/>
                    <a:pt x="1300591" y="14456"/>
                    <a:pt x="1309062" y="11379"/>
                  </a:cubicBezTo>
                  <a:cubicBezTo>
                    <a:pt x="1317534" y="8301"/>
                    <a:pt x="1258202" y="11379"/>
                    <a:pt x="1248176" y="4430"/>
                  </a:cubicBezTo>
                  <a:cubicBezTo>
                    <a:pt x="1238149" y="-2519"/>
                    <a:pt x="1226568" y="16011"/>
                    <a:pt x="1217335" y="6746"/>
                  </a:cubicBezTo>
                  <a:cubicBezTo>
                    <a:pt x="1208103" y="-2519"/>
                    <a:pt x="1184245" y="5191"/>
                    <a:pt x="1187256" y="12140"/>
                  </a:cubicBezTo>
                  <a:cubicBezTo>
                    <a:pt x="1190267" y="19089"/>
                    <a:pt x="1183417" y="19089"/>
                    <a:pt x="1174020" y="11379"/>
                  </a:cubicBezTo>
                  <a:cubicBezTo>
                    <a:pt x="1164622" y="3669"/>
                    <a:pt x="1147051" y="12140"/>
                    <a:pt x="1131002" y="9823"/>
                  </a:cubicBezTo>
                  <a:cubicBezTo>
                    <a:pt x="1114953" y="7507"/>
                    <a:pt x="1121737" y="23060"/>
                    <a:pt x="1104000" y="15217"/>
                  </a:cubicBezTo>
                  <a:cubicBezTo>
                    <a:pt x="1086264" y="7375"/>
                    <a:pt x="1067005" y="11379"/>
                    <a:pt x="1072399" y="13695"/>
                  </a:cubicBezTo>
                  <a:cubicBezTo>
                    <a:pt x="1077793" y="16011"/>
                    <a:pt x="1070843" y="20611"/>
                    <a:pt x="1063133" y="18295"/>
                  </a:cubicBezTo>
                  <a:cubicBezTo>
                    <a:pt x="1055423" y="15978"/>
                    <a:pt x="1048507" y="19089"/>
                    <a:pt x="1052346" y="26799"/>
                  </a:cubicBezTo>
                  <a:cubicBezTo>
                    <a:pt x="1056184" y="34509"/>
                    <a:pt x="1023822" y="24483"/>
                    <a:pt x="1023822" y="32954"/>
                  </a:cubicBezTo>
                  <a:cubicBezTo>
                    <a:pt x="1023822" y="41425"/>
                    <a:pt x="1012273" y="46190"/>
                    <a:pt x="1003008" y="38347"/>
                  </a:cubicBezTo>
                  <a:cubicBezTo>
                    <a:pt x="993742" y="30505"/>
                    <a:pt x="964457" y="28420"/>
                    <a:pt x="972929" y="35270"/>
                  </a:cubicBezTo>
                  <a:cubicBezTo>
                    <a:pt x="981400" y="42120"/>
                    <a:pt x="946721" y="38347"/>
                    <a:pt x="955986" y="45197"/>
                  </a:cubicBezTo>
                  <a:cubicBezTo>
                    <a:pt x="965251" y="52047"/>
                    <a:pt x="944404" y="57540"/>
                    <a:pt x="944404" y="53668"/>
                  </a:cubicBezTo>
                  <a:cubicBezTo>
                    <a:pt x="944404" y="49797"/>
                    <a:pt x="925146" y="42881"/>
                    <a:pt x="917436" y="49797"/>
                  </a:cubicBezTo>
                  <a:cubicBezTo>
                    <a:pt x="909726" y="56713"/>
                    <a:pt x="907508" y="65217"/>
                    <a:pt x="903571" y="60617"/>
                  </a:cubicBezTo>
                  <a:cubicBezTo>
                    <a:pt x="899633" y="56018"/>
                    <a:pt x="882757" y="57540"/>
                    <a:pt x="866542" y="63695"/>
                  </a:cubicBezTo>
                  <a:cubicBezTo>
                    <a:pt x="850328" y="69850"/>
                    <a:pt x="869090" y="74416"/>
                    <a:pt x="879878" y="67467"/>
                  </a:cubicBezTo>
                  <a:close/>
                  <a:moveTo>
                    <a:pt x="1074153" y="732587"/>
                  </a:moveTo>
                  <a:cubicBezTo>
                    <a:pt x="1079579" y="731826"/>
                    <a:pt x="1090367" y="712733"/>
                    <a:pt x="1076469" y="713329"/>
                  </a:cubicBezTo>
                  <a:cubicBezTo>
                    <a:pt x="1062571" y="713924"/>
                    <a:pt x="1065781" y="733911"/>
                    <a:pt x="1074153" y="732720"/>
                  </a:cubicBezTo>
                  <a:close/>
                  <a:moveTo>
                    <a:pt x="1006317" y="715645"/>
                  </a:moveTo>
                  <a:cubicBezTo>
                    <a:pt x="1018660" y="723355"/>
                    <a:pt x="1037157" y="702409"/>
                    <a:pt x="1035635" y="696386"/>
                  </a:cubicBezTo>
                  <a:cubicBezTo>
                    <a:pt x="1034113" y="690364"/>
                    <a:pt x="991426" y="706479"/>
                    <a:pt x="1006317" y="715777"/>
                  </a:cubicBezTo>
                  <a:close/>
                  <a:moveTo>
                    <a:pt x="1061843" y="673256"/>
                  </a:moveTo>
                  <a:cubicBezTo>
                    <a:pt x="1063365" y="665546"/>
                    <a:pt x="1036396" y="662435"/>
                    <a:pt x="1037918" y="653964"/>
                  </a:cubicBezTo>
                  <a:cubicBezTo>
                    <a:pt x="1039440" y="645493"/>
                    <a:pt x="1012505" y="638544"/>
                    <a:pt x="1004000" y="633944"/>
                  </a:cubicBezTo>
                  <a:cubicBezTo>
                    <a:pt x="995496" y="629345"/>
                    <a:pt x="982425" y="626995"/>
                    <a:pt x="982425" y="617730"/>
                  </a:cubicBezTo>
                  <a:cubicBezTo>
                    <a:pt x="982425" y="608465"/>
                    <a:pt x="963928" y="615414"/>
                    <a:pt x="963134" y="629312"/>
                  </a:cubicBezTo>
                  <a:cubicBezTo>
                    <a:pt x="962339" y="643210"/>
                    <a:pt x="954662" y="640099"/>
                    <a:pt x="958534" y="653203"/>
                  </a:cubicBezTo>
                  <a:cubicBezTo>
                    <a:pt x="962406" y="666307"/>
                    <a:pt x="941559" y="669384"/>
                    <a:pt x="943875" y="676366"/>
                  </a:cubicBezTo>
                  <a:cubicBezTo>
                    <a:pt x="946191" y="683349"/>
                    <a:pt x="956218" y="675572"/>
                    <a:pt x="965450" y="675572"/>
                  </a:cubicBezTo>
                  <a:cubicBezTo>
                    <a:pt x="974682" y="675572"/>
                    <a:pt x="962968" y="688478"/>
                    <a:pt x="974715" y="689470"/>
                  </a:cubicBezTo>
                  <a:cubicBezTo>
                    <a:pt x="983981" y="690231"/>
                    <a:pt x="1000162" y="679543"/>
                    <a:pt x="1004000" y="673289"/>
                  </a:cubicBezTo>
                  <a:cubicBezTo>
                    <a:pt x="1007839" y="667035"/>
                    <a:pt x="1015582" y="664785"/>
                    <a:pt x="1026370" y="672495"/>
                  </a:cubicBezTo>
                  <a:cubicBezTo>
                    <a:pt x="1037157" y="680205"/>
                    <a:pt x="1060288" y="681099"/>
                    <a:pt x="1061843" y="673388"/>
                  </a:cubicBezTo>
                  <a:close/>
                  <a:moveTo>
                    <a:pt x="1313927" y="605387"/>
                  </a:moveTo>
                  <a:cubicBezTo>
                    <a:pt x="1323192" y="606181"/>
                    <a:pt x="1324714" y="617730"/>
                    <a:pt x="1339373" y="630073"/>
                  </a:cubicBezTo>
                  <a:cubicBezTo>
                    <a:pt x="1354032" y="642416"/>
                    <a:pt x="1355555" y="633944"/>
                    <a:pt x="1357871" y="625440"/>
                  </a:cubicBezTo>
                  <a:cubicBezTo>
                    <a:pt x="1360187" y="616936"/>
                    <a:pt x="1376368" y="623918"/>
                    <a:pt x="1375607" y="615513"/>
                  </a:cubicBezTo>
                  <a:cubicBezTo>
                    <a:pt x="1374846" y="607108"/>
                    <a:pt x="1388844" y="597015"/>
                    <a:pt x="1397977" y="593177"/>
                  </a:cubicBezTo>
                  <a:cubicBezTo>
                    <a:pt x="1407110" y="589338"/>
                    <a:pt x="1390267" y="579941"/>
                    <a:pt x="1377924" y="580834"/>
                  </a:cubicBezTo>
                  <a:cubicBezTo>
                    <a:pt x="1365581" y="581728"/>
                    <a:pt x="1363265" y="573124"/>
                    <a:pt x="1363265" y="567598"/>
                  </a:cubicBezTo>
                  <a:cubicBezTo>
                    <a:pt x="1363265" y="562072"/>
                    <a:pt x="1340101" y="549100"/>
                    <a:pt x="1332424" y="551417"/>
                  </a:cubicBezTo>
                  <a:cubicBezTo>
                    <a:pt x="1324747" y="553733"/>
                    <a:pt x="1311610" y="541489"/>
                    <a:pt x="1301584" y="540629"/>
                  </a:cubicBezTo>
                  <a:cubicBezTo>
                    <a:pt x="1291557" y="539769"/>
                    <a:pt x="1276931" y="532158"/>
                    <a:pt x="1278421" y="521337"/>
                  </a:cubicBezTo>
                  <a:cubicBezTo>
                    <a:pt x="1279909" y="510517"/>
                    <a:pt x="1298473" y="524448"/>
                    <a:pt x="1302345" y="515943"/>
                  </a:cubicBezTo>
                  <a:cubicBezTo>
                    <a:pt x="1306216" y="507439"/>
                    <a:pt x="1283053" y="512105"/>
                    <a:pt x="1282292" y="506016"/>
                  </a:cubicBezTo>
                  <a:cubicBezTo>
                    <a:pt x="1281531" y="499928"/>
                    <a:pt x="1287686" y="502178"/>
                    <a:pt x="1292219" y="498306"/>
                  </a:cubicBezTo>
                  <a:cubicBezTo>
                    <a:pt x="1296753" y="494435"/>
                    <a:pt x="1288348" y="486758"/>
                    <a:pt x="1282954" y="483680"/>
                  </a:cubicBezTo>
                  <a:cubicBezTo>
                    <a:pt x="1277560" y="480603"/>
                    <a:pt x="1276038" y="489835"/>
                    <a:pt x="1270611" y="489835"/>
                  </a:cubicBezTo>
                  <a:cubicBezTo>
                    <a:pt x="1265184" y="489835"/>
                    <a:pt x="1269850" y="481364"/>
                    <a:pt x="1273722" y="475970"/>
                  </a:cubicBezTo>
                  <a:cubicBezTo>
                    <a:pt x="1277593" y="470576"/>
                    <a:pt x="1255985" y="464422"/>
                    <a:pt x="1246720" y="467499"/>
                  </a:cubicBezTo>
                  <a:cubicBezTo>
                    <a:pt x="1237454" y="470576"/>
                    <a:pt x="1234377" y="465183"/>
                    <a:pt x="1234377" y="458995"/>
                  </a:cubicBezTo>
                  <a:cubicBezTo>
                    <a:pt x="1234377" y="452807"/>
                    <a:pt x="1218196" y="458995"/>
                    <a:pt x="1212041" y="463627"/>
                  </a:cubicBezTo>
                  <a:cubicBezTo>
                    <a:pt x="1205886" y="468260"/>
                    <a:pt x="1198143" y="458995"/>
                    <a:pt x="1205853" y="458234"/>
                  </a:cubicBezTo>
                  <a:cubicBezTo>
                    <a:pt x="1213563" y="457472"/>
                    <a:pt x="1222828" y="451285"/>
                    <a:pt x="1220512" y="444369"/>
                  </a:cubicBezTo>
                  <a:cubicBezTo>
                    <a:pt x="1218196" y="437453"/>
                    <a:pt x="1198143" y="436659"/>
                    <a:pt x="1194304" y="445130"/>
                  </a:cubicBezTo>
                  <a:cubicBezTo>
                    <a:pt x="1190466" y="453601"/>
                    <a:pt x="1174251" y="435864"/>
                    <a:pt x="1174251" y="428948"/>
                  </a:cubicBezTo>
                  <a:cubicBezTo>
                    <a:pt x="1174251" y="422033"/>
                    <a:pt x="1149599" y="428187"/>
                    <a:pt x="1152676" y="416606"/>
                  </a:cubicBezTo>
                  <a:cubicBezTo>
                    <a:pt x="1155754" y="405024"/>
                    <a:pt x="1124152" y="401980"/>
                    <a:pt x="1115681" y="401980"/>
                  </a:cubicBezTo>
                  <a:cubicBezTo>
                    <a:pt x="1107210" y="401980"/>
                    <a:pt x="1094834" y="408896"/>
                    <a:pt x="1096389" y="416606"/>
                  </a:cubicBezTo>
                  <a:cubicBezTo>
                    <a:pt x="1097945" y="424316"/>
                    <a:pt x="1087124" y="421238"/>
                    <a:pt x="1085602" y="412767"/>
                  </a:cubicBezTo>
                  <a:cubicBezTo>
                    <a:pt x="1084080" y="404296"/>
                    <a:pt x="1063233" y="421999"/>
                    <a:pt x="1057078" y="421999"/>
                  </a:cubicBezTo>
                  <a:cubicBezTo>
                    <a:pt x="1050923" y="421999"/>
                    <a:pt x="1060916" y="399663"/>
                    <a:pt x="1057839" y="392714"/>
                  </a:cubicBezTo>
                  <a:cubicBezTo>
                    <a:pt x="1054761" y="385765"/>
                    <a:pt x="1050129" y="383449"/>
                    <a:pt x="1045496" y="371900"/>
                  </a:cubicBezTo>
                  <a:cubicBezTo>
                    <a:pt x="1040863" y="360352"/>
                    <a:pt x="1017766" y="364951"/>
                    <a:pt x="1011578" y="371900"/>
                  </a:cubicBezTo>
                  <a:cubicBezTo>
                    <a:pt x="1005390" y="378849"/>
                    <a:pt x="985370" y="375772"/>
                    <a:pt x="974583" y="386559"/>
                  </a:cubicBezTo>
                  <a:cubicBezTo>
                    <a:pt x="963795" y="397347"/>
                    <a:pt x="975344" y="408134"/>
                    <a:pt x="979977" y="411973"/>
                  </a:cubicBezTo>
                  <a:cubicBezTo>
                    <a:pt x="984609" y="415811"/>
                    <a:pt x="963795" y="421900"/>
                    <a:pt x="970711" y="428187"/>
                  </a:cubicBezTo>
                  <a:cubicBezTo>
                    <a:pt x="977627" y="434475"/>
                    <a:pt x="988448" y="431265"/>
                    <a:pt x="989242" y="441424"/>
                  </a:cubicBezTo>
                  <a:cubicBezTo>
                    <a:pt x="990036" y="451582"/>
                    <a:pt x="963795" y="438313"/>
                    <a:pt x="959924" y="429842"/>
                  </a:cubicBezTo>
                  <a:cubicBezTo>
                    <a:pt x="956052" y="421371"/>
                    <a:pt x="961479" y="413661"/>
                    <a:pt x="956085" y="407506"/>
                  </a:cubicBezTo>
                  <a:cubicBezTo>
                    <a:pt x="950692" y="401351"/>
                    <a:pt x="955291" y="393608"/>
                    <a:pt x="965318" y="382820"/>
                  </a:cubicBezTo>
                  <a:cubicBezTo>
                    <a:pt x="975344" y="372033"/>
                    <a:pt x="983054" y="373588"/>
                    <a:pt x="983054" y="367400"/>
                  </a:cubicBezTo>
                  <a:cubicBezTo>
                    <a:pt x="983054" y="361212"/>
                    <a:pt x="940003" y="361212"/>
                    <a:pt x="914590" y="384375"/>
                  </a:cubicBezTo>
                  <a:cubicBezTo>
                    <a:pt x="889176" y="407539"/>
                    <a:pt x="896853" y="438313"/>
                    <a:pt x="898375" y="444501"/>
                  </a:cubicBezTo>
                  <a:cubicBezTo>
                    <a:pt x="899898" y="450689"/>
                    <a:pt x="922300" y="447578"/>
                    <a:pt x="935404" y="451417"/>
                  </a:cubicBezTo>
                  <a:cubicBezTo>
                    <a:pt x="948508" y="455255"/>
                    <a:pt x="941559" y="460682"/>
                    <a:pt x="931532" y="459127"/>
                  </a:cubicBezTo>
                  <a:cubicBezTo>
                    <a:pt x="921506" y="457572"/>
                    <a:pt x="904563" y="454527"/>
                    <a:pt x="905324" y="461443"/>
                  </a:cubicBezTo>
                  <a:cubicBezTo>
                    <a:pt x="906086" y="468359"/>
                    <a:pt x="926900" y="481496"/>
                    <a:pt x="939242" y="478419"/>
                  </a:cubicBezTo>
                  <a:cubicBezTo>
                    <a:pt x="951585" y="475341"/>
                    <a:pt x="951585" y="475341"/>
                    <a:pt x="956979" y="482257"/>
                  </a:cubicBezTo>
                  <a:cubicBezTo>
                    <a:pt x="962373" y="489173"/>
                    <a:pt x="977032" y="486890"/>
                    <a:pt x="991658" y="487684"/>
                  </a:cubicBezTo>
                  <a:cubicBezTo>
                    <a:pt x="1006284" y="488478"/>
                    <a:pt x="1023292" y="493839"/>
                    <a:pt x="1030208" y="494600"/>
                  </a:cubicBezTo>
                  <a:cubicBezTo>
                    <a:pt x="1037010" y="494994"/>
                    <a:pt x="1043593" y="492132"/>
                    <a:pt x="1047945" y="486890"/>
                  </a:cubicBezTo>
                  <a:cubicBezTo>
                    <a:pt x="1050261" y="483052"/>
                    <a:pt x="1078785" y="493078"/>
                    <a:pt x="1087256" y="492284"/>
                  </a:cubicBezTo>
                  <a:cubicBezTo>
                    <a:pt x="1095728" y="491490"/>
                    <a:pt x="1090367" y="483813"/>
                    <a:pt x="1084973" y="481496"/>
                  </a:cubicBezTo>
                  <a:cubicBezTo>
                    <a:pt x="1079579" y="479180"/>
                    <a:pt x="1081863" y="469153"/>
                    <a:pt x="1088812" y="473025"/>
                  </a:cubicBezTo>
                  <a:cubicBezTo>
                    <a:pt x="1095761" y="476897"/>
                    <a:pt x="1107309" y="479180"/>
                    <a:pt x="1109626" y="486261"/>
                  </a:cubicBezTo>
                  <a:cubicBezTo>
                    <a:pt x="1111578" y="492151"/>
                    <a:pt x="1118097" y="489339"/>
                    <a:pt x="1118891" y="494732"/>
                  </a:cubicBezTo>
                  <a:cubicBezTo>
                    <a:pt x="1119685" y="500126"/>
                    <a:pt x="1144338" y="506281"/>
                    <a:pt x="1145099" y="512469"/>
                  </a:cubicBezTo>
                  <a:cubicBezTo>
                    <a:pt x="1145860" y="518657"/>
                    <a:pt x="1121207" y="521701"/>
                    <a:pt x="1128123" y="527128"/>
                  </a:cubicBezTo>
                  <a:cubicBezTo>
                    <a:pt x="1135039" y="532555"/>
                    <a:pt x="1145860" y="520146"/>
                    <a:pt x="1155125" y="519418"/>
                  </a:cubicBezTo>
                  <a:cubicBezTo>
                    <a:pt x="1164390" y="518690"/>
                    <a:pt x="1164357" y="539438"/>
                    <a:pt x="1171306" y="536360"/>
                  </a:cubicBezTo>
                  <a:cubicBezTo>
                    <a:pt x="1180770" y="532158"/>
                    <a:pt x="1188282" y="540232"/>
                    <a:pt x="1197514" y="553303"/>
                  </a:cubicBezTo>
                  <a:cubicBezTo>
                    <a:pt x="1206746" y="566374"/>
                    <a:pt x="1196753" y="578749"/>
                    <a:pt x="1197514" y="583382"/>
                  </a:cubicBezTo>
                  <a:cubicBezTo>
                    <a:pt x="1198275" y="588015"/>
                    <a:pt x="1216012" y="586460"/>
                    <a:pt x="1226038" y="581066"/>
                  </a:cubicBezTo>
                  <a:cubicBezTo>
                    <a:pt x="1236064" y="575672"/>
                    <a:pt x="1245330" y="587221"/>
                    <a:pt x="1253040" y="594302"/>
                  </a:cubicBezTo>
                  <a:cubicBezTo>
                    <a:pt x="1260750" y="601383"/>
                    <a:pt x="1224483" y="612800"/>
                    <a:pt x="1227593" y="606645"/>
                  </a:cubicBezTo>
                  <a:cubicBezTo>
                    <a:pt x="1230704" y="600490"/>
                    <a:pt x="1205985" y="581992"/>
                    <a:pt x="1183649" y="590430"/>
                  </a:cubicBezTo>
                  <a:cubicBezTo>
                    <a:pt x="1161313" y="598868"/>
                    <a:pt x="1176700" y="612038"/>
                    <a:pt x="1179016" y="619749"/>
                  </a:cubicBezTo>
                  <a:cubicBezTo>
                    <a:pt x="1181333" y="627459"/>
                    <a:pt x="1158964" y="635169"/>
                    <a:pt x="1138150" y="628220"/>
                  </a:cubicBezTo>
                  <a:cubicBezTo>
                    <a:pt x="1117336" y="621271"/>
                    <a:pt x="1123491" y="632852"/>
                    <a:pt x="1114986" y="632852"/>
                  </a:cubicBezTo>
                  <a:cubicBezTo>
                    <a:pt x="1106482" y="632852"/>
                    <a:pt x="1097250" y="646089"/>
                    <a:pt x="1105059" y="654427"/>
                  </a:cubicBezTo>
                  <a:cubicBezTo>
                    <a:pt x="1112868" y="662766"/>
                    <a:pt x="1129745" y="655222"/>
                    <a:pt x="1143610" y="655983"/>
                  </a:cubicBezTo>
                  <a:cubicBezTo>
                    <a:pt x="1157474" y="656744"/>
                    <a:pt x="1159030" y="660582"/>
                    <a:pt x="1160585" y="652905"/>
                  </a:cubicBezTo>
                  <a:cubicBezTo>
                    <a:pt x="1162140" y="645228"/>
                    <a:pt x="1176766" y="649034"/>
                    <a:pt x="1186793" y="651350"/>
                  </a:cubicBezTo>
                  <a:cubicBezTo>
                    <a:pt x="1196819" y="653666"/>
                    <a:pt x="1194503" y="667531"/>
                    <a:pt x="1206846" y="669087"/>
                  </a:cubicBezTo>
                  <a:cubicBezTo>
                    <a:pt x="1219188" y="670642"/>
                    <a:pt x="1209162" y="682952"/>
                    <a:pt x="1216773" y="691456"/>
                  </a:cubicBezTo>
                  <a:cubicBezTo>
                    <a:pt x="1224384" y="699960"/>
                    <a:pt x="1249135" y="695294"/>
                    <a:pt x="1258401" y="704692"/>
                  </a:cubicBezTo>
                  <a:cubicBezTo>
                    <a:pt x="1267666" y="714090"/>
                    <a:pt x="1306878" y="732356"/>
                    <a:pt x="1312371" y="725473"/>
                  </a:cubicBezTo>
                  <a:cubicBezTo>
                    <a:pt x="1318526" y="717796"/>
                    <a:pt x="1278421" y="682455"/>
                    <a:pt x="1266872" y="679146"/>
                  </a:cubicBezTo>
                  <a:cubicBezTo>
                    <a:pt x="1255323" y="675837"/>
                    <a:pt x="1278421" y="672230"/>
                    <a:pt x="1293080" y="683779"/>
                  </a:cubicBezTo>
                  <a:cubicBezTo>
                    <a:pt x="1307739" y="695327"/>
                    <a:pt x="1329314" y="700754"/>
                    <a:pt x="1340101" y="686856"/>
                  </a:cubicBezTo>
                  <a:cubicBezTo>
                    <a:pt x="1350889" y="672958"/>
                    <a:pt x="1330869" y="676929"/>
                    <a:pt x="1330869" y="666836"/>
                  </a:cubicBezTo>
                  <a:cubicBezTo>
                    <a:pt x="1330869" y="656744"/>
                    <a:pt x="1323920" y="642945"/>
                    <a:pt x="1313132" y="642945"/>
                  </a:cubicBezTo>
                  <a:cubicBezTo>
                    <a:pt x="1302345" y="642945"/>
                    <a:pt x="1274582" y="621337"/>
                    <a:pt x="1284608" y="616737"/>
                  </a:cubicBezTo>
                  <a:cubicBezTo>
                    <a:pt x="1294635" y="612138"/>
                    <a:pt x="1281531" y="605917"/>
                    <a:pt x="1289241" y="597446"/>
                  </a:cubicBezTo>
                  <a:cubicBezTo>
                    <a:pt x="1296951" y="588974"/>
                    <a:pt x="1304827" y="604759"/>
                    <a:pt x="1313927" y="605520"/>
                  </a:cubicBezTo>
                  <a:close/>
                  <a:moveTo>
                    <a:pt x="1151253" y="568392"/>
                  </a:moveTo>
                  <a:cubicBezTo>
                    <a:pt x="1160519" y="566870"/>
                    <a:pt x="1158798" y="552608"/>
                    <a:pt x="1153570" y="545229"/>
                  </a:cubicBezTo>
                  <a:cubicBezTo>
                    <a:pt x="1149731" y="539835"/>
                    <a:pt x="1139705" y="539041"/>
                    <a:pt x="1131234" y="539835"/>
                  </a:cubicBezTo>
                  <a:cubicBezTo>
                    <a:pt x="1122763" y="540629"/>
                    <a:pt x="1108070" y="553700"/>
                    <a:pt x="1115814" y="566804"/>
                  </a:cubicBezTo>
                  <a:cubicBezTo>
                    <a:pt x="1123557" y="579908"/>
                    <a:pt x="1142021" y="570080"/>
                    <a:pt x="1151253" y="568524"/>
                  </a:cubicBezTo>
                  <a:close/>
                  <a:moveTo>
                    <a:pt x="1054894" y="367996"/>
                  </a:moveTo>
                  <a:cubicBezTo>
                    <a:pt x="1050261" y="377923"/>
                    <a:pt x="1064821" y="377923"/>
                    <a:pt x="1065681" y="389571"/>
                  </a:cubicBezTo>
                  <a:cubicBezTo>
                    <a:pt x="1066542" y="401219"/>
                    <a:pt x="1081102" y="404991"/>
                    <a:pt x="1091889" y="398042"/>
                  </a:cubicBezTo>
                  <a:cubicBezTo>
                    <a:pt x="1102677" y="391093"/>
                    <a:pt x="1133517" y="400093"/>
                    <a:pt x="1133517" y="391093"/>
                  </a:cubicBezTo>
                  <a:cubicBezTo>
                    <a:pt x="1133517" y="382622"/>
                    <a:pt x="1101154" y="367201"/>
                    <a:pt x="1089573" y="369518"/>
                  </a:cubicBezTo>
                  <a:cubicBezTo>
                    <a:pt x="1077991" y="371834"/>
                    <a:pt x="1059526" y="358102"/>
                    <a:pt x="1054894" y="368128"/>
                  </a:cubicBezTo>
                  <a:close/>
                  <a:moveTo>
                    <a:pt x="1344006" y="1023983"/>
                  </a:moveTo>
                  <a:cubicBezTo>
                    <a:pt x="1345528" y="1030171"/>
                    <a:pt x="1390333" y="1048668"/>
                    <a:pt x="1391789" y="1040197"/>
                  </a:cubicBezTo>
                  <a:cubicBezTo>
                    <a:pt x="1393245" y="1031726"/>
                    <a:pt x="1342682" y="1018821"/>
                    <a:pt x="1344006" y="1024115"/>
                  </a:cubicBezTo>
                  <a:close/>
                  <a:moveTo>
                    <a:pt x="1539571" y="1069979"/>
                  </a:moveTo>
                  <a:cubicBezTo>
                    <a:pt x="1536494" y="1075637"/>
                    <a:pt x="1531861" y="1065876"/>
                    <a:pt x="1538545" y="1060713"/>
                  </a:cubicBezTo>
                  <a:cubicBezTo>
                    <a:pt x="1545230" y="1055551"/>
                    <a:pt x="1537486" y="1053566"/>
                    <a:pt x="1531332" y="1056643"/>
                  </a:cubicBezTo>
                  <a:cubicBezTo>
                    <a:pt x="1525177" y="1059721"/>
                    <a:pt x="1526699" y="1042745"/>
                    <a:pt x="1532357" y="1039668"/>
                  </a:cubicBezTo>
                  <a:cubicBezTo>
                    <a:pt x="1538016" y="1036590"/>
                    <a:pt x="1518492" y="1030402"/>
                    <a:pt x="1518492" y="1036061"/>
                  </a:cubicBezTo>
                  <a:cubicBezTo>
                    <a:pt x="1518492" y="1041719"/>
                    <a:pt x="1504594" y="1038112"/>
                    <a:pt x="1503072" y="1032983"/>
                  </a:cubicBezTo>
                  <a:cubicBezTo>
                    <a:pt x="1501550" y="1027854"/>
                    <a:pt x="1491788" y="1026365"/>
                    <a:pt x="1495362" y="1022692"/>
                  </a:cubicBezTo>
                  <a:cubicBezTo>
                    <a:pt x="1498936" y="1019019"/>
                    <a:pt x="1483549" y="1017067"/>
                    <a:pt x="1482126" y="1023222"/>
                  </a:cubicBezTo>
                  <a:cubicBezTo>
                    <a:pt x="1480703" y="1029377"/>
                    <a:pt x="1475971" y="1019119"/>
                    <a:pt x="1483681" y="1010879"/>
                  </a:cubicBezTo>
                  <a:cubicBezTo>
                    <a:pt x="1491391" y="1002639"/>
                    <a:pt x="1488810" y="995492"/>
                    <a:pt x="1496024" y="991355"/>
                  </a:cubicBezTo>
                  <a:cubicBezTo>
                    <a:pt x="1503238" y="987219"/>
                    <a:pt x="1495494" y="982620"/>
                    <a:pt x="1487784" y="985697"/>
                  </a:cubicBezTo>
                  <a:cubicBezTo>
                    <a:pt x="1480074" y="988774"/>
                    <a:pt x="1459525" y="1017067"/>
                    <a:pt x="1459525" y="1024777"/>
                  </a:cubicBezTo>
                  <a:cubicBezTo>
                    <a:pt x="1459525" y="1032487"/>
                    <a:pt x="1458996" y="1041719"/>
                    <a:pt x="1451815" y="1041322"/>
                  </a:cubicBezTo>
                  <a:cubicBezTo>
                    <a:pt x="1444634" y="1040925"/>
                    <a:pt x="1436395" y="1047510"/>
                    <a:pt x="1441888" y="1051614"/>
                  </a:cubicBezTo>
                  <a:cubicBezTo>
                    <a:pt x="1447381" y="1055717"/>
                    <a:pt x="1426964" y="1067398"/>
                    <a:pt x="1436726" y="1072692"/>
                  </a:cubicBezTo>
                  <a:cubicBezTo>
                    <a:pt x="1443344" y="1076299"/>
                    <a:pt x="1454198" y="1071137"/>
                    <a:pt x="1463463" y="1072163"/>
                  </a:cubicBezTo>
                  <a:cubicBezTo>
                    <a:pt x="1472728" y="1073189"/>
                    <a:pt x="1480438" y="1073718"/>
                    <a:pt x="1488148" y="1068059"/>
                  </a:cubicBezTo>
                  <a:cubicBezTo>
                    <a:pt x="1495858" y="1062401"/>
                    <a:pt x="1495858" y="1073189"/>
                    <a:pt x="1504065" y="1072163"/>
                  </a:cubicBezTo>
                  <a:cubicBezTo>
                    <a:pt x="1512271" y="1071137"/>
                    <a:pt x="1499432" y="1078781"/>
                    <a:pt x="1499962" y="1084505"/>
                  </a:cubicBezTo>
                  <a:cubicBezTo>
                    <a:pt x="1500491" y="1090230"/>
                    <a:pt x="1508698" y="1081428"/>
                    <a:pt x="1514852" y="1078351"/>
                  </a:cubicBezTo>
                  <a:cubicBezTo>
                    <a:pt x="1521007" y="1075273"/>
                    <a:pt x="1528750" y="1078351"/>
                    <a:pt x="1525673" y="1083480"/>
                  </a:cubicBezTo>
                  <a:cubicBezTo>
                    <a:pt x="1522596" y="1088609"/>
                    <a:pt x="1542615" y="1093771"/>
                    <a:pt x="1547248" y="1085531"/>
                  </a:cubicBezTo>
                  <a:cubicBezTo>
                    <a:pt x="1551881" y="1077292"/>
                    <a:pt x="1542649" y="1064486"/>
                    <a:pt x="1539571" y="1070111"/>
                  </a:cubicBezTo>
                  <a:close/>
                  <a:moveTo>
                    <a:pt x="146062" y="928351"/>
                  </a:moveTo>
                  <a:cubicBezTo>
                    <a:pt x="132197" y="935730"/>
                    <a:pt x="165552" y="970906"/>
                    <a:pt x="172534" y="966505"/>
                  </a:cubicBezTo>
                  <a:cubicBezTo>
                    <a:pt x="177299" y="963460"/>
                    <a:pt x="164295" y="948702"/>
                    <a:pt x="164295" y="939635"/>
                  </a:cubicBezTo>
                  <a:cubicBezTo>
                    <a:pt x="164295" y="930568"/>
                    <a:pt x="159894" y="921104"/>
                    <a:pt x="146062" y="928483"/>
                  </a:cubicBezTo>
                  <a:close/>
                  <a:moveTo>
                    <a:pt x="1416474" y="1104161"/>
                  </a:moveTo>
                  <a:cubicBezTo>
                    <a:pt x="1411080" y="1104922"/>
                    <a:pt x="1415316" y="1096451"/>
                    <a:pt x="1416077" y="1092216"/>
                  </a:cubicBezTo>
                  <a:cubicBezTo>
                    <a:pt x="1416838" y="1087980"/>
                    <a:pt x="1404529" y="1094135"/>
                    <a:pt x="1404132" y="1099131"/>
                  </a:cubicBezTo>
                  <a:cubicBezTo>
                    <a:pt x="1403734" y="1104128"/>
                    <a:pt x="1395263" y="1106081"/>
                    <a:pt x="1395263" y="1109059"/>
                  </a:cubicBezTo>
                  <a:cubicBezTo>
                    <a:pt x="1395263" y="1118059"/>
                    <a:pt x="1394105" y="1113327"/>
                    <a:pt x="1387950" y="1116405"/>
                  </a:cubicBezTo>
                  <a:cubicBezTo>
                    <a:pt x="1381795" y="1119482"/>
                    <a:pt x="1357871" y="1116405"/>
                    <a:pt x="1357110" y="1110978"/>
                  </a:cubicBezTo>
                  <a:cubicBezTo>
                    <a:pt x="1356349" y="1105551"/>
                    <a:pt x="1338976" y="1102904"/>
                    <a:pt x="1338215" y="1095558"/>
                  </a:cubicBezTo>
                  <a:cubicBezTo>
                    <a:pt x="1337454" y="1088212"/>
                    <a:pt x="1328950" y="1085961"/>
                    <a:pt x="1335899" y="1077854"/>
                  </a:cubicBezTo>
                  <a:cubicBezTo>
                    <a:pt x="1342848" y="1069747"/>
                    <a:pt x="1334741" y="1065909"/>
                    <a:pt x="1328189" y="1072063"/>
                  </a:cubicBezTo>
                  <a:cubicBezTo>
                    <a:pt x="1321637" y="1078218"/>
                    <a:pt x="1317798" y="1068754"/>
                    <a:pt x="1326666" y="1065148"/>
                  </a:cubicBezTo>
                  <a:cubicBezTo>
                    <a:pt x="1335535" y="1061541"/>
                    <a:pt x="1352080" y="1058198"/>
                    <a:pt x="1343609" y="1042778"/>
                  </a:cubicBezTo>
                  <a:cubicBezTo>
                    <a:pt x="1335138" y="1027358"/>
                    <a:pt x="1281928" y="1047411"/>
                    <a:pt x="1268460" y="1055121"/>
                  </a:cubicBezTo>
                  <a:cubicBezTo>
                    <a:pt x="1254992" y="1062831"/>
                    <a:pt x="1237984" y="1087484"/>
                    <a:pt x="1230671" y="1087484"/>
                  </a:cubicBezTo>
                  <a:cubicBezTo>
                    <a:pt x="1223358" y="1087484"/>
                    <a:pt x="1243378" y="1074247"/>
                    <a:pt x="1246488" y="1069383"/>
                  </a:cubicBezTo>
                  <a:cubicBezTo>
                    <a:pt x="1249599" y="1064519"/>
                    <a:pt x="1245694" y="1059456"/>
                    <a:pt x="1249797" y="1061276"/>
                  </a:cubicBezTo>
                  <a:cubicBezTo>
                    <a:pt x="1253900" y="1063096"/>
                    <a:pt x="1266012" y="1044731"/>
                    <a:pt x="1274086" y="1038543"/>
                  </a:cubicBezTo>
                  <a:cubicBezTo>
                    <a:pt x="1282160" y="1032355"/>
                    <a:pt x="1291061" y="1038146"/>
                    <a:pt x="1292219" y="1033149"/>
                  </a:cubicBezTo>
                  <a:cubicBezTo>
                    <a:pt x="1293377" y="1028152"/>
                    <a:pt x="1297216" y="1024678"/>
                    <a:pt x="1304926" y="1017729"/>
                  </a:cubicBezTo>
                  <a:cubicBezTo>
                    <a:pt x="1312636" y="1010780"/>
                    <a:pt x="1404760" y="1011938"/>
                    <a:pt x="1413628" y="1012335"/>
                  </a:cubicBezTo>
                  <a:cubicBezTo>
                    <a:pt x="1422497" y="1012732"/>
                    <a:pt x="1439869" y="1000753"/>
                    <a:pt x="1444866" y="993043"/>
                  </a:cubicBezTo>
                  <a:cubicBezTo>
                    <a:pt x="1449863" y="985333"/>
                    <a:pt x="1456415" y="985333"/>
                    <a:pt x="1468757" y="986127"/>
                  </a:cubicBezTo>
                  <a:cubicBezTo>
                    <a:pt x="1481100" y="986921"/>
                    <a:pt x="1486891" y="975704"/>
                    <a:pt x="1493046" y="971468"/>
                  </a:cubicBezTo>
                  <a:cubicBezTo>
                    <a:pt x="1499201" y="967233"/>
                    <a:pt x="1496884" y="965313"/>
                    <a:pt x="1491490" y="964155"/>
                  </a:cubicBezTo>
                  <a:cubicBezTo>
                    <a:pt x="1486097" y="962997"/>
                    <a:pt x="1481100" y="959522"/>
                    <a:pt x="1486494" y="959125"/>
                  </a:cubicBezTo>
                  <a:cubicBezTo>
                    <a:pt x="1491888" y="958728"/>
                    <a:pt x="1494601" y="955816"/>
                    <a:pt x="1496884" y="948735"/>
                  </a:cubicBezTo>
                  <a:cubicBezTo>
                    <a:pt x="1499167" y="941654"/>
                    <a:pt x="1494965" y="944896"/>
                    <a:pt x="1487652" y="935234"/>
                  </a:cubicBezTo>
                  <a:cubicBezTo>
                    <a:pt x="1480339" y="925571"/>
                    <a:pt x="1476467" y="938344"/>
                    <a:pt x="1469154" y="937550"/>
                  </a:cubicBezTo>
                  <a:cubicBezTo>
                    <a:pt x="1461841" y="936756"/>
                    <a:pt x="1474151" y="927623"/>
                    <a:pt x="1467996" y="923685"/>
                  </a:cubicBezTo>
                  <a:cubicBezTo>
                    <a:pt x="1461841" y="919748"/>
                    <a:pt x="1450260" y="922527"/>
                    <a:pt x="1440994" y="930303"/>
                  </a:cubicBezTo>
                  <a:cubicBezTo>
                    <a:pt x="1431729" y="938080"/>
                    <a:pt x="1432523" y="929906"/>
                    <a:pt x="1424449" y="937616"/>
                  </a:cubicBezTo>
                  <a:cubicBezTo>
                    <a:pt x="1416375" y="945327"/>
                    <a:pt x="1416375" y="933778"/>
                    <a:pt x="1420213" y="930701"/>
                  </a:cubicBezTo>
                  <a:cubicBezTo>
                    <a:pt x="1424052" y="927623"/>
                    <a:pt x="1426832" y="931065"/>
                    <a:pt x="1430141" y="926465"/>
                  </a:cubicBezTo>
                  <a:cubicBezTo>
                    <a:pt x="1433450" y="921865"/>
                    <a:pt x="1437090" y="926465"/>
                    <a:pt x="1445958" y="920674"/>
                  </a:cubicBezTo>
                  <a:cubicBezTo>
                    <a:pt x="1454826" y="914883"/>
                    <a:pt x="1462503" y="917597"/>
                    <a:pt x="1465217" y="913328"/>
                  </a:cubicBezTo>
                  <a:cubicBezTo>
                    <a:pt x="1467930" y="909059"/>
                    <a:pt x="1460981" y="903401"/>
                    <a:pt x="1452510" y="905254"/>
                  </a:cubicBezTo>
                  <a:cubicBezTo>
                    <a:pt x="1444039" y="907107"/>
                    <a:pt x="1438248" y="893672"/>
                    <a:pt x="1432854" y="897544"/>
                  </a:cubicBezTo>
                  <a:cubicBezTo>
                    <a:pt x="1427460" y="901415"/>
                    <a:pt x="1428618" y="891753"/>
                    <a:pt x="1422430" y="895625"/>
                  </a:cubicBezTo>
                  <a:cubicBezTo>
                    <a:pt x="1416243" y="899496"/>
                    <a:pt x="1412801" y="894466"/>
                    <a:pt x="1410088" y="887120"/>
                  </a:cubicBezTo>
                  <a:cubicBezTo>
                    <a:pt x="1407374" y="879774"/>
                    <a:pt x="1390829" y="867862"/>
                    <a:pt x="1380803" y="864784"/>
                  </a:cubicBezTo>
                  <a:cubicBezTo>
                    <a:pt x="1370776" y="861707"/>
                    <a:pt x="1377494" y="856313"/>
                    <a:pt x="1382722" y="860151"/>
                  </a:cubicBezTo>
                  <a:cubicBezTo>
                    <a:pt x="1387950" y="863990"/>
                    <a:pt x="1394304" y="856313"/>
                    <a:pt x="1396620" y="852441"/>
                  </a:cubicBezTo>
                  <a:cubicBezTo>
                    <a:pt x="1398936" y="848570"/>
                    <a:pt x="1392748" y="845128"/>
                    <a:pt x="1389671" y="844731"/>
                  </a:cubicBezTo>
                  <a:cubicBezTo>
                    <a:pt x="1386594" y="844334"/>
                    <a:pt x="1386594" y="839304"/>
                    <a:pt x="1387355" y="835466"/>
                  </a:cubicBezTo>
                  <a:cubicBezTo>
                    <a:pt x="1388116" y="831627"/>
                    <a:pt x="1376567" y="826598"/>
                    <a:pt x="1376170" y="822759"/>
                  </a:cubicBezTo>
                  <a:cubicBezTo>
                    <a:pt x="1375773" y="818921"/>
                    <a:pt x="1369221" y="816141"/>
                    <a:pt x="1369552" y="812832"/>
                  </a:cubicBezTo>
                  <a:cubicBezTo>
                    <a:pt x="1369883" y="809523"/>
                    <a:pt x="1362934" y="804361"/>
                    <a:pt x="1362934" y="799596"/>
                  </a:cubicBezTo>
                  <a:cubicBezTo>
                    <a:pt x="1362934" y="794831"/>
                    <a:pt x="1351385" y="785698"/>
                    <a:pt x="1350988" y="780337"/>
                  </a:cubicBezTo>
                  <a:cubicBezTo>
                    <a:pt x="1350591" y="774976"/>
                    <a:pt x="1344370" y="771072"/>
                    <a:pt x="1342120" y="764520"/>
                  </a:cubicBezTo>
                  <a:cubicBezTo>
                    <a:pt x="1339870" y="757968"/>
                    <a:pt x="1336726" y="761045"/>
                    <a:pt x="1334410" y="770311"/>
                  </a:cubicBezTo>
                  <a:cubicBezTo>
                    <a:pt x="1332093" y="779576"/>
                    <a:pt x="1324019" y="779179"/>
                    <a:pt x="1326336" y="782256"/>
                  </a:cubicBezTo>
                  <a:cubicBezTo>
                    <a:pt x="1331068" y="788577"/>
                    <a:pt x="1327461" y="788874"/>
                    <a:pt x="1324019" y="792647"/>
                  </a:cubicBezTo>
                  <a:cubicBezTo>
                    <a:pt x="1320578" y="796419"/>
                    <a:pt x="1326336" y="802276"/>
                    <a:pt x="1320710" y="802276"/>
                  </a:cubicBezTo>
                  <a:cubicBezTo>
                    <a:pt x="1315085" y="802276"/>
                    <a:pt x="1317633" y="814255"/>
                    <a:pt x="1314522" y="808894"/>
                  </a:cubicBezTo>
                  <a:cubicBezTo>
                    <a:pt x="1311412" y="803534"/>
                    <a:pt x="1304132" y="805023"/>
                    <a:pt x="1304132" y="810416"/>
                  </a:cubicBezTo>
                  <a:cubicBezTo>
                    <a:pt x="1304132" y="815810"/>
                    <a:pt x="1291789" y="820807"/>
                    <a:pt x="1286792" y="820344"/>
                  </a:cubicBezTo>
                  <a:cubicBezTo>
                    <a:pt x="1281796" y="819880"/>
                    <a:pt x="1281763" y="809556"/>
                    <a:pt x="1277527" y="812633"/>
                  </a:cubicBezTo>
                  <a:cubicBezTo>
                    <a:pt x="1273291" y="815711"/>
                    <a:pt x="1274218" y="803765"/>
                    <a:pt x="1267600" y="804162"/>
                  </a:cubicBezTo>
                  <a:cubicBezTo>
                    <a:pt x="1260982" y="804559"/>
                    <a:pt x="1256415" y="803765"/>
                    <a:pt x="1258368" y="797974"/>
                  </a:cubicBezTo>
                  <a:cubicBezTo>
                    <a:pt x="1260320" y="792183"/>
                    <a:pt x="1247183" y="789503"/>
                    <a:pt x="1251419" y="786029"/>
                  </a:cubicBezTo>
                  <a:cubicBezTo>
                    <a:pt x="1255654" y="782554"/>
                    <a:pt x="1250260" y="776399"/>
                    <a:pt x="1249499" y="766373"/>
                  </a:cubicBezTo>
                  <a:cubicBezTo>
                    <a:pt x="1248738" y="756346"/>
                    <a:pt x="1255290" y="755585"/>
                    <a:pt x="1255290" y="751747"/>
                  </a:cubicBezTo>
                  <a:cubicBezTo>
                    <a:pt x="1255290" y="747908"/>
                    <a:pt x="1250658" y="747908"/>
                    <a:pt x="1246025" y="750986"/>
                  </a:cubicBezTo>
                  <a:cubicBezTo>
                    <a:pt x="1241392" y="754063"/>
                    <a:pt x="1241392" y="746717"/>
                    <a:pt x="1236395" y="747114"/>
                  </a:cubicBezTo>
                  <a:cubicBezTo>
                    <a:pt x="1231399" y="747511"/>
                    <a:pt x="1216343" y="746717"/>
                    <a:pt x="1215582" y="739768"/>
                  </a:cubicBezTo>
                  <a:cubicBezTo>
                    <a:pt x="1214820" y="732819"/>
                    <a:pt x="1209791" y="736459"/>
                    <a:pt x="1207474" y="729841"/>
                  </a:cubicBezTo>
                  <a:cubicBezTo>
                    <a:pt x="1205158" y="723223"/>
                    <a:pt x="1198937" y="728517"/>
                    <a:pt x="1198937" y="723885"/>
                  </a:cubicBezTo>
                  <a:cubicBezTo>
                    <a:pt x="1198937" y="719252"/>
                    <a:pt x="1196224" y="717266"/>
                    <a:pt x="1191591" y="716936"/>
                  </a:cubicBezTo>
                  <a:cubicBezTo>
                    <a:pt x="1186958" y="716605"/>
                    <a:pt x="1185436" y="711542"/>
                    <a:pt x="1179281" y="710748"/>
                  </a:cubicBezTo>
                  <a:cubicBezTo>
                    <a:pt x="1173126" y="709953"/>
                    <a:pt x="1165383" y="715016"/>
                    <a:pt x="1161909" y="716538"/>
                  </a:cubicBezTo>
                  <a:cubicBezTo>
                    <a:pt x="1158434" y="718061"/>
                    <a:pt x="1149599" y="711145"/>
                    <a:pt x="1146124" y="713825"/>
                  </a:cubicBezTo>
                  <a:cubicBezTo>
                    <a:pt x="1142650" y="716505"/>
                    <a:pt x="1141889" y="711906"/>
                    <a:pt x="1132260" y="709225"/>
                  </a:cubicBezTo>
                  <a:cubicBezTo>
                    <a:pt x="1122630" y="706545"/>
                    <a:pt x="1109890" y="705751"/>
                    <a:pt x="1109096" y="709225"/>
                  </a:cubicBezTo>
                  <a:cubicBezTo>
                    <a:pt x="1108302" y="712700"/>
                    <a:pt x="1100592" y="713825"/>
                    <a:pt x="1101750" y="721932"/>
                  </a:cubicBezTo>
                  <a:cubicBezTo>
                    <a:pt x="1102908" y="730039"/>
                    <a:pt x="1111015" y="728550"/>
                    <a:pt x="1112935" y="733878"/>
                  </a:cubicBezTo>
                  <a:cubicBezTo>
                    <a:pt x="1114854" y="739206"/>
                    <a:pt x="1109096" y="737352"/>
                    <a:pt x="1108699" y="742349"/>
                  </a:cubicBezTo>
                  <a:cubicBezTo>
                    <a:pt x="1108302" y="747346"/>
                    <a:pt x="1103305" y="746982"/>
                    <a:pt x="1103305" y="750456"/>
                  </a:cubicBezTo>
                  <a:cubicBezTo>
                    <a:pt x="1103305" y="753931"/>
                    <a:pt x="1106780" y="753170"/>
                    <a:pt x="1108699" y="760086"/>
                  </a:cubicBezTo>
                  <a:cubicBezTo>
                    <a:pt x="1110618" y="767002"/>
                    <a:pt x="1114490" y="766704"/>
                    <a:pt x="1115648" y="775903"/>
                  </a:cubicBezTo>
                  <a:cubicBezTo>
                    <a:pt x="1116806" y="785102"/>
                    <a:pt x="1112538" y="783216"/>
                    <a:pt x="1108699" y="784374"/>
                  </a:cubicBezTo>
                  <a:cubicBezTo>
                    <a:pt x="1104861" y="785532"/>
                    <a:pt x="1109096" y="790165"/>
                    <a:pt x="1103669" y="796320"/>
                  </a:cubicBezTo>
                  <a:cubicBezTo>
                    <a:pt x="1098242" y="802475"/>
                    <a:pt x="1093742" y="809060"/>
                    <a:pt x="1097912" y="812865"/>
                  </a:cubicBezTo>
                  <a:cubicBezTo>
                    <a:pt x="1102081" y="816671"/>
                    <a:pt x="1117931" y="823256"/>
                    <a:pt x="1124119" y="833679"/>
                  </a:cubicBezTo>
                  <a:cubicBezTo>
                    <a:pt x="1130307" y="844103"/>
                    <a:pt x="1129910" y="860151"/>
                    <a:pt x="1127958" y="871866"/>
                  </a:cubicBezTo>
                  <a:cubicBezTo>
                    <a:pt x="1126005" y="883580"/>
                    <a:pt x="1112935" y="886094"/>
                    <a:pt x="1103305" y="896121"/>
                  </a:cubicBezTo>
                  <a:cubicBezTo>
                    <a:pt x="1093676" y="906147"/>
                    <a:pt x="1083649" y="904592"/>
                    <a:pt x="1079017" y="904989"/>
                  </a:cubicBezTo>
                  <a:cubicBezTo>
                    <a:pt x="1074384" y="905386"/>
                    <a:pt x="1077098" y="914652"/>
                    <a:pt x="1083649" y="921965"/>
                  </a:cubicBezTo>
                  <a:cubicBezTo>
                    <a:pt x="1090201" y="929278"/>
                    <a:pt x="1084808" y="931594"/>
                    <a:pt x="1088249" y="939304"/>
                  </a:cubicBezTo>
                  <a:cubicBezTo>
                    <a:pt x="1091690" y="947014"/>
                    <a:pt x="1088249" y="953169"/>
                    <a:pt x="1093279" y="960118"/>
                  </a:cubicBezTo>
                  <a:cubicBezTo>
                    <a:pt x="1098309" y="967067"/>
                    <a:pt x="1095198" y="969747"/>
                    <a:pt x="1089407" y="974744"/>
                  </a:cubicBezTo>
                  <a:cubicBezTo>
                    <a:pt x="1083616" y="979741"/>
                    <a:pt x="1091724" y="977093"/>
                    <a:pt x="1092121" y="983612"/>
                  </a:cubicBezTo>
                  <a:cubicBezTo>
                    <a:pt x="1092518" y="990131"/>
                    <a:pt x="1089407" y="986326"/>
                    <a:pt x="1084411" y="982851"/>
                  </a:cubicBezTo>
                  <a:cubicBezTo>
                    <a:pt x="1079414" y="979377"/>
                    <a:pt x="1074781" y="989469"/>
                    <a:pt x="1074781" y="993639"/>
                  </a:cubicBezTo>
                  <a:cubicBezTo>
                    <a:pt x="1074781" y="997808"/>
                    <a:pt x="1062836" y="987881"/>
                    <a:pt x="1060122" y="988245"/>
                  </a:cubicBezTo>
                  <a:cubicBezTo>
                    <a:pt x="1057409" y="988609"/>
                    <a:pt x="1060883" y="981627"/>
                    <a:pt x="1053967" y="976299"/>
                  </a:cubicBezTo>
                  <a:cubicBezTo>
                    <a:pt x="1047051" y="970972"/>
                    <a:pt x="1041624" y="969681"/>
                    <a:pt x="1041624" y="964354"/>
                  </a:cubicBezTo>
                  <a:cubicBezTo>
                    <a:pt x="1041624" y="959026"/>
                    <a:pt x="1029679" y="955088"/>
                    <a:pt x="1029679" y="948933"/>
                  </a:cubicBezTo>
                  <a:cubicBezTo>
                    <a:pt x="1029679" y="942779"/>
                    <a:pt x="1031201" y="926961"/>
                    <a:pt x="1028521" y="922461"/>
                  </a:cubicBezTo>
                  <a:cubicBezTo>
                    <a:pt x="1025840" y="917961"/>
                    <a:pt x="1028124" y="912832"/>
                    <a:pt x="1030440" y="908596"/>
                  </a:cubicBezTo>
                  <a:cubicBezTo>
                    <a:pt x="1032756" y="904361"/>
                    <a:pt x="1027759" y="897809"/>
                    <a:pt x="1020811" y="897809"/>
                  </a:cubicBezTo>
                  <a:cubicBezTo>
                    <a:pt x="1013862" y="897809"/>
                    <a:pt x="1004265" y="895492"/>
                    <a:pt x="994603" y="896253"/>
                  </a:cubicBezTo>
                  <a:cubicBezTo>
                    <a:pt x="984940" y="897014"/>
                    <a:pt x="979547" y="895492"/>
                    <a:pt x="976469" y="892779"/>
                  </a:cubicBezTo>
                  <a:cubicBezTo>
                    <a:pt x="969397" y="887307"/>
                    <a:pt x="961259" y="883374"/>
                    <a:pt x="952578" y="881230"/>
                  </a:cubicBezTo>
                  <a:cubicBezTo>
                    <a:pt x="940632" y="878153"/>
                    <a:pt x="935238" y="871998"/>
                    <a:pt x="934080" y="868523"/>
                  </a:cubicBezTo>
                  <a:cubicBezTo>
                    <a:pt x="932922" y="865049"/>
                    <a:pt x="920844" y="862335"/>
                    <a:pt x="918263" y="858861"/>
                  </a:cubicBezTo>
                  <a:cubicBezTo>
                    <a:pt x="915682" y="855386"/>
                    <a:pt x="904001" y="853500"/>
                    <a:pt x="899368" y="854261"/>
                  </a:cubicBezTo>
                  <a:cubicBezTo>
                    <a:pt x="894736" y="855022"/>
                    <a:pt x="883187" y="844599"/>
                    <a:pt x="876205" y="844996"/>
                  </a:cubicBezTo>
                  <a:cubicBezTo>
                    <a:pt x="869223" y="845393"/>
                    <a:pt x="853041" y="852309"/>
                    <a:pt x="850361" y="852706"/>
                  </a:cubicBezTo>
                  <a:cubicBezTo>
                    <a:pt x="847681" y="853103"/>
                    <a:pt x="850758" y="846915"/>
                    <a:pt x="852677" y="844235"/>
                  </a:cubicBezTo>
                  <a:cubicBezTo>
                    <a:pt x="854597" y="841555"/>
                    <a:pt x="846887" y="829940"/>
                    <a:pt x="844967" y="822263"/>
                  </a:cubicBezTo>
                  <a:cubicBezTo>
                    <a:pt x="843048" y="814586"/>
                    <a:pt x="840335" y="806048"/>
                    <a:pt x="832227" y="807207"/>
                  </a:cubicBezTo>
                  <a:cubicBezTo>
                    <a:pt x="825482" y="807706"/>
                    <a:pt x="818749" y="806087"/>
                    <a:pt x="812969" y="802574"/>
                  </a:cubicBezTo>
                  <a:cubicBezTo>
                    <a:pt x="810652" y="801052"/>
                    <a:pt x="810255" y="779080"/>
                    <a:pt x="812208" y="769847"/>
                  </a:cubicBezTo>
                  <a:cubicBezTo>
                    <a:pt x="814160" y="760615"/>
                    <a:pt x="824153" y="746684"/>
                    <a:pt x="824153" y="740926"/>
                  </a:cubicBezTo>
                  <a:cubicBezTo>
                    <a:pt x="824153" y="735168"/>
                    <a:pt x="830771" y="732422"/>
                    <a:pt x="836496" y="730999"/>
                  </a:cubicBezTo>
                  <a:cubicBezTo>
                    <a:pt x="842221" y="729576"/>
                    <a:pt x="837621" y="718292"/>
                    <a:pt x="843412" y="717531"/>
                  </a:cubicBezTo>
                  <a:cubicBezTo>
                    <a:pt x="849203" y="716770"/>
                    <a:pt x="849600" y="714421"/>
                    <a:pt x="850758" y="709821"/>
                  </a:cubicBezTo>
                  <a:cubicBezTo>
                    <a:pt x="851916" y="705221"/>
                    <a:pt x="858832" y="708266"/>
                    <a:pt x="854994" y="704427"/>
                  </a:cubicBezTo>
                  <a:cubicBezTo>
                    <a:pt x="851155" y="700589"/>
                    <a:pt x="854200" y="699398"/>
                    <a:pt x="863068" y="699398"/>
                  </a:cubicBezTo>
                  <a:cubicBezTo>
                    <a:pt x="871936" y="699398"/>
                    <a:pt x="885040" y="696320"/>
                    <a:pt x="883121" y="687452"/>
                  </a:cubicBezTo>
                  <a:cubicBezTo>
                    <a:pt x="881201" y="678584"/>
                    <a:pt x="858071" y="685136"/>
                    <a:pt x="858071" y="677822"/>
                  </a:cubicBezTo>
                  <a:cubicBezTo>
                    <a:pt x="858071" y="670510"/>
                    <a:pt x="828786" y="670112"/>
                    <a:pt x="830705" y="665877"/>
                  </a:cubicBezTo>
                  <a:cubicBezTo>
                    <a:pt x="832624" y="661641"/>
                    <a:pt x="859990" y="668954"/>
                    <a:pt x="870017" y="672793"/>
                  </a:cubicBezTo>
                  <a:cubicBezTo>
                    <a:pt x="876664" y="675729"/>
                    <a:pt x="884015" y="676694"/>
                    <a:pt x="891195" y="675572"/>
                  </a:cubicBezTo>
                  <a:cubicBezTo>
                    <a:pt x="899302" y="675208"/>
                    <a:pt x="893908" y="664785"/>
                    <a:pt x="895430" y="660549"/>
                  </a:cubicBezTo>
                  <a:cubicBezTo>
                    <a:pt x="896953" y="656314"/>
                    <a:pt x="912406" y="667167"/>
                    <a:pt x="921274" y="664785"/>
                  </a:cubicBezTo>
                  <a:cubicBezTo>
                    <a:pt x="930142" y="662402"/>
                    <a:pt x="938614" y="644368"/>
                    <a:pt x="945927" y="639371"/>
                  </a:cubicBezTo>
                  <a:cubicBezTo>
                    <a:pt x="953240" y="634375"/>
                    <a:pt x="946721" y="629709"/>
                    <a:pt x="932459" y="630867"/>
                  </a:cubicBezTo>
                  <a:cubicBezTo>
                    <a:pt x="918197" y="632025"/>
                    <a:pt x="910089" y="626631"/>
                    <a:pt x="902379" y="620940"/>
                  </a:cubicBezTo>
                  <a:cubicBezTo>
                    <a:pt x="894669" y="615248"/>
                    <a:pt x="895430" y="610549"/>
                    <a:pt x="903538" y="611310"/>
                  </a:cubicBezTo>
                  <a:cubicBezTo>
                    <a:pt x="911645" y="612072"/>
                    <a:pt x="930903" y="627856"/>
                    <a:pt x="938216" y="628286"/>
                  </a:cubicBezTo>
                  <a:cubicBezTo>
                    <a:pt x="945530" y="628716"/>
                    <a:pt x="958269" y="614024"/>
                    <a:pt x="964424" y="609391"/>
                  </a:cubicBezTo>
                  <a:cubicBezTo>
                    <a:pt x="970579" y="604759"/>
                    <a:pt x="958666" y="602773"/>
                    <a:pt x="954497" y="599464"/>
                  </a:cubicBezTo>
                  <a:cubicBezTo>
                    <a:pt x="950328" y="596155"/>
                    <a:pt x="961810" y="593706"/>
                    <a:pt x="967965" y="593706"/>
                  </a:cubicBezTo>
                  <a:cubicBezTo>
                    <a:pt x="974120" y="593706"/>
                    <a:pt x="976833" y="599100"/>
                    <a:pt x="979149" y="601780"/>
                  </a:cubicBezTo>
                  <a:cubicBezTo>
                    <a:pt x="981466" y="604461"/>
                    <a:pt x="992386" y="599861"/>
                    <a:pt x="997647" y="599861"/>
                  </a:cubicBezTo>
                  <a:cubicBezTo>
                    <a:pt x="1002909" y="599861"/>
                    <a:pt x="996886" y="590993"/>
                    <a:pt x="988018" y="587518"/>
                  </a:cubicBezTo>
                  <a:cubicBezTo>
                    <a:pt x="979149" y="584044"/>
                    <a:pt x="988415" y="577591"/>
                    <a:pt x="991095" y="582886"/>
                  </a:cubicBezTo>
                  <a:cubicBezTo>
                    <a:pt x="993776" y="588180"/>
                    <a:pt x="999963" y="587121"/>
                    <a:pt x="1003041" y="593309"/>
                  </a:cubicBezTo>
                  <a:cubicBezTo>
                    <a:pt x="1007541" y="602310"/>
                    <a:pt x="1010387" y="596387"/>
                    <a:pt x="1018097" y="593706"/>
                  </a:cubicBezTo>
                  <a:cubicBezTo>
                    <a:pt x="1024350" y="591240"/>
                    <a:pt x="1029809" y="587108"/>
                    <a:pt x="1033881" y="581761"/>
                  </a:cubicBezTo>
                  <a:cubicBezTo>
                    <a:pt x="1038117" y="577128"/>
                    <a:pt x="1038911" y="582522"/>
                    <a:pt x="1043808" y="575142"/>
                  </a:cubicBezTo>
                  <a:cubicBezTo>
                    <a:pt x="1048706" y="567763"/>
                    <a:pt x="1041492" y="560847"/>
                    <a:pt x="1035337" y="556248"/>
                  </a:cubicBezTo>
                  <a:cubicBezTo>
                    <a:pt x="1029182" y="551648"/>
                    <a:pt x="1035734" y="546982"/>
                    <a:pt x="1029546" y="543905"/>
                  </a:cubicBezTo>
                  <a:cubicBezTo>
                    <a:pt x="1023358" y="540828"/>
                    <a:pt x="1022233" y="535037"/>
                    <a:pt x="1029943" y="536559"/>
                  </a:cubicBezTo>
                  <a:cubicBezTo>
                    <a:pt x="1037654" y="538081"/>
                    <a:pt x="1043808" y="535798"/>
                    <a:pt x="1047283" y="530404"/>
                  </a:cubicBezTo>
                  <a:cubicBezTo>
                    <a:pt x="1050757" y="525010"/>
                    <a:pt x="1035734" y="523786"/>
                    <a:pt x="1042650" y="519981"/>
                  </a:cubicBezTo>
                  <a:cubicBezTo>
                    <a:pt x="1049566" y="516175"/>
                    <a:pt x="1043808" y="512304"/>
                    <a:pt x="1036859" y="512304"/>
                  </a:cubicBezTo>
                  <a:cubicBezTo>
                    <a:pt x="1029910" y="512304"/>
                    <a:pt x="1024153" y="508829"/>
                    <a:pt x="1023623" y="503038"/>
                  </a:cubicBezTo>
                  <a:cubicBezTo>
                    <a:pt x="1023094" y="497247"/>
                    <a:pt x="1011313" y="501119"/>
                    <a:pt x="1003967" y="497644"/>
                  </a:cubicBezTo>
                  <a:cubicBezTo>
                    <a:pt x="996621" y="494170"/>
                    <a:pt x="980473" y="494964"/>
                    <a:pt x="976602" y="495328"/>
                  </a:cubicBezTo>
                  <a:cubicBezTo>
                    <a:pt x="972730" y="495692"/>
                    <a:pt x="972366" y="511542"/>
                    <a:pt x="978157" y="511873"/>
                  </a:cubicBezTo>
                  <a:cubicBezTo>
                    <a:pt x="983948" y="512204"/>
                    <a:pt x="988547" y="518491"/>
                    <a:pt x="983551" y="520378"/>
                  </a:cubicBezTo>
                  <a:cubicBezTo>
                    <a:pt x="978554" y="522264"/>
                    <a:pt x="984312" y="528452"/>
                    <a:pt x="980473" y="528055"/>
                  </a:cubicBezTo>
                  <a:cubicBezTo>
                    <a:pt x="976635" y="527658"/>
                    <a:pt x="970546" y="525738"/>
                    <a:pt x="969289" y="535765"/>
                  </a:cubicBezTo>
                  <a:cubicBezTo>
                    <a:pt x="968031" y="545791"/>
                    <a:pt x="967303" y="549828"/>
                    <a:pt x="960685" y="553137"/>
                  </a:cubicBezTo>
                  <a:cubicBezTo>
                    <a:pt x="954067" y="556446"/>
                    <a:pt x="959163" y="541986"/>
                    <a:pt x="953008" y="542350"/>
                  </a:cubicBezTo>
                  <a:cubicBezTo>
                    <a:pt x="946853" y="542714"/>
                    <a:pt x="946059" y="554693"/>
                    <a:pt x="950692" y="555851"/>
                  </a:cubicBezTo>
                  <a:cubicBezTo>
                    <a:pt x="955324" y="557009"/>
                    <a:pt x="956085" y="560847"/>
                    <a:pt x="957310" y="566638"/>
                  </a:cubicBezTo>
                  <a:cubicBezTo>
                    <a:pt x="958534" y="572429"/>
                    <a:pt x="948839" y="568194"/>
                    <a:pt x="944967" y="575142"/>
                  </a:cubicBezTo>
                  <a:cubicBezTo>
                    <a:pt x="941095" y="582092"/>
                    <a:pt x="940731" y="572032"/>
                    <a:pt x="935338" y="567432"/>
                  </a:cubicBezTo>
                  <a:cubicBezTo>
                    <a:pt x="929944" y="562833"/>
                    <a:pt x="923392" y="555057"/>
                    <a:pt x="923756" y="549299"/>
                  </a:cubicBezTo>
                  <a:cubicBezTo>
                    <a:pt x="923681" y="545151"/>
                    <a:pt x="926956" y="541715"/>
                    <a:pt x="931102" y="541589"/>
                  </a:cubicBezTo>
                  <a:cubicBezTo>
                    <a:pt x="935338" y="540828"/>
                    <a:pt x="931102" y="536956"/>
                    <a:pt x="930705" y="530040"/>
                  </a:cubicBezTo>
                  <a:cubicBezTo>
                    <a:pt x="930308" y="523124"/>
                    <a:pt x="925311" y="525407"/>
                    <a:pt x="919123" y="518094"/>
                  </a:cubicBezTo>
                  <a:cubicBezTo>
                    <a:pt x="912935" y="510781"/>
                    <a:pt x="906416" y="510748"/>
                    <a:pt x="902942" y="514223"/>
                  </a:cubicBezTo>
                  <a:cubicBezTo>
                    <a:pt x="899467" y="517697"/>
                    <a:pt x="901784" y="524150"/>
                    <a:pt x="896324" y="526566"/>
                  </a:cubicBezTo>
                  <a:cubicBezTo>
                    <a:pt x="890864" y="528981"/>
                    <a:pt x="893246" y="539802"/>
                    <a:pt x="888614" y="540431"/>
                  </a:cubicBezTo>
                  <a:cubicBezTo>
                    <a:pt x="883981" y="541059"/>
                    <a:pt x="886695" y="521536"/>
                    <a:pt x="882856" y="519617"/>
                  </a:cubicBezTo>
                  <a:cubicBezTo>
                    <a:pt x="879018" y="517697"/>
                    <a:pt x="879547" y="512998"/>
                    <a:pt x="885139" y="512304"/>
                  </a:cubicBezTo>
                  <a:cubicBezTo>
                    <a:pt x="890731" y="511609"/>
                    <a:pt x="894405" y="505355"/>
                    <a:pt x="889375" y="505355"/>
                  </a:cubicBezTo>
                  <a:cubicBezTo>
                    <a:pt x="884345" y="505355"/>
                    <a:pt x="875510" y="499961"/>
                    <a:pt x="872035" y="498406"/>
                  </a:cubicBezTo>
                  <a:cubicBezTo>
                    <a:pt x="868561" y="496850"/>
                    <a:pt x="862803" y="505024"/>
                    <a:pt x="858799" y="501880"/>
                  </a:cubicBezTo>
                  <a:cubicBezTo>
                    <a:pt x="854795" y="498736"/>
                    <a:pt x="859196" y="491092"/>
                    <a:pt x="859560" y="486857"/>
                  </a:cubicBezTo>
                  <a:cubicBezTo>
                    <a:pt x="859924" y="482621"/>
                    <a:pt x="865748" y="488776"/>
                    <a:pt x="869487" y="483382"/>
                  </a:cubicBezTo>
                  <a:cubicBezTo>
                    <a:pt x="873227" y="477989"/>
                    <a:pt x="858700" y="477989"/>
                    <a:pt x="858700" y="472198"/>
                  </a:cubicBezTo>
                  <a:cubicBezTo>
                    <a:pt x="858700" y="466407"/>
                    <a:pt x="847151" y="464885"/>
                    <a:pt x="843280" y="462966"/>
                  </a:cubicBezTo>
                  <a:cubicBezTo>
                    <a:pt x="839408" y="461046"/>
                    <a:pt x="845993" y="451384"/>
                    <a:pt x="844041" y="447545"/>
                  </a:cubicBezTo>
                  <a:cubicBezTo>
                    <a:pt x="842088" y="443707"/>
                    <a:pt x="827859" y="431000"/>
                    <a:pt x="821705" y="432125"/>
                  </a:cubicBezTo>
                  <a:cubicBezTo>
                    <a:pt x="815550" y="433250"/>
                    <a:pt x="813995" y="424018"/>
                    <a:pt x="817469" y="424415"/>
                  </a:cubicBezTo>
                  <a:cubicBezTo>
                    <a:pt x="820944" y="424812"/>
                    <a:pt x="823624" y="422496"/>
                    <a:pt x="830176" y="415183"/>
                  </a:cubicBezTo>
                  <a:cubicBezTo>
                    <a:pt x="836728" y="407870"/>
                    <a:pt x="837489" y="405520"/>
                    <a:pt x="832889" y="403998"/>
                  </a:cubicBezTo>
                  <a:cubicBezTo>
                    <a:pt x="828290" y="402476"/>
                    <a:pt x="825940" y="397810"/>
                    <a:pt x="834047" y="398207"/>
                  </a:cubicBezTo>
                  <a:cubicBezTo>
                    <a:pt x="842155" y="398604"/>
                    <a:pt x="856384" y="403998"/>
                    <a:pt x="861016" y="400524"/>
                  </a:cubicBezTo>
                  <a:cubicBezTo>
                    <a:pt x="865649" y="397049"/>
                    <a:pt x="880308" y="374316"/>
                    <a:pt x="886066" y="366209"/>
                  </a:cubicBezTo>
                  <a:cubicBezTo>
                    <a:pt x="891824" y="358102"/>
                    <a:pt x="881830" y="357340"/>
                    <a:pt x="867965" y="358499"/>
                  </a:cubicBezTo>
                  <a:cubicBezTo>
                    <a:pt x="854100" y="359657"/>
                    <a:pt x="850990" y="353105"/>
                    <a:pt x="839441" y="352344"/>
                  </a:cubicBezTo>
                  <a:cubicBezTo>
                    <a:pt x="827893" y="351583"/>
                    <a:pt x="806351" y="354660"/>
                    <a:pt x="803042" y="358135"/>
                  </a:cubicBezTo>
                  <a:cubicBezTo>
                    <a:pt x="799732" y="361609"/>
                    <a:pt x="808799" y="364753"/>
                    <a:pt x="807674" y="368525"/>
                  </a:cubicBezTo>
                  <a:cubicBezTo>
                    <a:pt x="806549" y="372297"/>
                    <a:pt x="799567" y="365845"/>
                    <a:pt x="796490" y="367367"/>
                  </a:cubicBezTo>
                  <a:cubicBezTo>
                    <a:pt x="793412" y="368889"/>
                    <a:pt x="797648" y="373985"/>
                    <a:pt x="796490" y="387420"/>
                  </a:cubicBezTo>
                  <a:cubicBezTo>
                    <a:pt x="795331" y="400855"/>
                    <a:pt x="799170" y="401682"/>
                    <a:pt x="803108" y="406678"/>
                  </a:cubicBezTo>
                  <a:cubicBezTo>
                    <a:pt x="807046" y="411675"/>
                    <a:pt x="806185" y="418260"/>
                    <a:pt x="806185" y="426731"/>
                  </a:cubicBezTo>
                  <a:cubicBezTo>
                    <a:pt x="806185" y="435203"/>
                    <a:pt x="798078" y="434839"/>
                    <a:pt x="795398" y="436659"/>
                  </a:cubicBezTo>
                  <a:cubicBezTo>
                    <a:pt x="792717" y="438479"/>
                    <a:pt x="802314" y="441655"/>
                    <a:pt x="800791" y="447049"/>
                  </a:cubicBezTo>
                  <a:cubicBezTo>
                    <a:pt x="799269" y="452443"/>
                    <a:pt x="791162" y="443972"/>
                    <a:pt x="786529" y="445527"/>
                  </a:cubicBezTo>
                  <a:cubicBezTo>
                    <a:pt x="781897" y="447082"/>
                    <a:pt x="778058" y="460153"/>
                    <a:pt x="783055" y="464422"/>
                  </a:cubicBezTo>
                  <a:cubicBezTo>
                    <a:pt x="788052" y="468690"/>
                    <a:pt x="790004" y="467731"/>
                    <a:pt x="786132" y="472893"/>
                  </a:cubicBezTo>
                  <a:cubicBezTo>
                    <a:pt x="782261" y="478055"/>
                    <a:pt x="778058" y="485202"/>
                    <a:pt x="787290" y="492548"/>
                  </a:cubicBezTo>
                  <a:cubicBezTo>
                    <a:pt x="796523" y="499895"/>
                    <a:pt x="813498" y="499167"/>
                    <a:pt x="822366" y="504891"/>
                  </a:cubicBezTo>
                  <a:cubicBezTo>
                    <a:pt x="831235" y="510616"/>
                    <a:pt x="818528" y="507175"/>
                    <a:pt x="821969" y="513726"/>
                  </a:cubicBezTo>
                  <a:cubicBezTo>
                    <a:pt x="825411" y="520278"/>
                    <a:pt x="816212" y="522595"/>
                    <a:pt x="816576" y="527624"/>
                  </a:cubicBezTo>
                  <a:cubicBezTo>
                    <a:pt x="816940" y="532654"/>
                    <a:pt x="820447" y="529941"/>
                    <a:pt x="825080" y="521437"/>
                  </a:cubicBezTo>
                  <a:cubicBezTo>
                    <a:pt x="829713" y="512932"/>
                    <a:pt x="833154" y="523753"/>
                    <a:pt x="832790" y="531099"/>
                  </a:cubicBezTo>
                  <a:cubicBezTo>
                    <a:pt x="832426" y="538445"/>
                    <a:pt x="825841" y="534176"/>
                    <a:pt x="820844" y="541489"/>
                  </a:cubicBezTo>
                  <a:cubicBezTo>
                    <a:pt x="815848" y="548802"/>
                    <a:pt x="811182" y="549961"/>
                    <a:pt x="803869" y="548438"/>
                  </a:cubicBezTo>
                  <a:cubicBezTo>
                    <a:pt x="796556" y="546916"/>
                    <a:pt x="800791" y="558829"/>
                    <a:pt x="803869" y="565381"/>
                  </a:cubicBezTo>
                  <a:cubicBezTo>
                    <a:pt x="806946" y="571933"/>
                    <a:pt x="803108" y="574249"/>
                    <a:pt x="794603" y="571999"/>
                  </a:cubicBezTo>
                  <a:cubicBezTo>
                    <a:pt x="786099" y="569749"/>
                    <a:pt x="781136" y="564289"/>
                    <a:pt x="785371" y="557737"/>
                  </a:cubicBezTo>
                  <a:cubicBezTo>
                    <a:pt x="789607" y="551185"/>
                    <a:pt x="792684" y="543475"/>
                    <a:pt x="787688" y="544236"/>
                  </a:cubicBezTo>
                  <a:cubicBezTo>
                    <a:pt x="782691" y="544997"/>
                    <a:pt x="771142" y="543872"/>
                    <a:pt x="767635" y="538478"/>
                  </a:cubicBezTo>
                  <a:cubicBezTo>
                    <a:pt x="764127" y="533084"/>
                    <a:pt x="769951" y="535401"/>
                    <a:pt x="780341" y="536526"/>
                  </a:cubicBezTo>
                  <a:cubicBezTo>
                    <a:pt x="790732" y="537651"/>
                    <a:pt x="781897" y="529610"/>
                    <a:pt x="789607" y="529610"/>
                  </a:cubicBezTo>
                  <a:cubicBezTo>
                    <a:pt x="797317" y="529610"/>
                    <a:pt x="803108" y="533845"/>
                    <a:pt x="809660" y="528055"/>
                  </a:cubicBezTo>
                  <a:cubicBezTo>
                    <a:pt x="816212" y="522264"/>
                    <a:pt x="805424" y="511112"/>
                    <a:pt x="800030" y="513032"/>
                  </a:cubicBezTo>
                  <a:cubicBezTo>
                    <a:pt x="794637" y="514951"/>
                    <a:pt x="786132" y="517267"/>
                    <a:pt x="786132" y="511873"/>
                  </a:cubicBezTo>
                  <a:cubicBezTo>
                    <a:pt x="786132" y="506480"/>
                    <a:pt x="795398" y="510351"/>
                    <a:pt x="800394" y="509160"/>
                  </a:cubicBezTo>
                  <a:cubicBezTo>
                    <a:pt x="805391" y="507969"/>
                    <a:pt x="797714" y="501086"/>
                    <a:pt x="790004" y="503005"/>
                  </a:cubicBezTo>
                  <a:cubicBezTo>
                    <a:pt x="782294" y="504924"/>
                    <a:pt x="776768" y="505321"/>
                    <a:pt x="770712" y="498770"/>
                  </a:cubicBezTo>
                  <a:cubicBezTo>
                    <a:pt x="764657" y="492218"/>
                    <a:pt x="753373" y="488379"/>
                    <a:pt x="750659" y="503402"/>
                  </a:cubicBezTo>
                  <a:cubicBezTo>
                    <a:pt x="747946" y="518425"/>
                    <a:pt x="737191" y="510351"/>
                    <a:pt x="732956" y="515348"/>
                  </a:cubicBezTo>
                  <a:cubicBezTo>
                    <a:pt x="728720" y="520345"/>
                    <a:pt x="737952" y="523819"/>
                    <a:pt x="748376" y="524216"/>
                  </a:cubicBezTo>
                  <a:cubicBezTo>
                    <a:pt x="758799" y="524613"/>
                    <a:pt x="766477" y="534143"/>
                    <a:pt x="761612" y="534143"/>
                  </a:cubicBezTo>
                  <a:cubicBezTo>
                    <a:pt x="756748" y="534143"/>
                    <a:pt x="758899" y="541456"/>
                    <a:pt x="753505" y="538776"/>
                  </a:cubicBezTo>
                  <a:cubicBezTo>
                    <a:pt x="748111" y="536096"/>
                    <a:pt x="742718" y="538776"/>
                    <a:pt x="746556" y="543376"/>
                  </a:cubicBezTo>
                  <a:cubicBezTo>
                    <a:pt x="750395" y="547975"/>
                    <a:pt x="745034" y="549994"/>
                    <a:pt x="745398" y="554560"/>
                  </a:cubicBezTo>
                  <a:cubicBezTo>
                    <a:pt x="745762" y="559127"/>
                    <a:pt x="737324" y="554924"/>
                    <a:pt x="729217" y="554163"/>
                  </a:cubicBezTo>
                  <a:cubicBezTo>
                    <a:pt x="721109" y="553402"/>
                    <a:pt x="706053" y="556115"/>
                    <a:pt x="695299" y="558432"/>
                  </a:cubicBezTo>
                  <a:cubicBezTo>
                    <a:pt x="684544" y="560748"/>
                    <a:pt x="672566" y="556877"/>
                    <a:pt x="667933" y="551814"/>
                  </a:cubicBezTo>
                  <a:cubicBezTo>
                    <a:pt x="663300" y="546751"/>
                    <a:pt x="657145" y="547578"/>
                    <a:pt x="649435" y="547578"/>
                  </a:cubicBezTo>
                  <a:cubicBezTo>
                    <a:pt x="641725" y="547578"/>
                    <a:pt x="644041" y="540265"/>
                    <a:pt x="634015" y="539901"/>
                  </a:cubicBezTo>
                  <a:cubicBezTo>
                    <a:pt x="623989" y="539537"/>
                    <a:pt x="626305" y="531033"/>
                    <a:pt x="625147" y="526003"/>
                  </a:cubicBezTo>
                  <a:cubicBezTo>
                    <a:pt x="623989" y="520973"/>
                    <a:pt x="603936" y="522529"/>
                    <a:pt x="596623" y="527161"/>
                  </a:cubicBezTo>
                  <a:cubicBezTo>
                    <a:pt x="589310" y="531794"/>
                    <a:pt x="575015" y="529875"/>
                    <a:pt x="571176" y="538346"/>
                  </a:cubicBezTo>
                  <a:cubicBezTo>
                    <a:pt x="567338" y="546817"/>
                    <a:pt x="574651" y="545659"/>
                    <a:pt x="578886" y="545659"/>
                  </a:cubicBezTo>
                  <a:cubicBezTo>
                    <a:pt x="584776" y="545659"/>
                    <a:pt x="584280" y="538743"/>
                    <a:pt x="595067" y="540265"/>
                  </a:cubicBezTo>
                  <a:cubicBezTo>
                    <a:pt x="605855" y="541787"/>
                    <a:pt x="613565" y="529080"/>
                    <a:pt x="618231" y="533647"/>
                  </a:cubicBezTo>
                  <a:cubicBezTo>
                    <a:pt x="622897" y="538213"/>
                    <a:pt x="599733" y="547148"/>
                    <a:pt x="589707" y="548670"/>
                  </a:cubicBezTo>
                  <a:cubicBezTo>
                    <a:pt x="579680" y="550192"/>
                    <a:pt x="581997" y="558333"/>
                    <a:pt x="591626" y="572595"/>
                  </a:cubicBezTo>
                  <a:cubicBezTo>
                    <a:pt x="601255" y="586857"/>
                    <a:pt x="587390" y="578749"/>
                    <a:pt x="587390" y="585831"/>
                  </a:cubicBezTo>
                  <a:cubicBezTo>
                    <a:pt x="587390" y="592912"/>
                    <a:pt x="569290" y="583514"/>
                    <a:pt x="576603" y="581198"/>
                  </a:cubicBezTo>
                  <a:cubicBezTo>
                    <a:pt x="583916" y="578882"/>
                    <a:pt x="580475" y="571536"/>
                    <a:pt x="574684" y="566936"/>
                  </a:cubicBezTo>
                  <a:cubicBezTo>
                    <a:pt x="568893" y="562336"/>
                    <a:pt x="565054" y="566936"/>
                    <a:pt x="565815" y="561939"/>
                  </a:cubicBezTo>
                  <a:cubicBezTo>
                    <a:pt x="566576" y="556943"/>
                    <a:pt x="559627" y="562303"/>
                    <a:pt x="554234" y="558068"/>
                  </a:cubicBezTo>
                  <a:cubicBezTo>
                    <a:pt x="548840" y="553832"/>
                    <a:pt x="546160" y="550358"/>
                    <a:pt x="538814" y="554196"/>
                  </a:cubicBezTo>
                  <a:cubicBezTo>
                    <a:pt x="531467" y="558035"/>
                    <a:pt x="523029" y="556910"/>
                    <a:pt x="506848" y="559590"/>
                  </a:cubicBezTo>
                  <a:cubicBezTo>
                    <a:pt x="490667" y="562270"/>
                    <a:pt x="460951" y="561542"/>
                    <a:pt x="455558" y="556281"/>
                  </a:cubicBezTo>
                  <a:cubicBezTo>
                    <a:pt x="450164" y="551020"/>
                    <a:pt x="469456" y="541225"/>
                    <a:pt x="475213" y="542780"/>
                  </a:cubicBezTo>
                  <a:cubicBezTo>
                    <a:pt x="480971" y="544335"/>
                    <a:pt x="477530" y="536592"/>
                    <a:pt x="468595" y="529544"/>
                  </a:cubicBezTo>
                  <a:cubicBezTo>
                    <a:pt x="459661" y="522495"/>
                    <a:pt x="440071" y="518359"/>
                    <a:pt x="440468" y="522595"/>
                  </a:cubicBezTo>
                  <a:cubicBezTo>
                    <a:pt x="440865" y="526830"/>
                    <a:pt x="429284" y="522992"/>
                    <a:pt x="415022" y="520311"/>
                  </a:cubicBezTo>
                  <a:cubicBezTo>
                    <a:pt x="400760" y="517631"/>
                    <a:pt x="398840" y="512568"/>
                    <a:pt x="389575" y="512204"/>
                  </a:cubicBezTo>
                  <a:cubicBezTo>
                    <a:pt x="377377" y="511786"/>
                    <a:pt x="365576" y="507768"/>
                    <a:pt x="355657" y="500656"/>
                  </a:cubicBezTo>
                  <a:cubicBezTo>
                    <a:pt x="344870" y="492151"/>
                    <a:pt x="319423" y="494468"/>
                    <a:pt x="316346" y="502178"/>
                  </a:cubicBezTo>
                  <a:cubicBezTo>
                    <a:pt x="313268" y="509888"/>
                    <a:pt x="304764" y="509491"/>
                    <a:pt x="296293" y="509491"/>
                  </a:cubicBezTo>
                  <a:cubicBezTo>
                    <a:pt x="287822" y="509491"/>
                    <a:pt x="300131" y="499961"/>
                    <a:pt x="297054" y="498306"/>
                  </a:cubicBezTo>
                  <a:cubicBezTo>
                    <a:pt x="293017" y="496155"/>
                    <a:pt x="297451" y="485599"/>
                    <a:pt x="291296" y="484838"/>
                  </a:cubicBezTo>
                  <a:cubicBezTo>
                    <a:pt x="285141" y="484077"/>
                    <a:pt x="279351" y="510285"/>
                    <a:pt x="267769" y="509491"/>
                  </a:cubicBezTo>
                  <a:cubicBezTo>
                    <a:pt x="256187" y="508697"/>
                    <a:pt x="251224" y="481761"/>
                    <a:pt x="241561" y="474812"/>
                  </a:cubicBezTo>
                  <a:cubicBezTo>
                    <a:pt x="231899" y="467863"/>
                    <a:pt x="223063" y="467499"/>
                    <a:pt x="231138" y="477889"/>
                  </a:cubicBezTo>
                  <a:cubicBezTo>
                    <a:pt x="239212" y="488280"/>
                    <a:pt x="224222" y="480967"/>
                    <a:pt x="224983" y="487817"/>
                  </a:cubicBezTo>
                  <a:cubicBezTo>
                    <a:pt x="225744" y="494666"/>
                    <a:pt x="211746" y="502840"/>
                    <a:pt x="212276" y="499001"/>
                  </a:cubicBezTo>
                  <a:cubicBezTo>
                    <a:pt x="212805" y="495163"/>
                    <a:pt x="204566" y="490894"/>
                    <a:pt x="195300" y="501681"/>
                  </a:cubicBezTo>
                  <a:cubicBezTo>
                    <a:pt x="186035" y="512469"/>
                    <a:pt x="179483" y="510947"/>
                    <a:pt x="178755" y="507075"/>
                  </a:cubicBezTo>
                  <a:cubicBezTo>
                    <a:pt x="178027" y="503204"/>
                    <a:pt x="150628" y="517002"/>
                    <a:pt x="151786" y="521734"/>
                  </a:cubicBezTo>
                  <a:cubicBezTo>
                    <a:pt x="152945" y="526466"/>
                    <a:pt x="147551" y="529842"/>
                    <a:pt x="140205" y="529444"/>
                  </a:cubicBezTo>
                  <a:cubicBezTo>
                    <a:pt x="132859" y="529047"/>
                    <a:pt x="138683" y="522826"/>
                    <a:pt x="144440" y="519782"/>
                  </a:cubicBezTo>
                  <a:cubicBezTo>
                    <a:pt x="151058" y="516473"/>
                    <a:pt x="168729" y="502079"/>
                    <a:pt x="177994" y="500556"/>
                  </a:cubicBezTo>
                  <a:cubicBezTo>
                    <a:pt x="187259" y="499034"/>
                    <a:pt x="204963" y="491688"/>
                    <a:pt x="205360" y="487320"/>
                  </a:cubicBezTo>
                  <a:cubicBezTo>
                    <a:pt x="205757" y="482952"/>
                    <a:pt x="196492" y="486526"/>
                    <a:pt x="190337" y="485368"/>
                  </a:cubicBezTo>
                  <a:cubicBezTo>
                    <a:pt x="184182" y="484210"/>
                    <a:pt x="173361" y="491159"/>
                    <a:pt x="162938" y="495791"/>
                  </a:cubicBezTo>
                  <a:cubicBezTo>
                    <a:pt x="152514" y="500424"/>
                    <a:pt x="140602" y="498869"/>
                    <a:pt x="143679" y="505024"/>
                  </a:cubicBezTo>
                  <a:cubicBezTo>
                    <a:pt x="146757" y="511178"/>
                    <a:pt x="134050" y="504263"/>
                    <a:pt x="131336" y="508333"/>
                  </a:cubicBezTo>
                  <a:cubicBezTo>
                    <a:pt x="128623" y="512403"/>
                    <a:pt x="123626" y="507936"/>
                    <a:pt x="127498" y="505619"/>
                  </a:cubicBezTo>
                  <a:cubicBezTo>
                    <a:pt x="131370" y="503303"/>
                    <a:pt x="118233" y="499001"/>
                    <a:pt x="118233" y="501781"/>
                  </a:cubicBezTo>
                  <a:cubicBezTo>
                    <a:pt x="118233" y="504560"/>
                    <a:pt x="115916" y="507936"/>
                    <a:pt x="106684" y="507936"/>
                  </a:cubicBezTo>
                  <a:cubicBezTo>
                    <a:pt x="97452" y="507936"/>
                    <a:pt x="88186" y="514554"/>
                    <a:pt x="94341" y="519120"/>
                  </a:cubicBezTo>
                  <a:cubicBezTo>
                    <a:pt x="100496" y="523687"/>
                    <a:pt x="104268" y="526069"/>
                    <a:pt x="101290" y="529047"/>
                  </a:cubicBezTo>
                  <a:cubicBezTo>
                    <a:pt x="98312" y="532026"/>
                    <a:pt x="88550" y="520940"/>
                    <a:pt x="75082" y="522098"/>
                  </a:cubicBezTo>
                  <a:cubicBezTo>
                    <a:pt x="61615" y="523257"/>
                    <a:pt x="34580" y="507075"/>
                    <a:pt x="34580" y="503237"/>
                  </a:cubicBezTo>
                  <a:cubicBezTo>
                    <a:pt x="34580" y="499928"/>
                    <a:pt x="15619" y="502045"/>
                    <a:pt x="2482" y="500623"/>
                  </a:cubicBezTo>
                  <a:lnTo>
                    <a:pt x="2482" y="767035"/>
                  </a:lnTo>
                  <a:cubicBezTo>
                    <a:pt x="2482" y="767035"/>
                    <a:pt x="9100" y="771998"/>
                    <a:pt x="11714" y="768921"/>
                  </a:cubicBezTo>
                  <a:cubicBezTo>
                    <a:pt x="14328" y="765843"/>
                    <a:pt x="18928" y="769947"/>
                    <a:pt x="27664" y="765843"/>
                  </a:cubicBezTo>
                  <a:cubicBezTo>
                    <a:pt x="36400" y="761740"/>
                    <a:pt x="39477" y="770476"/>
                    <a:pt x="39477" y="774546"/>
                  </a:cubicBezTo>
                  <a:cubicBezTo>
                    <a:pt x="39477" y="778616"/>
                    <a:pt x="51820" y="785367"/>
                    <a:pt x="56949" y="792051"/>
                  </a:cubicBezTo>
                  <a:cubicBezTo>
                    <a:pt x="62078" y="798735"/>
                    <a:pt x="64659" y="804361"/>
                    <a:pt x="70185" y="800787"/>
                  </a:cubicBezTo>
                  <a:cubicBezTo>
                    <a:pt x="75711" y="797213"/>
                    <a:pt x="86102" y="795129"/>
                    <a:pt x="86102" y="788444"/>
                  </a:cubicBezTo>
                  <a:cubicBezTo>
                    <a:pt x="86102" y="781760"/>
                    <a:pt x="109761" y="780734"/>
                    <a:pt x="109761" y="789470"/>
                  </a:cubicBezTo>
                  <a:cubicBezTo>
                    <a:pt x="109761" y="798206"/>
                    <a:pt x="133917" y="808497"/>
                    <a:pt x="147286" y="832124"/>
                  </a:cubicBezTo>
                  <a:cubicBezTo>
                    <a:pt x="160655" y="855750"/>
                    <a:pt x="158570" y="860913"/>
                    <a:pt x="178126" y="868523"/>
                  </a:cubicBezTo>
                  <a:cubicBezTo>
                    <a:pt x="197683" y="876134"/>
                    <a:pt x="197120" y="880337"/>
                    <a:pt x="194672" y="887021"/>
                  </a:cubicBezTo>
                  <a:cubicBezTo>
                    <a:pt x="192223" y="893705"/>
                    <a:pt x="206485" y="897312"/>
                    <a:pt x="198246" y="902938"/>
                  </a:cubicBezTo>
                  <a:cubicBezTo>
                    <a:pt x="195102" y="905122"/>
                    <a:pt x="190668" y="908265"/>
                    <a:pt x="186399" y="911343"/>
                  </a:cubicBezTo>
                  <a:cubicBezTo>
                    <a:pt x="186763" y="914652"/>
                    <a:pt x="189708" y="916902"/>
                    <a:pt x="193778" y="920178"/>
                  </a:cubicBezTo>
                  <a:cubicBezTo>
                    <a:pt x="198378" y="924016"/>
                    <a:pt x="185274" y="924016"/>
                    <a:pt x="189146" y="927491"/>
                  </a:cubicBezTo>
                  <a:cubicBezTo>
                    <a:pt x="193017" y="930965"/>
                    <a:pt x="188351" y="936359"/>
                    <a:pt x="192223" y="940727"/>
                  </a:cubicBezTo>
                  <a:cubicBezTo>
                    <a:pt x="196095" y="945095"/>
                    <a:pt x="203011" y="943440"/>
                    <a:pt x="207246" y="939966"/>
                  </a:cubicBezTo>
                  <a:cubicBezTo>
                    <a:pt x="211482" y="936491"/>
                    <a:pt x="214592" y="944201"/>
                    <a:pt x="211118" y="949893"/>
                  </a:cubicBezTo>
                  <a:cubicBezTo>
                    <a:pt x="209573" y="951956"/>
                    <a:pt x="209993" y="954880"/>
                    <a:pt x="212056" y="956424"/>
                  </a:cubicBezTo>
                  <a:cubicBezTo>
                    <a:pt x="214040" y="957910"/>
                    <a:pt x="216840" y="957585"/>
                    <a:pt x="218431" y="955684"/>
                  </a:cubicBezTo>
                  <a:cubicBezTo>
                    <a:pt x="221740" y="951448"/>
                    <a:pt x="229218" y="962633"/>
                    <a:pt x="232693" y="964552"/>
                  </a:cubicBezTo>
                  <a:cubicBezTo>
                    <a:pt x="236167" y="966471"/>
                    <a:pt x="239642" y="972262"/>
                    <a:pt x="233851" y="972262"/>
                  </a:cubicBezTo>
                  <a:cubicBezTo>
                    <a:pt x="228060" y="972262"/>
                    <a:pt x="228854" y="982189"/>
                    <a:pt x="233090" y="982653"/>
                  </a:cubicBezTo>
                  <a:cubicBezTo>
                    <a:pt x="237325" y="983116"/>
                    <a:pt x="236928" y="988444"/>
                    <a:pt x="236928" y="991918"/>
                  </a:cubicBezTo>
                  <a:cubicBezTo>
                    <a:pt x="236928" y="995393"/>
                    <a:pt x="250429" y="1000389"/>
                    <a:pt x="255426" y="998867"/>
                  </a:cubicBezTo>
                  <a:cubicBezTo>
                    <a:pt x="260423" y="997345"/>
                    <a:pt x="265055" y="1001945"/>
                    <a:pt x="267372" y="1006180"/>
                  </a:cubicBezTo>
                  <a:cubicBezTo>
                    <a:pt x="269688" y="1010416"/>
                    <a:pt x="278953" y="1013493"/>
                    <a:pt x="282428" y="1010813"/>
                  </a:cubicBezTo>
                  <a:cubicBezTo>
                    <a:pt x="285902" y="1008132"/>
                    <a:pt x="288219" y="1015809"/>
                    <a:pt x="289046" y="1021203"/>
                  </a:cubicBezTo>
                  <a:cubicBezTo>
                    <a:pt x="289873" y="1026597"/>
                    <a:pt x="297517" y="1023520"/>
                    <a:pt x="302282" y="1023156"/>
                  </a:cubicBezTo>
                  <a:cubicBezTo>
                    <a:pt x="307047" y="1022792"/>
                    <a:pt x="309595" y="1029310"/>
                    <a:pt x="312673" y="1028152"/>
                  </a:cubicBezTo>
                  <a:cubicBezTo>
                    <a:pt x="319489" y="1025604"/>
                    <a:pt x="321541" y="1037451"/>
                    <a:pt x="325909" y="1044433"/>
                  </a:cubicBezTo>
                  <a:lnTo>
                    <a:pt x="805159" y="1042447"/>
                  </a:lnTo>
                  <a:cubicBezTo>
                    <a:pt x="805159" y="1042447"/>
                    <a:pt x="805490" y="1030535"/>
                    <a:pt x="811149" y="1034638"/>
                  </a:cubicBezTo>
                  <a:cubicBezTo>
                    <a:pt x="816807" y="1038741"/>
                    <a:pt x="811645" y="1045425"/>
                    <a:pt x="818329" y="1047874"/>
                  </a:cubicBezTo>
                  <a:cubicBezTo>
                    <a:pt x="825014" y="1050323"/>
                    <a:pt x="829646" y="1054492"/>
                    <a:pt x="833253" y="1053003"/>
                  </a:cubicBezTo>
                  <a:cubicBezTo>
                    <a:pt x="836860" y="1051514"/>
                    <a:pt x="843180" y="1046385"/>
                    <a:pt x="849170" y="1053566"/>
                  </a:cubicBezTo>
                  <a:cubicBezTo>
                    <a:pt x="855159" y="1060746"/>
                    <a:pt x="859957" y="1054559"/>
                    <a:pt x="863564" y="1059191"/>
                  </a:cubicBezTo>
                  <a:cubicBezTo>
                    <a:pt x="867171" y="1063824"/>
                    <a:pt x="873855" y="1067431"/>
                    <a:pt x="878455" y="1061772"/>
                  </a:cubicBezTo>
                  <a:cubicBezTo>
                    <a:pt x="882227" y="1057173"/>
                    <a:pt x="896423" y="1062732"/>
                    <a:pt x="903339" y="1065247"/>
                  </a:cubicBezTo>
                  <a:cubicBezTo>
                    <a:pt x="911777" y="1058629"/>
                    <a:pt x="918461" y="1044036"/>
                    <a:pt x="926006" y="1044036"/>
                  </a:cubicBezTo>
                  <a:cubicBezTo>
                    <a:pt x="935933" y="1044036"/>
                    <a:pt x="961479" y="1046352"/>
                    <a:pt x="963001" y="1059456"/>
                  </a:cubicBezTo>
                  <a:cubicBezTo>
                    <a:pt x="964523" y="1072560"/>
                    <a:pt x="979977" y="1060217"/>
                    <a:pt x="981532" y="1072692"/>
                  </a:cubicBezTo>
                  <a:cubicBezTo>
                    <a:pt x="982823" y="1083149"/>
                    <a:pt x="993014" y="1091421"/>
                    <a:pt x="991459" y="1096981"/>
                  </a:cubicBezTo>
                  <a:cubicBezTo>
                    <a:pt x="994893" y="1099090"/>
                    <a:pt x="998207" y="1101388"/>
                    <a:pt x="1001386" y="1103863"/>
                  </a:cubicBezTo>
                  <a:cubicBezTo>
                    <a:pt x="1006284" y="1102209"/>
                    <a:pt x="1019321" y="1104294"/>
                    <a:pt x="1027859" y="1107371"/>
                  </a:cubicBezTo>
                  <a:cubicBezTo>
                    <a:pt x="1038646" y="1111210"/>
                    <a:pt x="1054828" y="1102771"/>
                    <a:pt x="1060221" y="1115842"/>
                  </a:cubicBezTo>
                  <a:cubicBezTo>
                    <a:pt x="1065615" y="1128913"/>
                    <a:pt x="1078156" y="1138840"/>
                    <a:pt x="1066376" y="1139767"/>
                  </a:cubicBezTo>
                  <a:cubicBezTo>
                    <a:pt x="1056449" y="1140528"/>
                    <a:pt x="1043213" y="1126530"/>
                    <a:pt x="1044040" y="1134373"/>
                  </a:cubicBezTo>
                  <a:cubicBezTo>
                    <a:pt x="1044867" y="1142215"/>
                    <a:pt x="1038646" y="1138211"/>
                    <a:pt x="1038646" y="1149760"/>
                  </a:cubicBezTo>
                  <a:cubicBezTo>
                    <a:pt x="1038646" y="1161309"/>
                    <a:pt x="1030936" y="1177523"/>
                    <a:pt x="1026303" y="1176762"/>
                  </a:cubicBezTo>
                  <a:cubicBezTo>
                    <a:pt x="1026143" y="1176710"/>
                    <a:pt x="1025988" y="1176643"/>
                    <a:pt x="1025840" y="1176563"/>
                  </a:cubicBezTo>
                  <a:cubicBezTo>
                    <a:pt x="1025079" y="1180931"/>
                    <a:pt x="1025013" y="1186491"/>
                    <a:pt x="1028686" y="1190197"/>
                  </a:cubicBezTo>
                  <a:cubicBezTo>
                    <a:pt x="1034543" y="1185928"/>
                    <a:pt x="1042981" y="1178582"/>
                    <a:pt x="1050195" y="1179078"/>
                  </a:cubicBezTo>
                  <a:cubicBezTo>
                    <a:pt x="1061777" y="1179839"/>
                    <a:pt x="1064854" y="1186788"/>
                    <a:pt x="1072564" y="1181395"/>
                  </a:cubicBezTo>
                  <a:cubicBezTo>
                    <a:pt x="1080274" y="1176001"/>
                    <a:pt x="1081796" y="1173685"/>
                    <a:pt x="1083352" y="1177523"/>
                  </a:cubicBezTo>
                  <a:cubicBezTo>
                    <a:pt x="1083500" y="1178120"/>
                    <a:pt x="1083404" y="1178750"/>
                    <a:pt x="1083087" y="1179277"/>
                  </a:cubicBezTo>
                  <a:cubicBezTo>
                    <a:pt x="1086032" y="1177688"/>
                    <a:pt x="1088084" y="1176166"/>
                    <a:pt x="1088249" y="1174942"/>
                  </a:cubicBezTo>
                  <a:cubicBezTo>
                    <a:pt x="1088315" y="1172608"/>
                    <a:pt x="1087980" y="1170279"/>
                    <a:pt x="1087256" y="1168059"/>
                  </a:cubicBezTo>
                  <a:cubicBezTo>
                    <a:pt x="1079513" y="1169184"/>
                    <a:pt x="1076998" y="1169780"/>
                    <a:pt x="1074881" y="1164419"/>
                  </a:cubicBezTo>
                  <a:cubicBezTo>
                    <a:pt x="1071770" y="1156709"/>
                    <a:pt x="1098044" y="1148999"/>
                    <a:pt x="1110320" y="1150554"/>
                  </a:cubicBezTo>
                  <a:cubicBezTo>
                    <a:pt x="1122035" y="1152010"/>
                    <a:pt x="1130175" y="1143936"/>
                    <a:pt x="1134344" y="1148833"/>
                  </a:cubicBezTo>
                  <a:cubicBezTo>
                    <a:pt x="1141756" y="1142215"/>
                    <a:pt x="1154397" y="1131262"/>
                    <a:pt x="1157508" y="1131262"/>
                  </a:cubicBezTo>
                  <a:cubicBezTo>
                    <a:pt x="1162140" y="1131262"/>
                    <a:pt x="1217071" y="1130766"/>
                    <a:pt x="1217071" y="1130766"/>
                  </a:cubicBezTo>
                  <a:cubicBezTo>
                    <a:pt x="1217071" y="1130766"/>
                    <a:pt x="1236098" y="1118953"/>
                    <a:pt x="1238679" y="1108165"/>
                  </a:cubicBezTo>
                  <a:cubicBezTo>
                    <a:pt x="1241260" y="1097378"/>
                    <a:pt x="1253570" y="1071766"/>
                    <a:pt x="1260750" y="1077325"/>
                  </a:cubicBezTo>
                  <a:cubicBezTo>
                    <a:pt x="1267931" y="1082884"/>
                    <a:pt x="1283384" y="1078847"/>
                    <a:pt x="1283913" y="1083943"/>
                  </a:cubicBezTo>
                  <a:cubicBezTo>
                    <a:pt x="1284443" y="1089039"/>
                    <a:pt x="1278818" y="1106147"/>
                    <a:pt x="1298573" y="1132255"/>
                  </a:cubicBezTo>
                  <a:cubicBezTo>
                    <a:pt x="1305522" y="1127854"/>
                    <a:pt x="1312735" y="1124413"/>
                    <a:pt x="1316806" y="1124644"/>
                  </a:cubicBezTo>
                  <a:cubicBezTo>
                    <a:pt x="1323754" y="1125041"/>
                    <a:pt x="1334145" y="1115776"/>
                    <a:pt x="1337255" y="1110018"/>
                  </a:cubicBezTo>
                  <a:cubicBezTo>
                    <a:pt x="1340366" y="1104260"/>
                    <a:pt x="1344569" y="1115412"/>
                    <a:pt x="1338414" y="1117331"/>
                  </a:cubicBezTo>
                  <a:cubicBezTo>
                    <a:pt x="1332259" y="1119251"/>
                    <a:pt x="1343410" y="1123949"/>
                    <a:pt x="1354198" y="1123486"/>
                  </a:cubicBezTo>
                  <a:cubicBezTo>
                    <a:pt x="1364985" y="1123023"/>
                    <a:pt x="1349201" y="1127358"/>
                    <a:pt x="1340962" y="1126961"/>
                  </a:cubicBezTo>
                  <a:cubicBezTo>
                    <a:pt x="1332722" y="1126564"/>
                    <a:pt x="1329413" y="1127722"/>
                    <a:pt x="1318625" y="1138542"/>
                  </a:cubicBezTo>
                  <a:cubicBezTo>
                    <a:pt x="1307838" y="1149363"/>
                    <a:pt x="1310518" y="1152407"/>
                    <a:pt x="1316673" y="1157801"/>
                  </a:cubicBezTo>
                  <a:cubicBezTo>
                    <a:pt x="1322828" y="1163195"/>
                    <a:pt x="1330935" y="1160878"/>
                    <a:pt x="1339440" y="1153565"/>
                  </a:cubicBezTo>
                  <a:cubicBezTo>
                    <a:pt x="1347944" y="1146252"/>
                    <a:pt x="1347514" y="1138906"/>
                    <a:pt x="1355985" y="1139303"/>
                  </a:cubicBezTo>
                  <a:cubicBezTo>
                    <a:pt x="1364456" y="1139701"/>
                    <a:pt x="1386428" y="1131593"/>
                    <a:pt x="1396057" y="1128516"/>
                  </a:cubicBezTo>
                  <a:cubicBezTo>
                    <a:pt x="1405687" y="1125439"/>
                    <a:pt x="1399532" y="1123883"/>
                    <a:pt x="1399532" y="1119648"/>
                  </a:cubicBezTo>
                  <a:cubicBezTo>
                    <a:pt x="1399532" y="1115412"/>
                    <a:pt x="1416474" y="1115412"/>
                    <a:pt x="1422695" y="1111143"/>
                  </a:cubicBezTo>
                  <a:cubicBezTo>
                    <a:pt x="1428916" y="1106875"/>
                    <a:pt x="1421868" y="1103499"/>
                    <a:pt x="1416474" y="1104294"/>
                  </a:cubicBezTo>
                  <a:close/>
                  <a:moveTo>
                    <a:pt x="413169" y="604494"/>
                  </a:moveTo>
                  <a:cubicBezTo>
                    <a:pt x="403043" y="617035"/>
                    <a:pt x="399668" y="618888"/>
                    <a:pt x="389244" y="617035"/>
                  </a:cubicBezTo>
                  <a:cubicBezTo>
                    <a:pt x="378821" y="615182"/>
                    <a:pt x="372401" y="620344"/>
                    <a:pt x="377596" y="624117"/>
                  </a:cubicBezTo>
                  <a:cubicBezTo>
                    <a:pt x="382791" y="627889"/>
                    <a:pt x="383122" y="630735"/>
                    <a:pt x="372401" y="633283"/>
                  </a:cubicBezTo>
                  <a:cubicBezTo>
                    <a:pt x="361680" y="635831"/>
                    <a:pt x="354632" y="644037"/>
                    <a:pt x="350330" y="643210"/>
                  </a:cubicBezTo>
                  <a:cubicBezTo>
                    <a:pt x="346028" y="642383"/>
                    <a:pt x="368728" y="626036"/>
                    <a:pt x="362904" y="621734"/>
                  </a:cubicBezTo>
                  <a:cubicBezTo>
                    <a:pt x="357080" y="617432"/>
                    <a:pt x="342653" y="629113"/>
                    <a:pt x="342355" y="634308"/>
                  </a:cubicBezTo>
                  <a:cubicBezTo>
                    <a:pt x="342057" y="639504"/>
                    <a:pt x="332428" y="639835"/>
                    <a:pt x="326736" y="639504"/>
                  </a:cubicBezTo>
                  <a:cubicBezTo>
                    <a:pt x="321045" y="639173"/>
                    <a:pt x="313235" y="633680"/>
                    <a:pt x="319059" y="633084"/>
                  </a:cubicBezTo>
                  <a:cubicBezTo>
                    <a:pt x="324883" y="632488"/>
                    <a:pt x="320912" y="626036"/>
                    <a:pt x="328986" y="622991"/>
                  </a:cubicBezTo>
                  <a:cubicBezTo>
                    <a:pt x="337060" y="619947"/>
                    <a:pt x="327431" y="615314"/>
                    <a:pt x="329880" y="611939"/>
                  </a:cubicBezTo>
                  <a:cubicBezTo>
                    <a:pt x="332328" y="608564"/>
                    <a:pt x="348576" y="615248"/>
                    <a:pt x="348907" y="609193"/>
                  </a:cubicBezTo>
                  <a:cubicBezTo>
                    <a:pt x="349238" y="603137"/>
                    <a:pt x="332659" y="597843"/>
                    <a:pt x="327133" y="601516"/>
                  </a:cubicBezTo>
                  <a:cubicBezTo>
                    <a:pt x="321607" y="605189"/>
                    <a:pt x="308735" y="613792"/>
                    <a:pt x="293414" y="607042"/>
                  </a:cubicBezTo>
                  <a:cubicBezTo>
                    <a:pt x="288583" y="604924"/>
                    <a:pt x="332031" y="600424"/>
                    <a:pt x="339410" y="593574"/>
                  </a:cubicBezTo>
                  <a:cubicBezTo>
                    <a:pt x="346789" y="586724"/>
                    <a:pt x="379846" y="579146"/>
                    <a:pt x="382428" y="585268"/>
                  </a:cubicBezTo>
                  <a:cubicBezTo>
                    <a:pt x="385009" y="591390"/>
                    <a:pt x="364658" y="595394"/>
                    <a:pt x="374453" y="600920"/>
                  </a:cubicBezTo>
                  <a:cubicBezTo>
                    <a:pt x="384247" y="606446"/>
                    <a:pt x="400197" y="602740"/>
                    <a:pt x="403870" y="596916"/>
                  </a:cubicBezTo>
                  <a:cubicBezTo>
                    <a:pt x="407543" y="591092"/>
                    <a:pt x="423261" y="592151"/>
                    <a:pt x="413169" y="604725"/>
                  </a:cubicBezTo>
                  <a:close/>
                  <a:moveTo>
                    <a:pt x="510653" y="728517"/>
                  </a:moveTo>
                  <a:cubicBezTo>
                    <a:pt x="498708" y="738941"/>
                    <a:pt x="499634" y="736194"/>
                    <a:pt x="489211" y="738014"/>
                  </a:cubicBezTo>
                  <a:cubicBezTo>
                    <a:pt x="478787" y="739834"/>
                    <a:pt x="487060" y="750291"/>
                    <a:pt x="474485" y="751250"/>
                  </a:cubicBezTo>
                  <a:cubicBezTo>
                    <a:pt x="461911" y="752210"/>
                    <a:pt x="431468" y="753401"/>
                    <a:pt x="427298" y="746353"/>
                  </a:cubicBezTo>
                  <a:cubicBezTo>
                    <a:pt x="425842" y="744004"/>
                    <a:pt x="443844" y="745757"/>
                    <a:pt x="445068" y="740562"/>
                  </a:cubicBezTo>
                  <a:cubicBezTo>
                    <a:pt x="446292" y="735367"/>
                    <a:pt x="451190" y="727061"/>
                    <a:pt x="458867" y="727061"/>
                  </a:cubicBezTo>
                  <a:cubicBezTo>
                    <a:pt x="466544" y="727061"/>
                    <a:pt x="465915" y="716969"/>
                    <a:pt x="453341" y="710814"/>
                  </a:cubicBezTo>
                  <a:cubicBezTo>
                    <a:pt x="440766" y="704659"/>
                    <a:pt x="471408" y="700688"/>
                    <a:pt x="478456" y="710516"/>
                  </a:cubicBezTo>
                  <a:cubicBezTo>
                    <a:pt x="485505" y="720344"/>
                    <a:pt x="498079" y="727359"/>
                    <a:pt x="505127" y="720443"/>
                  </a:cubicBezTo>
                  <a:cubicBezTo>
                    <a:pt x="512176" y="713527"/>
                    <a:pt x="552348" y="693772"/>
                    <a:pt x="552348" y="702971"/>
                  </a:cubicBezTo>
                  <a:cubicBezTo>
                    <a:pt x="552348" y="712170"/>
                    <a:pt x="522566" y="718094"/>
                    <a:pt x="510653" y="728517"/>
                  </a:cubicBezTo>
                  <a:close/>
                  <a:moveTo>
                    <a:pt x="778919" y="1008695"/>
                  </a:moveTo>
                  <a:cubicBezTo>
                    <a:pt x="770480" y="1009655"/>
                    <a:pt x="779713" y="986359"/>
                    <a:pt x="764259" y="977855"/>
                  </a:cubicBezTo>
                  <a:cubicBezTo>
                    <a:pt x="746159" y="967927"/>
                    <a:pt x="738085" y="949364"/>
                    <a:pt x="738085" y="939337"/>
                  </a:cubicBezTo>
                  <a:cubicBezTo>
                    <a:pt x="738085" y="929311"/>
                    <a:pt x="753472" y="924678"/>
                    <a:pt x="759660" y="932388"/>
                  </a:cubicBezTo>
                  <a:cubicBezTo>
                    <a:pt x="765848" y="940098"/>
                    <a:pt x="775080" y="971700"/>
                    <a:pt x="780474" y="981726"/>
                  </a:cubicBezTo>
                  <a:cubicBezTo>
                    <a:pt x="785868" y="991753"/>
                    <a:pt x="785834" y="1007934"/>
                    <a:pt x="778885" y="100869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A311F1A-082C-C742-9FB5-351D2821D548}"/>
                </a:ext>
              </a:extLst>
            </p:cNvPr>
            <p:cNvSpPr/>
            <p:nvPr/>
          </p:nvSpPr>
          <p:spPr>
            <a:xfrm>
              <a:off x="1464907" y="1603835"/>
              <a:ext cx="1767035" cy="1197878"/>
            </a:xfrm>
            <a:custGeom>
              <a:avLst/>
              <a:gdLst>
                <a:gd name="connsiteX0" fmla="*/ 663753 w 1767035"/>
                <a:gd name="connsiteY0" fmla="*/ 441280 h 1197878"/>
                <a:gd name="connsiteX1" fmla="*/ 647208 w 1767035"/>
                <a:gd name="connsiteY1" fmla="*/ 422782 h 1197878"/>
                <a:gd name="connsiteX2" fmla="*/ 616367 w 1767035"/>
                <a:gd name="connsiteY2" fmla="*/ 386383 h 1197878"/>
                <a:gd name="connsiteX3" fmla="*/ 578975 w 1767035"/>
                <a:gd name="connsiteY3" fmla="*/ 343630 h 1197878"/>
                <a:gd name="connsiteX4" fmla="*/ 555315 w 1767035"/>
                <a:gd name="connsiteY4" fmla="*/ 342604 h 1197878"/>
                <a:gd name="connsiteX5" fmla="*/ 539399 w 1767035"/>
                <a:gd name="connsiteY5" fmla="*/ 354947 h 1197878"/>
                <a:gd name="connsiteX6" fmla="*/ 526162 w 1767035"/>
                <a:gd name="connsiteY6" fmla="*/ 346211 h 1197878"/>
                <a:gd name="connsiteX7" fmla="*/ 508691 w 1767035"/>
                <a:gd name="connsiteY7" fmla="*/ 328706 h 1197878"/>
                <a:gd name="connsiteX8" fmla="*/ 496877 w 1767035"/>
                <a:gd name="connsiteY8" fmla="*/ 320003 h 1197878"/>
                <a:gd name="connsiteX9" fmla="*/ 480928 w 1767035"/>
                <a:gd name="connsiteY9" fmla="*/ 323080 h 1197878"/>
                <a:gd name="connsiteX10" fmla="*/ 471695 w 1767035"/>
                <a:gd name="connsiteY10" fmla="*/ 321194 h 1197878"/>
                <a:gd name="connsiteX11" fmla="*/ 471695 w 1767035"/>
                <a:gd name="connsiteY11" fmla="*/ 54782 h 1197878"/>
                <a:gd name="connsiteX12" fmla="*/ 463721 w 1767035"/>
                <a:gd name="connsiteY12" fmla="*/ 53128 h 1197878"/>
                <a:gd name="connsiteX13" fmla="*/ 427089 w 1767035"/>
                <a:gd name="connsiteY13" fmla="*/ 43200 h 1197878"/>
                <a:gd name="connsiteX14" fmla="*/ 394330 w 1767035"/>
                <a:gd name="connsiteY14" fmla="*/ 44359 h 1197878"/>
                <a:gd name="connsiteX15" fmla="*/ 366964 w 1767035"/>
                <a:gd name="connsiteY15" fmla="*/ 40487 h 1197878"/>
                <a:gd name="connsiteX16" fmla="*/ 329936 w 1767035"/>
                <a:gd name="connsiteY16" fmla="*/ 29700 h 1197878"/>
                <a:gd name="connsiteX17" fmla="*/ 285627 w 1767035"/>
                <a:gd name="connsiteY17" fmla="*/ 32777 h 1197878"/>
                <a:gd name="connsiteX18" fmla="*/ 274443 w 1767035"/>
                <a:gd name="connsiteY18" fmla="*/ 27780 h 1197878"/>
                <a:gd name="connsiteX19" fmla="*/ 269049 w 1767035"/>
                <a:gd name="connsiteY19" fmla="*/ 18912 h 1197878"/>
                <a:gd name="connsiteX20" fmla="*/ 238970 w 1767035"/>
                <a:gd name="connsiteY20" fmla="*/ 19276 h 1197878"/>
                <a:gd name="connsiteX21" fmla="*/ 230498 w 1767035"/>
                <a:gd name="connsiteY21" fmla="*/ 12360 h 1197878"/>
                <a:gd name="connsiteX22" fmla="*/ 221630 w 1767035"/>
                <a:gd name="connsiteY22" fmla="*/ 14676 h 1197878"/>
                <a:gd name="connsiteX23" fmla="*/ 208326 w 1767035"/>
                <a:gd name="connsiteY23" fmla="*/ 17109 h 1197878"/>
                <a:gd name="connsiteX24" fmla="*/ 208162 w 1767035"/>
                <a:gd name="connsiteY24" fmla="*/ 16993 h 1197878"/>
                <a:gd name="connsiteX25" fmla="*/ 215078 w 1767035"/>
                <a:gd name="connsiteY25" fmla="*/ 9283 h 1197878"/>
                <a:gd name="connsiteX26" fmla="*/ 201213 w 1767035"/>
                <a:gd name="connsiteY26" fmla="*/ 2665 h 1197878"/>
                <a:gd name="connsiteX27" fmla="*/ 183080 w 1767035"/>
                <a:gd name="connsiteY27" fmla="*/ 13816 h 1197878"/>
                <a:gd name="connsiteX28" fmla="*/ 155714 w 1767035"/>
                <a:gd name="connsiteY28" fmla="*/ 19607 h 1197878"/>
                <a:gd name="connsiteX29" fmla="*/ 139532 w 1767035"/>
                <a:gd name="connsiteY29" fmla="*/ 24637 h 1197878"/>
                <a:gd name="connsiteX30" fmla="*/ 143371 w 1767035"/>
                <a:gd name="connsiteY30" fmla="*/ 33869 h 1197878"/>
                <a:gd name="connsiteX31" fmla="*/ 130664 w 1767035"/>
                <a:gd name="connsiteY31" fmla="*/ 32314 h 1197878"/>
                <a:gd name="connsiteX32" fmla="*/ 105218 w 1767035"/>
                <a:gd name="connsiteY32" fmla="*/ 36946 h 1197878"/>
                <a:gd name="connsiteX33" fmla="*/ 84801 w 1767035"/>
                <a:gd name="connsiteY33" fmla="*/ 53922 h 1197878"/>
                <a:gd name="connsiteX34" fmla="*/ 77488 w 1767035"/>
                <a:gd name="connsiteY34" fmla="*/ 72419 h 1197878"/>
                <a:gd name="connsiteX35" fmla="*/ 33510 w 1767035"/>
                <a:gd name="connsiteY35" fmla="*/ 81288 h 1197878"/>
                <a:gd name="connsiteX36" fmla="*/ 28911 w 1767035"/>
                <a:gd name="connsiteY36" fmla="*/ 92075 h 1197878"/>
                <a:gd name="connsiteX37" fmla="*/ 48169 w 1767035"/>
                <a:gd name="connsiteY37" fmla="*/ 104418 h 1197878"/>
                <a:gd name="connsiteX38" fmla="*/ 76694 w 1767035"/>
                <a:gd name="connsiteY38" fmla="*/ 134464 h 1197878"/>
                <a:gd name="connsiteX39" fmla="*/ 105979 w 1767035"/>
                <a:gd name="connsiteY39" fmla="*/ 135258 h 1197878"/>
                <a:gd name="connsiteX40" fmla="*/ 111770 w 1767035"/>
                <a:gd name="connsiteY40" fmla="*/ 150282 h 1197878"/>
                <a:gd name="connsiteX41" fmla="*/ 130267 w 1767035"/>
                <a:gd name="connsiteY41" fmla="*/ 154120 h 1197878"/>
                <a:gd name="connsiteX42" fmla="*/ 109453 w 1767035"/>
                <a:gd name="connsiteY42" fmla="*/ 159911 h 1197878"/>
                <a:gd name="connsiteX43" fmla="*/ 94827 w 1767035"/>
                <a:gd name="connsiteY43" fmla="*/ 164146 h 1197878"/>
                <a:gd name="connsiteX44" fmla="*/ 72458 w 1767035"/>
                <a:gd name="connsiteY44" fmla="*/ 163385 h 1197878"/>
                <a:gd name="connsiteX45" fmla="*/ 72458 w 1767035"/>
                <a:gd name="connsiteY45" fmla="*/ 151407 h 1197878"/>
                <a:gd name="connsiteX46" fmla="*/ 50883 w 1767035"/>
                <a:gd name="connsiteY46" fmla="*/ 152201 h 1197878"/>
                <a:gd name="connsiteX47" fmla="*/ 41220 w 1767035"/>
                <a:gd name="connsiteY47" fmla="*/ 162591 h 1197878"/>
                <a:gd name="connsiteX48" fmla="*/ 26197 w 1767035"/>
                <a:gd name="connsiteY48" fmla="*/ 164146 h 1197878"/>
                <a:gd name="connsiteX49" fmla="*/ 2670 w 1767035"/>
                <a:gd name="connsiteY49" fmla="*/ 177647 h 1197878"/>
                <a:gd name="connsiteX50" fmla="*/ 27753 w 1767035"/>
                <a:gd name="connsiteY50" fmla="*/ 187575 h 1197878"/>
                <a:gd name="connsiteX51" fmla="*/ 24642 w 1767035"/>
                <a:gd name="connsiteY51" fmla="*/ 196046 h 1197878"/>
                <a:gd name="connsiteX52" fmla="*/ 37878 w 1767035"/>
                <a:gd name="connsiteY52" fmla="*/ 208752 h 1197878"/>
                <a:gd name="connsiteX53" fmla="*/ 74874 w 1767035"/>
                <a:gd name="connsiteY53" fmla="*/ 208752 h 1197878"/>
                <a:gd name="connsiteX54" fmla="*/ 90658 w 1767035"/>
                <a:gd name="connsiteY54" fmla="*/ 210672 h 1197878"/>
                <a:gd name="connsiteX55" fmla="*/ 121498 w 1767035"/>
                <a:gd name="connsiteY55" fmla="*/ 199884 h 1197878"/>
                <a:gd name="connsiteX56" fmla="*/ 116501 w 1767035"/>
                <a:gd name="connsiteY56" fmla="*/ 211830 h 1197878"/>
                <a:gd name="connsiteX57" fmla="*/ 118421 w 1767035"/>
                <a:gd name="connsiteY57" fmla="*/ 234993 h 1197878"/>
                <a:gd name="connsiteX58" fmla="*/ 97210 w 1767035"/>
                <a:gd name="connsiteY58" fmla="*/ 236549 h 1197878"/>
                <a:gd name="connsiteX59" fmla="*/ 87977 w 1767035"/>
                <a:gd name="connsiteY59" fmla="*/ 250778 h 1197878"/>
                <a:gd name="connsiteX60" fmla="*/ 66005 w 1767035"/>
                <a:gd name="connsiteY60" fmla="*/ 244656 h 1197878"/>
                <a:gd name="connsiteX61" fmla="*/ 59056 w 1767035"/>
                <a:gd name="connsiteY61" fmla="*/ 262359 h 1197878"/>
                <a:gd name="connsiteX62" fmla="*/ 41717 w 1767035"/>
                <a:gd name="connsiteY62" fmla="*/ 275066 h 1197878"/>
                <a:gd name="connsiteX63" fmla="*/ 33246 w 1767035"/>
                <a:gd name="connsiteY63" fmla="*/ 290486 h 1197878"/>
                <a:gd name="connsiteX64" fmla="*/ 49063 w 1767035"/>
                <a:gd name="connsiteY64" fmla="*/ 300910 h 1197878"/>
                <a:gd name="connsiteX65" fmla="*/ 48269 w 1767035"/>
                <a:gd name="connsiteY65" fmla="*/ 317455 h 1197878"/>
                <a:gd name="connsiteX66" fmla="*/ 69844 w 1767035"/>
                <a:gd name="connsiteY66" fmla="*/ 337872 h 1197878"/>
                <a:gd name="connsiteX67" fmla="*/ 90294 w 1767035"/>
                <a:gd name="connsiteY67" fmla="*/ 334794 h 1197878"/>
                <a:gd name="connsiteX68" fmla="*/ 99162 w 1767035"/>
                <a:gd name="connsiteY68" fmla="*/ 327481 h 1197878"/>
                <a:gd name="connsiteX69" fmla="*/ 106078 w 1767035"/>
                <a:gd name="connsiteY69" fmla="*/ 347137 h 1197878"/>
                <a:gd name="connsiteX70" fmla="*/ 104556 w 1767035"/>
                <a:gd name="connsiteY70" fmla="*/ 364477 h 1197878"/>
                <a:gd name="connsiteX71" fmla="*/ 123450 w 1767035"/>
                <a:gd name="connsiteY71" fmla="*/ 362160 h 1197878"/>
                <a:gd name="connsiteX72" fmla="*/ 147342 w 1767035"/>
                <a:gd name="connsiteY72" fmla="*/ 364080 h 1197878"/>
                <a:gd name="connsiteX73" fmla="*/ 158129 w 1767035"/>
                <a:gd name="connsiteY73" fmla="*/ 367554 h 1197878"/>
                <a:gd name="connsiteX74" fmla="*/ 165442 w 1767035"/>
                <a:gd name="connsiteY74" fmla="*/ 358686 h 1197878"/>
                <a:gd name="connsiteX75" fmla="*/ 184337 w 1767035"/>
                <a:gd name="connsiteY75" fmla="*/ 360605 h 1197878"/>
                <a:gd name="connsiteX76" fmla="*/ 184734 w 1767035"/>
                <a:gd name="connsiteY76" fmla="*/ 368712 h 1197878"/>
                <a:gd name="connsiteX77" fmla="*/ 178579 w 1767035"/>
                <a:gd name="connsiteY77" fmla="*/ 396442 h 1197878"/>
                <a:gd name="connsiteX78" fmla="*/ 157368 w 1767035"/>
                <a:gd name="connsiteY78" fmla="*/ 414973 h 1197878"/>
                <a:gd name="connsiteX79" fmla="*/ 128050 w 1767035"/>
                <a:gd name="connsiteY79" fmla="*/ 438136 h 1197878"/>
                <a:gd name="connsiteX80" fmla="*/ 101081 w 1767035"/>
                <a:gd name="connsiteY80" fmla="*/ 440817 h 1197878"/>
                <a:gd name="connsiteX81" fmla="*/ 88374 w 1767035"/>
                <a:gd name="connsiteY81" fmla="*/ 459711 h 1197878"/>
                <a:gd name="connsiteX82" fmla="*/ 109188 w 1767035"/>
                <a:gd name="connsiteY82" fmla="*/ 448527 h 1197878"/>
                <a:gd name="connsiteX83" fmla="*/ 115343 w 1767035"/>
                <a:gd name="connsiteY83" fmla="*/ 448163 h 1197878"/>
                <a:gd name="connsiteX84" fmla="*/ 129605 w 1767035"/>
                <a:gd name="connsiteY84" fmla="*/ 443530 h 1197878"/>
                <a:gd name="connsiteX85" fmla="*/ 142312 w 1767035"/>
                <a:gd name="connsiteY85" fmla="*/ 441975 h 1197878"/>
                <a:gd name="connsiteX86" fmla="*/ 157732 w 1767035"/>
                <a:gd name="connsiteY86" fmla="*/ 435820 h 1197878"/>
                <a:gd name="connsiteX87" fmla="*/ 168156 w 1767035"/>
                <a:gd name="connsiteY87" fmla="*/ 425429 h 1197878"/>
                <a:gd name="connsiteX88" fmla="*/ 199757 w 1767035"/>
                <a:gd name="connsiteY88" fmla="*/ 407296 h 1197878"/>
                <a:gd name="connsiteX89" fmla="*/ 206706 w 1767035"/>
                <a:gd name="connsiteY89" fmla="*/ 398030 h 1197878"/>
                <a:gd name="connsiteX90" fmla="*/ 225965 w 1767035"/>
                <a:gd name="connsiteY90" fmla="*/ 386085 h 1197878"/>
                <a:gd name="connsiteX91" fmla="*/ 239201 w 1767035"/>
                <a:gd name="connsiteY91" fmla="*/ 381088 h 1197878"/>
                <a:gd name="connsiteX92" fmla="*/ 245389 w 1767035"/>
                <a:gd name="connsiteY92" fmla="*/ 368348 h 1197878"/>
                <a:gd name="connsiteX93" fmla="*/ 254257 w 1767035"/>
                <a:gd name="connsiteY93" fmla="*/ 359480 h 1197878"/>
                <a:gd name="connsiteX94" fmla="*/ 240359 w 1767035"/>
                <a:gd name="connsiteY94" fmla="*/ 352564 h 1197878"/>
                <a:gd name="connsiteX95" fmla="*/ 254621 w 1767035"/>
                <a:gd name="connsiteY95" fmla="*/ 340221 h 1197878"/>
                <a:gd name="connsiteX96" fmla="*/ 266203 w 1767035"/>
                <a:gd name="connsiteY96" fmla="*/ 329831 h 1197878"/>
                <a:gd name="connsiteX97" fmla="*/ 277752 w 1767035"/>
                <a:gd name="connsiteY97" fmla="*/ 317091 h 1197878"/>
                <a:gd name="connsiteX98" fmla="*/ 286620 w 1767035"/>
                <a:gd name="connsiteY98" fmla="*/ 306701 h 1197878"/>
                <a:gd name="connsiteX99" fmla="*/ 301643 w 1767035"/>
                <a:gd name="connsiteY99" fmla="*/ 296277 h 1197878"/>
                <a:gd name="connsiteX100" fmla="*/ 312067 w 1767035"/>
                <a:gd name="connsiteY100" fmla="*/ 300513 h 1197878"/>
                <a:gd name="connsiteX101" fmla="*/ 312464 w 1767035"/>
                <a:gd name="connsiteY101" fmla="*/ 307131 h 1197878"/>
                <a:gd name="connsiteX102" fmla="*/ 294330 w 1767035"/>
                <a:gd name="connsiteY102" fmla="*/ 310605 h 1197878"/>
                <a:gd name="connsiteX103" fmla="*/ 287414 w 1767035"/>
                <a:gd name="connsiteY103" fmla="*/ 326423 h 1197878"/>
                <a:gd name="connsiteX104" fmla="*/ 288572 w 1767035"/>
                <a:gd name="connsiteY104" fmla="*/ 339129 h 1197878"/>
                <a:gd name="connsiteX105" fmla="*/ 282384 w 1767035"/>
                <a:gd name="connsiteY105" fmla="*/ 346839 h 1197878"/>
                <a:gd name="connsiteX106" fmla="*/ 289333 w 1767035"/>
                <a:gd name="connsiteY106" fmla="*/ 352630 h 1197878"/>
                <a:gd name="connsiteX107" fmla="*/ 323648 w 1767035"/>
                <a:gd name="connsiteY107" fmla="*/ 333736 h 1197878"/>
                <a:gd name="connsiteX108" fmla="*/ 348698 w 1767035"/>
                <a:gd name="connsiteY108" fmla="*/ 332577 h 1197878"/>
                <a:gd name="connsiteX109" fmla="*/ 349095 w 1767035"/>
                <a:gd name="connsiteY109" fmla="*/ 323709 h 1197878"/>
                <a:gd name="connsiteX110" fmla="*/ 341352 w 1767035"/>
                <a:gd name="connsiteY110" fmla="*/ 313319 h 1197878"/>
                <a:gd name="connsiteX111" fmla="*/ 347143 w 1767035"/>
                <a:gd name="connsiteY111" fmla="*/ 304847 h 1197878"/>
                <a:gd name="connsiteX112" fmla="*/ 356772 w 1767035"/>
                <a:gd name="connsiteY112" fmla="*/ 304053 h 1197878"/>
                <a:gd name="connsiteX113" fmla="*/ 369512 w 1767035"/>
                <a:gd name="connsiteY113" fmla="*/ 308686 h 1197878"/>
                <a:gd name="connsiteX114" fmla="*/ 383013 w 1767035"/>
                <a:gd name="connsiteY114" fmla="*/ 311763 h 1197878"/>
                <a:gd name="connsiteX115" fmla="*/ 375270 w 1767035"/>
                <a:gd name="connsiteY115" fmla="*/ 317554 h 1197878"/>
                <a:gd name="connsiteX116" fmla="*/ 377222 w 1767035"/>
                <a:gd name="connsiteY116" fmla="*/ 323709 h 1197878"/>
                <a:gd name="connsiteX117" fmla="*/ 391087 w 1767035"/>
                <a:gd name="connsiteY117" fmla="*/ 321029 h 1197878"/>
                <a:gd name="connsiteX118" fmla="*/ 401510 w 1767035"/>
                <a:gd name="connsiteY118" fmla="*/ 319474 h 1197878"/>
                <a:gd name="connsiteX119" fmla="*/ 405349 w 1767035"/>
                <a:gd name="connsiteY119" fmla="*/ 322783 h 1197878"/>
                <a:gd name="connsiteX120" fmla="*/ 425005 w 1767035"/>
                <a:gd name="connsiteY120" fmla="*/ 328937 h 1197878"/>
                <a:gd name="connsiteX121" fmla="*/ 462794 w 1767035"/>
                <a:gd name="connsiteY121" fmla="*/ 327779 h 1197878"/>
                <a:gd name="connsiteX122" fmla="*/ 478214 w 1767035"/>
                <a:gd name="connsiteY122" fmla="*/ 338203 h 1197878"/>
                <a:gd name="connsiteX123" fmla="*/ 499425 w 1767035"/>
                <a:gd name="connsiteY123" fmla="*/ 331254 h 1197878"/>
                <a:gd name="connsiteX124" fmla="*/ 495951 w 1767035"/>
                <a:gd name="connsiteY124" fmla="*/ 342041 h 1197878"/>
                <a:gd name="connsiteX125" fmla="*/ 504422 w 1767035"/>
                <a:gd name="connsiteY125" fmla="*/ 348229 h 1197878"/>
                <a:gd name="connsiteX126" fmla="*/ 524839 w 1767035"/>
                <a:gd name="connsiteY126" fmla="*/ 358156 h 1197878"/>
                <a:gd name="connsiteX127" fmla="*/ 545289 w 1767035"/>
                <a:gd name="connsiteY127" fmla="*/ 374702 h 1197878"/>
                <a:gd name="connsiteX128" fmla="*/ 555216 w 1767035"/>
                <a:gd name="connsiteY128" fmla="*/ 366231 h 1197878"/>
                <a:gd name="connsiteX129" fmla="*/ 569081 w 1767035"/>
                <a:gd name="connsiteY129" fmla="*/ 373544 h 1197878"/>
                <a:gd name="connsiteX130" fmla="*/ 570636 w 1767035"/>
                <a:gd name="connsiteY130" fmla="*/ 358917 h 1197878"/>
                <a:gd name="connsiteX131" fmla="*/ 577552 w 1767035"/>
                <a:gd name="connsiteY131" fmla="*/ 360440 h 1197878"/>
                <a:gd name="connsiteX132" fmla="*/ 578710 w 1767035"/>
                <a:gd name="connsiteY132" fmla="*/ 383173 h 1197878"/>
                <a:gd name="connsiteX133" fmla="*/ 566004 w 1767035"/>
                <a:gd name="connsiteY133" fmla="*/ 380493 h 1197878"/>
                <a:gd name="connsiteX134" fmla="*/ 554058 w 1767035"/>
                <a:gd name="connsiteY134" fmla="*/ 383570 h 1197878"/>
                <a:gd name="connsiteX135" fmla="*/ 568320 w 1767035"/>
                <a:gd name="connsiteY135" fmla="*/ 400545 h 1197878"/>
                <a:gd name="connsiteX136" fmla="*/ 573714 w 1767035"/>
                <a:gd name="connsiteY136" fmla="*/ 412491 h 1197878"/>
                <a:gd name="connsiteX137" fmla="*/ 581821 w 1767035"/>
                <a:gd name="connsiteY137" fmla="*/ 422418 h 1197878"/>
                <a:gd name="connsiteX138" fmla="*/ 580266 w 1767035"/>
                <a:gd name="connsiteY138" fmla="*/ 403524 h 1197878"/>
                <a:gd name="connsiteX139" fmla="*/ 582946 w 1767035"/>
                <a:gd name="connsiteY139" fmla="*/ 391975 h 1197878"/>
                <a:gd name="connsiteX140" fmla="*/ 585262 w 1767035"/>
                <a:gd name="connsiteY140" fmla="*/ 404285 h 1197878"/>
                <a:gd name="connsiteX141" fmla="*/ 595686 w 1767035"/>
                <a:gd name="connsiteY141" fmla="*/ 398527 h 1197878"/>
                <a:gd name="connsiteX142" fmla="*/ 595289 w 1767035"/>
                <a:gd name="connsiteY142" fmla="*/ 381982 h 1197878"/>
                <a:gd name="connsiteX143" fmla="*/ 605712 w 1767035"/>
                <a:gd name="connsiteY143" fmla="*/ 393960 h 1197878"/>
                <a:gd name="connsiteX144" fmla="*/ 599921 w 1767035"/>
                <a:gd name="connsiteY144" fmla="*/ 405906 h 1197878"/>
                <a:gd name="connsiteX145" fmla="*/ 590292 w 1767035"/>
                <a:gd name="connsiteY145" fmla="*/ 410539 h 1197878"/>
                <a:gd name="connsiteX146" fmla="*/ 592211 w 1767035"/>
                <a:gd name="connsiteY146" fmla="*/ 428639 h 1197878"/>
                <a:gd name="connsiteX147" fmla="*/ 599160 w 1767035"/>
                <a:gd name="connsiteY147" fmla="*/ 422484 h 1197878"/>
                <a:gd name="connsiteX148" fmla="*/ 610345 w 1767035"/>
                <a:gd name="connsiteY148" fmla="*/ 420168 h 1197878"/>
                <a:gd name="connsiteX149" fmla="*/ 624971 w 1767035"/>
                <a:gd name="connsiteY149" fmla="*/ 431717 h 1197878"/>
                <a:gd name="connsiteX150" fmla="*/ 618055 w 1767035"/>
                <a:gd name="connsiteY150" fmla="*/ 423245 h 1197878"/>
                <a:gd name="connsiteX151" fmla="*/ 618419 w 1767035"/>
                <a:gd name="connsiteY151" fmla="*/ 413616 h 1197878"/>
                <a:gd name="connsiteX152" fmla="*/ 631920 w 1767035"/>
                <a:gd name="connsiteY152" fmla="*/ 430956 h 1197878"/>
                <a:gd name="connsiteX153" fmla="*/ 623052 w 1767035"/>
                <a:gd name="connsiteY153" fmla="*/ 439824 h 1197878"/>
                <a:gd name="connsiteX154" fmla="*/ 608029 w 1767035"/>
                <a:gd name="connsiteY154" fmla="*/ 432511 h 1197878"/>
                <a:gd name="connsiteX155" fmla="*/ 610345 w 1767035"/>
                <a:gd name="connsiteY155" fmla="*/ 445979 h 1197878"/>
                <a:gd name="connsiteX156" fmla="*/ 610709 w 1767035"/>
                <a:gd name="connsiteY156" fmla="*/ 462954 h 1197878"/>
                <a:gd name="connsiteX157" fmla="*/ 616500 w 1767035"/>
                <a:gd name="connsiteY157" fmla="*/ 457163 h 1197878"/>
                <a:gd name="connsiteX158" fmla="*/ 626129 w 1767035"/>
                <a:gd name="connsiteY158" fmla="*/ 460638 h 1197878"/>
                <a:gd name="connsiteX159" fmla="*/ 630001 w 1767035"/>
                <a:gd name="connsiteY159" fmla="*/ 451009 h 1197878"/>
                <a:gd name="connsiteX160" fmla="*/ 638869 w 1767035"/>
                <a:gd name="connsiteY160" fmla="*/ 454086 h 1197878"/>
                <a:gd name="connsiteX161" fmla="*/ 646943 w 1767035"/>
                <a:gd name="connsiteY161" fmla="*/ 449850 h 1197878"/>
                <a:gd name="connsiteX162" fmla="*/ 648498 w 1767035"/>
                <a:gd name="connsiteY162" fmla="*/ 462193 h 1197878"/>
                <a:gd name="connsiteX163" fmla="*/ 655811 w 1767035"/>
                <a:gd name="connsiteY163" fmla="*/ 463351 h 1197878"/>
                <a:gd name="connsiteX164" fmla="*/ 655811 w 1767035"/>
                <a:gd name="connsiteY164" fmla="*/ 465304 h 1197878"/>
                <a:gd name="connsiteX165" fmla="*/ 667658 w 1767035"/>
                <a:gd name="connsiteY165" fmla="*/ 456899 h 1197878"/>
                <a:gd name="connsiteX166" fmla="*/ 663753 w 1767035"/>
                <a:gd name="connsiteY166" fmla="*/ 441280 h 1197878"/>
                <a:gd name="connsiteX167" fmla="*/ 13325 w 1767035"/>
                <a:gd name="connsiteY167" fmla="*/ 496012 h 1197878"/>
                <a:gd name="connsiteX168" fmla="*/ 22557 w 1767035"/>
                <a:gd name="connsiteY168" fmla="*/ 482775 h 1197878"/>
                <a:gd name="connsiteX169" fmla="*/ 13325 w 1767035"/>
                <a:gd name="connsiteY169" fmla="*/ 496012 h 1197878"/>
                <a:gd name="connsiteX170" fmla="*/ 78844 w 1767035"/>
                <a:gd name="connsiteY170" fmla="*/ 461300 h 1197878"/>
                <a:gd name="connsiteX171" fmla="*/ 55681 w 1767035"/>
                <a:gd name="connsiteY171" fmla="*/ 472881 h 1197878"/>
                <a:gd name="connsiteX172" fmla="*/ 69546 w 1767035"/>
                <a:gd name="connsiteY172" fmla="*/ 468282 h 1197878"/>
                <a:gd name="connsiteX173" fmla="*/ 78844 w 1767035"/>
                <a:gd name="connsiteY173" fmla="*/ 461300 h 1197878"/>
                <a:gd name="connsiteX174" fmla="*/ 274277 w 1767035"/>
                <a:gd name="connsiteY174" fmla="*/ 370731 h 1197878"/>
                <a:gd name="connsiteX175" fmla="*/ 260776 w 1767035"/>
                <a:gd name="connsiteY175" fmla="*/ 375761 h 1197878"/>
                <a:gd name="connsiteX176" fmla="*/ 245356 w 1767035"/>
                <a:gd name="connsiteY176" fmla="*/ 393497 h 1197878"/>
                <a:gd name="connsiteX177" fmla="*/ 232649 w 1767035"/>
                <a:gd name="connsiteY177" fmla="*/ 398097 h 1197878"/>
                <a:gd name="connsiteX178" fmla="*/ 239962 w 1767035"/>
                <a:gd name="connsiteY178" fmla="*/ 411598 h 1197878"/>
                <a:gd name="connsiteX179" fmla="*/ 249228 w 1767035"/>
                <a:gd name="connsiteY179" fmla="*/ 411598 h 1197878"/>
                <a:gd name="connsiteX180" fmla="*/ 271961 w 1767035"/>
                <a:gd name="connsiteY180" fmla="*/ 395383 h 1197878"/>
                <a:gd name="connsiteX181" fmla="*/ 265343 w 1767035"/>
                <a:gd name="connsiteY181" fmla="*/ 384993 h 1197878"/>
                <a:gd name="connsiteX182" fmla="*/ 277686 w 1767035"/>
                <a:gd name="connsiteY182" fmla="*/ 379202 h 1197878"/>
                <a:gd name="connsiteX183" fmla="*/ 274277 w 1767035"/>
                <a:gd name="connsiteY183" fmla="*/ 370731 h 1197878"/>
                <a:gd name="connsiteX184" fmla="*/ 28745 w 1767035"/>
                <a:gd name="connsiteY184" fmla="*/ 325132 h 1197878"/>
                <a:gd name="connsiteX185" fmla="*/ 13325 w 1767035"/>
                <a:gd name="connsiteY185" fmla="*/ 330526 h 1197878"/>
                <a:gd name="connsiteX186" fmla="*/ 37614 w 1767035"/>
                <a:gd name="connsiteY186" fmla="*/ 337839 h 1197878"/>
                <a:gd name="connsiteX187" fmla="*/ 40923 w 1767035"/>
                <a:gd name="connsiteY187" fmla="*/ 325893 h 1197878"/>
                <a:gd name="connsiteX188" fmla="*/ 28745 w 1767035"/>
                <a:gd name="connsiteY188" fmla="*/ 325132 h 1197878"/>
                <a:gd name="connsiteX189" fmla="*/ 216567 w 1767035"/>
                <a:gd name="connsiteY189" fmla="*/ 1176287 h 1197878"/>
                <a:gd name="connsiteX190" fmla="*/ 217428 w 1767035"/>
                <a:gd name="connsiteY190" fmla="*/ 1197565 h 1197878"/>
                <a:gd name="connsiteX191" fmla="*/ 229903 w 1767035"/>
                <a:gd name="connsiteY191" fmla="*/ 1190450 h 1197878"/>
                <a:gd name="connsiteX192" fmla="*/ 216567 w 1767035"/>
                <a:gd name="connsiteY192" fmla="*/ 1176287 h 1197878"/>
                <a:gd name="connsiteX193" fmla="*/ 203827 w 1767035"/>
                <a:gd name="connsiteY193" fmla="*/ 1161562 h 1197878"/>
                <a:gd name="connsiteX194" fmla="*/ 205515 w 1767035"/>
                <a:gd name="connsiteY194" fmla="*/ 1170033 h 1197878"/>
                <a:gd name="connsiteX195" fmla="*/ 203827 w 1767035"/>
                <a:gd name="connsiteY195" fmla="*/ 1161562 h 1197878"/>
                <a:gd name="connsiteX196" fmla="*/ 143702 w 1767035"/>
                <a:gd name="connsiteY196" fmla="*/ 1142005 h 1197878"/>
                <a:gd name="connsiteX197" fmla="*/ 153927 w 1767035"/>
                <a:gd name="connsiteY197" fmla="*/ 1141145 h 1197878"/>
                <a:gd name="connsiteX198" fmla="*/ 143702 w 1767035"/>
                <a:gd name="connsiteY198" fmla="*/ 1142005 h 1197878"/>
                <a:gd name="connsiteX199" fmla="*/ 170935 w 1767035"/>
                <a:gd name="connsiteY199" fmla="*/ 1153620 h 1197878"/>
                <a:gd name="connsiteX200" fmla="*/ 181690 w 1767035"/>
                <a:gd name="connsiteY200" fmla="*/ 1155341 h 1197878"/>
                <a:gd name="connsiteX201" fmla="*/ 170935 w 1767035"/>
                <a:gd name="connsiteY201" fmla="*/ 1153620 h 1197878"/>
                <a:gd name="connsiteX202" fmla="*/ 1752829 w 1767035"/>
                <a:gd name="connsiteY202" fmla="*/ 637606 h 1197878"/>
                <a:gd name="connsiteX203" fmla="*/ 1729666 w 1767035"/>
                <a:gd name="connsiteY203" fmla="*/ 630988 h 1197878"/>
                <a:gd name="connsiteX204" fmla="*/ 1707595 w 1767035"/>
                <a:gd name="connsiteY204" fmla="*/ 661828 h 1197878"/>
                <a:gd name="connsiteX205" fmla="*/ 1685986 w 1767035"/>
                <a:gd name="connsiteY205" fmla="*/ 684429 h 1197878"/>
                <a:gd name="connsiteX206" fmla="*/ 1626423 w 1767035"/>
                <a:gd name="connsiteY206" fmla="*/ 684926 h 1197878"/>
                <a:gd name="connsiteX207" fmla="*/ 1603260 w 1767035"/>
                <a:gd name="connsiteY207" fmla="*/ 702497 h 1197878"/>
                <a:gd name="connsiteX208" fmla="*/ 1603922 w 1767035"/>
                <a:gd name="connsiteY208" fmla="*/ 703423 h 1197878"/>
                <a:gd name="connsiteX209" fmla="*/ 1570004 w 1767035"/>
                <a:gd name="connsiteY209" fmla="*/ 720399 h 1197878"/>
                <a:gd name="connsiteX210" fmla="*/ 1556172 w 1767035"/>
                <a:gd name="connsiteY210" fmla="*/ 721722 h 1197878"/>
                <a:gd name="connsiteX211" fmla="*/ 1557165 w 1767035"/>
                <a:gd name="connsiteY211" fmla="*/ 728605 h 1197878"/>
                <a:gd name="connsiteX212" fmla="*/ 1552003 w 1767035"/>
                <a:gd name="connsiteY212" fmla="*/ 732940 h 1197878"/>
                <a:gd name="connsiteX213" fmla="*/ 1512294 w 1767035"/>
                <a:gd name="connsiteY213" fmla="*/ 757394 h 1197878"/>
                <a:gd name="connsiteX214" fmla="*/ 1477582 w 1767035"/>
                <a:gd name="connsiteY214" fmla="*/ 749684 h 1197878"/>
                <a:gd name="connsiteX215" fmla="*/ 1490818 w 1767035"/>
                <a:gd name="connsiteY215" fmla="*/ 745845 h 1197878"/>
                <a:gd name="connsiteX216" fmla="*/ 1497833 w 1767035"/>
                <a:gd name="connsiteY216" fmla="*/ 743860 h 1197878"/>
                <a:gd name="connsiteX217" fmla="*/ 1494988 w 1767035"/>
                <a:gd name="connsiteY217" fmla="*/ 730227 h 1197878"/>
                <a:gd name="connsiteX218" fmla="*/ 1488370 w 1767035"/>
                <a:gd name="connsiteY218" fmla="*/ 708089 h 1197878"/>
                <a:gd name="connsiteX219" fmla="*/ 1469872 w 1767035"/>
                <a:gd name="connsiteY219" fmla="*/ 711133 h 1197878"/>
                <a:gd name="connsiteX220" fmla="*/ 1476821 w 1767035"/>
                <a:gd name="connsiteY220" fmla="*/ 679532 h 1197878"/>
                <a:gd name="connsiteX221" fmla="*/ 1449819 w 1767035"/>
                <a:gd name="connsiteY221" fmla="*/ 676454 h 1197878"/>
                <a:gd name="connsiteX222" fmla="*/ 1432083 w 1767035"/>
                <a:gd name="connsiteY222" fmla="*/ 689691 h 1197878"/>
                <a:gd name="connsiteX223" fmla="*/ 1427483 w 1767035"/>
                <a:gd name="connsiteY223" fmla="*/ 726719 h 1197878"/>
                <a:gd name="connsiteX224" fmla="*/ 1415140 w 1767035"/>
                <a:gd name="connsiteY224" fmla="*/ 752133 h 1197878"/>
                <a:gd name="connsiteX225" fmla="*/ 1401904 w 1767035"/>
                <a:gd name="connsiteY225" fmla="*/ 719042 h 1197878"/>
                <a:gd name="connsiteX226" fmla="*/ 1405743 w 1767035"/>
                <a:gd name="connsiteY226" fmla="*/ 688963 h 1197878"/>
                <a:gd name="connsiteX227" fmla="*/ 1431950 w 1767035"/>
                <a:gd name="connsiteY227" fmla="*/ 666593 h 1197878"/>
                <a:gd name="connsiteX228" fmla="*/ 1468350 w 1767035"/>
                <a:gd name="connsiteY228" fmla="*/ 659678 h 1197878"/>
                <a:gd name="connsiteX229" fmla="*/ 1470302 w 1767035"/>
                <a:gd name="connsiteY229" fmla="*/ 657692 h 1197878"/>
                <a:gd name="connsiteX230" fmla="*/ 1460375 w 1767035"/>
                <a:gd name="connsiteY230" fmla="*/ 650809 h 1197878"/>
                <a:gd name="connsiteX231" fmla="*/ 1458323 w 1767035"/>
                <a:gd name="connsiteY231" fmla="*/ 653490 h 1197878"/>
                <a:gd name="connsiteX232" fmla="*/ 1442109 w 1767035"/>
                <a:gd name="connsiteY232" fmla="*/ 646541 h 1197878"/>
                <a:gd name="connsiteX233" fmla="*/ 1409746 w 1767035"/>
                <a:gd name="connsiteY233" fmla="*/ 652729 h 1197878"/>
                <a:gd name="connsiteX234" fmla="*/ 1396510 w 1767035"/>
                <a:gd name="connsiteY234" fmla="*/ 641941 h 1197878"/>
                <a:gd name="connsiteX235" fmla="*/ 1390322 w 1767035"/>
                <a:gd name="connsiteY235" fmla="*/ 632676 h 1197878"/>
                <a:gd name="connsiteX236" fmla="*/ 1351011 w 1767035"/>
                <a:gd name="connsiteY236" fmla="*/ 648890 h 1197878"/>
                <a:gd name="connsiteX237" fmla="*/ 1328641 w 1767035"/>
                <a:gd name="connsiteY237" fmla="*/ 645018 h 1197878"/>
                <a:gd name="connsiteX238" fmla="*/ 1363354 w 1767035"/>
                <a:gd name="connsiteY238" fmla="*/ 622682 h 1197878"/>
                <a:gd name="connsiteX239" fmla="*/ 1372288 w 1767035"/>
                <a:gd name="connsiteY239" fmla="*/ 619208 h 1197878"/>
                <a:gd name="connsiteX240" fmla="*/ 1347404 w 1767035"/>
                <a:gd name="connsiteY240" fmla="*/ 615733 h 1197878"/>
                <a:gd name="connsiteX241" fmla="*/ 1332513 w 1767035"/>
                <a:gd name="connsiteY241" fmla="*/ 613152 h 1197878"/>
                <a:gd name="connsiteX242" fmla="*/ 1318119 w 1767035"/>
                <a:gd name="connsiteY242" fmla="*/ 607527 h 1197878"/>
                <a:gd name="connsiteX243" fmla="*/ 1302202 w 1767035"/>
                <a:gd name="connsiteY243" fmla="*/ 606964 h 1197878"/>
                <a:gd name="connsiteX244" fmla="*/ 1287278 w 1767035"/>
                <a:gd name="connsiteY244" fmla="*/ 601835 h 1197878"/>
                <a:gd name="connsiteX245" fmla="*/ 1280098 w 1767035"/>
                <a:gd name="connsiteY245" fmla="*/ 588599 h 1197878"/>
                <a:gd name="connsiteX246" fmla="*/ 1274108 w 1767035"/>
                <a:gd name="connsiteY246" fmla="*/ 596408 h 1197878"/>
                <a:gd name="connsiteX247" fmla="*/ 794990 w 1767035"/>
                <a:gd name="connsiteY247" fmla="*/ 598989 h 1197878"/>
                <a:gd name="connsiteX248" fmla="*/ 796711 w 1767035"/>
                <a:gd name="connsiteY248" fmla="*/ 601207 h 1197878"/>
                <a:gd name="connsiteX249" fmla="*/ 799788 w 1767035"/>
                <a:gd name="connsiteY249" fmla="*/ 619340 h 1197878"/>
                <a:gd name="connsiteX250" fmla="*/ 794395 w 1767035"/>
                <a:gd name="connsiteY250" fmla="*/ 637044 h 1197878"/>
                <a:gd name="connsiteX251" fmla="*/ 789428 w 1767035"/>
                <a:gd name="connsiteY251" fmla="*/ 632699 h 1197878"/>
                <a:gd name="connsiteX252" fmla="*/ 792078 w 1767035"/>
                <a:gd name="connsiteY252" fmla="*/ 628175 h 1197878"/>
                <a:gd name="connsiteX253" fmla="*/ 789762 w 1767035"/>
                <a:gd name="connsiteY253" fmla="*/ 617388 h 1197878"/>
                <a:gd name="connsiteX254" fmla="*/ 786453 w 1767035"/>
                <a:gd name="connsiteY254" fmla="*/ 611101 h 1197878"/>
                <a:gd name="connsiteX255" fmla="*/ 758988 w 1767035"/>
                <a:gd name="connsiteY255" fmla="*/ 611101 h 1197878"/>
                <a:gd name="connsiteX256" fmla="*/ 759385 w 1767035"/>
                <a:gd name="connsiteY256" fmla="*/ 612457 h 1197878"/>
                <a:gd name="connsiteX257" fmla="*/ 768253 w 1767035"/>
                <a:gd name="connsiteY257" fmla="*/ 635621 h 1197878"/>
                <a:gd name="connsiteX258" fmla="*/ 775963 w 1767035"/>
                <a:gd name="connsiteY258" fmla="*/ 651802 h 1197878"/>
                <a:gd name="connsiteX259" fmla="*/ 775963 w 1767035"/>
                <a:gd name="connsiteY259" fmla="*/ 657560 h 1197878"/>
                <a:gd name="connsiteX260" fmla="*/ 772654 w 1767035"/>
                <a:gd name="connsiteY260" fmla="*/ 673410 h 1197878"/>
                <a:gd name="connsiteX261" fmla="*/ 769941 w 1767035"/>
                <a:gd name="connsiteY261" fmla="*/ 716163 h 1197878"/>
                <a:gd name="connsiteX262" fmla="*/ 765341 w 1767035"/>
                <a:gd name="connsiteY262" fmla="*/ 743165 h 1197878"/>
                <a:gd name="connsiteX263" fmla="*/ 771099 w 1767035"/>
                <a:gd name="connsiteY263" fmla="*/ 771292 h 1197878"/>
                <a:gd name="connsiteX264" fmla="*/ 773018 w 1767035"/>
                <a:gd name="connsiteY264" fmla="*/ 794025 h 1197878"/>
                <a:gd name="connsiteX265" fmla="*/ 778445 w 1767035"/>
                <a:gd name="connsiteY265" fmla="*/ 816758 h 1197878"/>
                <a:gd name="connsiteX266" fmla="*/ 791681 w 1767035"/>
                <a:gd name="connsiteY266" fmla="*/ 831782 h 1197878"/>
                <a:gd name="connsiteX267" fmla="*/ 800549 w 1767035"/>
                <a:gd name="connsiteY267" fmla="*/ 841444 h 1197878"/>
                <a:gd name="connsiteX268" fmla="*/ 807465 w 1767035"/>
                <a:gd name="connsiteY268" fmla="*/ 852232 h 1197878"/>
                <a:gd name="connsiteX269" fmla="*/ 809782 w 1767035"/>
                <a:gd name="connsiteY269" fmla="*/ 865699 h 1197878"/>
                <a:gd name="connsiteX270" fmla="*/ 827915 w 1767035"/>
                <a:gd name="connsiteY270" fmla="*/ 885388 h 1197878"/>
                <a:gd name="connsiteX271" fmla="*/ 836784 w 1767035"/>
                <a:gd name="connsiteY271" fmla="*/ 901570 h 1197878"/>
                <a:gd name="connsiteX272" fmla="*/ 858359 w 1767035"/>
                <a:gd name="connsiteY272" fmla="*/ 910438 h 1197878"/>
                <a:gd name="connsiteX273" fmla="*/ 873018 w 1767035"/>
                <a:gd name="connsiteY273" fmla="*/ 913515 h 1197878"/>
                <a:gd name="connsiteX274" fmla="*/ 889199 w 1767035"/>
                <a:gd name="connsiteY274" fmla="*/ 932774 h 1197878"/>
                <a:gd name="connsiteX275" fmla="*/ 893104 w 1767035"/>
                <a:gd name="connsiteY275" fmla="*/ 943760 h 1197878"/>
                <a:gd name="connsiteX276" fmla="*/ 933077 w 1767035"/>
                <a:gd name="connsiteY276" fmla="*/ 938499 h 1197878"/>
                <a:gd name="connsiteX277" fmla="*/ 952435 w 1767035"/>
                <a:gd name="connsiteY277" fmla="*/ 948790 h 1197878"/>
                <a:gd name="connsiteX278" fmla="*/ 997306 w 1767035"/>
                <a:gd name="connsiteY278" fmla="*/ 964442 h 1197878"/>
                <a:gd name="connsiteX279" fmla="*/ 1046743 w 1767035"/>
                <a:gd name="connsiteY279" fmla="*/ 964011 h 1197878"/>
                <a:gd name="connsiteX280" fmla="*/ 1052501 w 1767035"/>
                <a:gd name="connsiteY280" fmla="*/ 956599 h 1197878"/>
                <a:gd name="connsiteX281" fmla="*/ 1079668 w 1767035"/>
                <a:gd name="connsiteY281" fmla="*/ 956599 h 1197878"/>
                <a:gd name="connsiteX282" fmla="*/ 1099523 w 1767035"/>
                <a:gd name="connsiteY282" fmla="*/ 974336 h 1197878"/>
                <a:gd name="connsiteX283" fmla="*/ 1110641 w 1767035"/>
                <a:gd name="connsiteY283" fmla="*/ 987903 h 1197878"/>
                <a:gd name="connsiteX284" fmla="*/ 1116796 w 1767035"/>
                <a:gd name="connsiteY284" fmla="*/ 999021 h 1197878"/>
                <a:gd name="connsiteX285" fmla="*/ 1136981 w 1767035"/>
                <a:gd name="connsiteY285" fmla="*/ 1009312 h 1197878"/>
                <a:gd name="connsiteX286" fmla="*/ 1150581 w 1767035"/>
                <a:gd name="connsiteY286" fmla="*/ 993263 h 1197878"/>
                <a:gd name="connsiteX287" fmla="*/ 1181455 w 1767035"/>
                <a:gd name="connsiteY287" fmla="*/ 1010967 h 1197878"/>
                <a:gd name="connsiteX288" fmla="*/ 1198000 w 1767035"/>
                <a:gd name="connsiteY288" fmla="*/ 1034428 h 1197878"/>
                <a:gd name="connsiteX289" fmla="*/ 1202103 w 1767035"/>
                <a:gd name="connsiteY289" fmla="*/ 1047664 h 1197878"/>
                <a:gd name="connsiteX290" fmla="*/ 1207034 w 1767035"/>
                <a:gd name="connsiteY290" fmla="*/ 1058353 h 1197878"/>
                <a:gd name="connsiteX291" fmla="*/ 1230859 w 1767035"/>
                <a:gd name="connsiteY291" fmla="*/ 1066360 h 1197878"/>
                <a:gd name="connsiteX292" fmla="*/ 1238106 w 1767035"/>
                <a:gd name="connsiteY292" fmla="*/ 1069074 h 1197878"/>
                <a:gd name="connsiteX293" fmla="*/ 1233043 w 1767035"/>
                <a:gd name="connsiteY293" fmla="*/ 1046672 h 1197878"/>
                <a:gd name="connsiteX294" fmla="*/ 1237312 w 1767035"/>
                <a:gd name="connsiteY294" fmla="*/ 1030126 h 1197878"/>
                <a:gd name="connsiteX295" fmla="*/ 1250018 w 1767035"/>
                <a:gd name="connsiteY295" fmla="*/ 1019339 h 1197878"/>
                <a:gd name="connsiteX296" fmla="*/ 1260442 w 1767035"/>
                <a:gd name="connsiteY296" fmla="*/ 1015467 h 1197878"/>
                <a:gd name="connsiteX297" fmla="*/ 1277384 w 1767035"/>
                <a:gd name="connsiteY297" fmla="*/ 1001205 h 1197878"/>
                <a:gd name="connsiteX298" fmla="*/ 1285855 w 1767035"/>
                <a:gd name="connsiteY298" fmla="*/ 997731 h 1197878"/>
                <a:gd name="connsiteX299" fmla="*/ 1296676 w 1767035"/>
                <a:gd name="connsiteY299" fmla="*/ 990815 h 1197878"/>
                <a:gd name="connsiteX300" fmla="*/ 1305544 w 1767035"/>
                <a:gd name="connsiteY300" fmla="*/ 991576 h 1197878"/>
                <a:gd name="connsiteX301" fmla="*/ 1314016 w 1767035"/>
                <a:gd name="connsiteY301" fmla="*/ 993495 h 1197878"/>
                <a:gd name="connsiteX302" fmla="*/ 1328278 w 1767035"/>
                <a:gd name="connsiteY302" fmla="*/ 993892 h 1197878"/>
                <a:gd name="connsiteX303" fmla="*/ 1339826 w 1767035"/>
                <a:gd name="connsiteY303" fmla="*/ 999286 h 1197878"/>
                <a:gd name="connsiteX304" fmla="*/ 1354485 w 1767035"/>
                <a:gd name="connsiteY304" fmla="*/ 1003522 h 1197878"/>
                <a:gd name="connsiteX305" fmla="*/ 1362195 w 1767035"/>
                <a:gd name="connsiteY305" fmla="*/ 997367 h 1197878"/>
                <a:gd name="connsiteX306" fmla="*/ 1377616 w 1767035"/>
                <a:gd name="connsiteY306" fmla="*/ 1008154 h 1197878"/>
                <a:gd name="connsiteX307" fmla="*/ 1373777 w 1767035"/>
                <a:gd name="connsiteY307" fmla="*/ 999286 h 1197878"/>
                <a:gd name="connsiteX308" fmla="*/ 1370303 w 1767035"/>
                <a:gd name="connsiteY308" fmla="*/ 989657 h 1197878"/>
                <a:gd name="connsiteX309" fmla="*/ 1385326 w 1767035"/>
                <a:gd name="connsiteY309" fmla="*/ 981946 h 1197878"/>
                <a:gd name="connsiteX310" fmla="*/ 1397668 w 1767035"/>
                <a:gd name="connsiteY310" fmla="*/ 979233 h 1197878"/>
                <a:gd name="connsiteX311" fmla="*/ 1404584 w 1767035"/>
                <a:gd name="connsiteY311" fmla="*/ 983866 h 1197878"/>
                <a:gd name="connsiteX312" fmla="*/ 1427748 w 1767035"/>
                <a:gd name="connsiteY312" fmla="*/ 981185 h 1197878"/>
                <a:gd name="connsiteX313" fmla="*/ 1443962 w 1767035"/>
                <a:gd name="connsiteY313" fmla="*/ 992734 h 1197878"/>
                <a:gd name="connsiteX314" fmla="*/ 1455908 w 1767035"/>
                <a:gd name="connsiteY314" fmla="*/ 994653 h 1197878"/>
                <a:gd name="connsiteX315" fmla="*/ 1472089 w 1767035"/>
                <a:gd name="connsiteY315" fmla="*/ 989260 h 1197878"/>
                <a:gd name="connsiteX316" fmla="*/ 1489429 w 1767035"/>
                <a:gd name="connsiteY316" fmla="*/ 1008518 h 1197878"/>
                <a:gd name="connsiteX317" fmla="*/ 1489826 w 1767035"/>
                <a:gd name="connsiteY317" fmla="*/ 1028174 h 1197878"/>
                <a:gd name="connsiteX318" fmla="*/ 1497139 w 1767035"/>
                <a:gd name="connsiteY318" fmla="*/ 1045547 h 1197878"/>
                <a:gd name="connsiteX319" fmla="*/ 1504088 w 1767035"/>
                <a:gd name="connsiteY319" fmla="*/ 1063647 h 1197878"/>
                <a:gd name="connsiteX320" fmla="*/ 1516033 w 1767035"/>
                <a:gd name="connsiteY320" fmla="*/ 1078670 h 1197878"/>
                <a:gd name="connsiteX321" fmla="*/ 1529270 w 1767035"/>
                <a:gd name="connsiteY321" fmla="*/ 1080986 h 1197878"/>
                <a:gd name="connsiteX322" fmla="*/ 1536980 w 1767035"/>
                <a:gd name="connsiteY322" fmla="*/ 1060570 h 1197878"/>
                <a:gd name="connsiteX323" fmla="*/ 1527350 w 1767035"/>
                <a:gd name="connsiteY323" fmla="*/ 1025494 h 1197878"/>
                <a:gd name="connsiteX324" fmla="*/ 1522320 w 1767035"/>
                <a:gd name="connsiteY324" fmla="*/ 1008948 h 1197878"/>
                <a:gd name="connsiteX325" fmla="*/ 1512691 w 1767035"/>
                <a:gd name="connsiteY325" fmla="*/ 975031 h 1197878"/>
                <a:gd name="connsiteX326" fmla="*/ 1533141 w 1767035"/>
                <a:gd name="connsiteY326" fmla="*/ 938796 h 1197878"/>
                <a:gd name="connsiteX327" fmla="*/ 1548561 w 1767035"/>
                <a:gd name="connsiteY327" fmla="*/ 929928 h 1197878"/>
                <a:gd name="connsiteX328" fmla="*/ 1562790 w 1767035"/>
                <a:gd name="connsiteY328" fmla="*/ 916063 h 1197878"/>
                <a:gd name="connsiteX329" fmla="*/ 1573214 w 1767035"/>
                <a:gd name="connsiteY329" fmla="*/ 912225 h 1197878"/>
                <a:gd name="connsiteX330" fmla="*/ 1591711 w 1767035"/>
                <a:gd name="connsiteY330" fmla="*/ 899485 h 1197878"/>
                <a:gd name="connsiteX331" fmla="*/ 1593267 w 1767035"/>
                <a:gd name="connsiteY331" fmla="*/ 887936 h 1197878"/>
                <a:gd name="connsiteX332" fmla="*/ 1597502 w 1767035"/>
                <a:gd name="connsiteY332" fmla="*/ 881748 h 1197878"/>
                <a:gd name="connsiteX333" fmla="*/ 1609448 w 1767035"/>
                <a:gd name="connsiteY333" fmla="*/ 882542 h 1197878"/>
                <a:gd name="connsiteX334" fmla="*/ 1613684 w 1767035"/>
                <a:gd name="connsiteY334" fmla="*/ 872119 h 1197878"/>
                <a:gd name="connsiteX335" fmla="*/ 1608290 w 1767035"/>
                <a:gd name="connsiteY335" fmla="*/ 866328 h 1197878"/>
                <a:gd name="connsiteX336" fmla="*/ 1602135 w 1767035"/>
                <a:gd name="connsiteY336" fmla="*/ 854382 h 1197878"/>
                <a:gd name="connsiteX337" fmla="*/ 1601738 w 1767035"/>
                <a:gd name="connsiteY337" fmla="*/ 845911 h 1197878"/>
                <a:gd name="connsiteX338" fmla="*/ 1590553 w 1767035"/>
                <a:gd name="connsiteY338" fmla="*/ 831252 h 1197878"/>
                <a:gd name="connsiteX339" fmla="*/ 1597502 w 1767035"/>
                <a:gd name="connsiteY339" fmla="*/ 825097 h 1197878"/>
                <a:gd name="connsiteX340" fmla="*/ 1600216 w 1767035"/>
                <a:gd name="connsiteY340" fmla="*/ 802364 h 1197878"/>
                <a:gd name="connsiteX341" fmla="*/ 1605973 w 1767035"/>
                <a:gd name="connsiteY341" fmla="*/ 802364 h 1197878"/>
                <a:gd name="connsiteX342" fmla="*/ 1604451 w 1767035"/>
                <a:gd name="connsiteY342" fmla="*/ 819306 h 1197878"/>
                <a:gd name="connsiteX343" fmla="*/ 1609051 w 1767035"/>
                <a:gd name="connsiteY343" fmla="*/ 840120 h 1197878"/>
                <a:gd name="connsiteX344" fmla="*/ 1616761 w 1767035"/>
                <a:gd name="connsiteY344" fmla="*/ 835124 h 1197878"/>
                <a:gd name="connsiteX345" fmla="*/ 1619474 w 1767035"/>
                <a:gd name="connsiteY345" fmla="*/ 812390 h 1197878"/>
                <a:gd name="connsiteX346" fmla="*/ 1620236 w 1767035"/>
                <a:gd name="connsiteY346" fmla="*/ 805044 h 1197878"/>
                <a:gd name="connsiteX347" fmla="*/ 1632578 w 1767035"/>
                <a:gd name="connsiteY347" fmla="*/ 804283 h 1197878"/>
                <a:gd name="connsiteX348" fmla="*/ 1641844 w 1767035"/>
                <a:gd name="connsiteY348" fmla="*/ 782708 h 1197878"/>
                <a:gd name="connsiteX349" fmla="*/ 1651473 w 1767035"/>
                <a:gd name="connsiteY349" fmla="*/ 777712 h 1197878"/>
                <a:gd name="connsiteX350" fmla="*/ 1676920 w 1767035"/>
                <a:gd name="connsiteY350" fmla="*/ 770763 h 1197878"/>
                <a:gd name="connsiteX351" fmla="*/ 1650447 w 1767035"/>
                <a:gd name="connsiteY351" fmla="*/ 769968 h 1197878"/>
                <a:gd name="connsiteX352" fmla="*/ 1678574 w 1767035"/>
                <a:gd name="connsiteY352" fmla="*/ 761133 h 1197878"/>
                <a:gd name="connsiteX353" fmla="*/ 1687078 w 1767035"/>
                <a:gd name="connsiteY353" fmla="*/ 753787 h 1197878"/>
                <a:gd name="connsiteX354" fmla="*/ 1701704 w 1767035"/>
                <a:gd name="connsiteY354" fmla="*/ 754945 h 1197878"/>
                <a:gd name="connsiteX355" fmla="*/ 1697072 w 1767035"/>
                <a:gd name="connsiteY355" fmla="*/ 741477 h 1197878"/>
                <a:gd name="connsiteX356" fmla="*/ 1699388 w 1767035"/>
                <a:gd name="connsiteY356" fmla="*/ 732609 h 1197878"/>
                <a:gd name="connsiteX357" fmla="*/ 1710573 w 1767035"/>
                <a:gd name="connsiteY357" fmla="*/ 713714 h 1197878"/>
                <a:gd name="connsiteX358" fmla="*/ 1720500 w 1767035"/>
                <a:gd name="connsiteY358" fmla="*/ 707526 h 1197878"/>
                <a:gd name="connsiteX359" fmla="*/ 1733207 w 1767035"/>
                <a:gd name="connsiteY359" fmla="*/ 694820 h 1197878"/>
                <a:gd name="connsiteX360" fmla="*/ 1754815 w 1767035"/>
                <a:gd name="connsiteY360" fmla="*/ 695581 h 1197878"/>
                <a:gd name="connsiteX361" fmla="*/ 1767786 w 1767035"/>
                <a:gd name="connsiteY361" fmla="*/ 685852 h 1197878"/>
                <a:gd name="connsiteX362" fmla="*/ 1752829 w 1767035"/>
                <a:gd name="connsiteY362" fmla="*/ 637606 h 1197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</a:cxnLst>
              <a:rect l="l" t="t" r="r" b="b"/>
              <a:pathLst>
                <a:path w="1767035" h="1197878">
                  <a:moveTo>
                    <a:pt x="663753" y="441280"/>
                  </a:moveTo>
                  <a:cubicBezTo>
                    <a:pt x="666301" y="434662"/>
                    <a:pt x="666830" y="430492"/>
                    <a:pt x="647208" y="422782"/>
                  </a:cubicBezTo>
                  <a:cubicBezTo>
                    <a:pt x="627585" y="415072"/>
                    <a:pt x="629736" y="409943"/>
                    <a:pt x="616367" y="386383"/>
                  </a:cubicBezTo>
                  <a:cubicBezTo>
                    <a:pt x="602999" y="362822"/>
                    <a:pt x="578975" y="352366"/>
                    <a:pt x="578975" y="343630"/>
                  </a:cubicBezTo>
                  <a:cubicBezTo>
                    <a:pt x="578975" y="334894"/>
                    <a:pt x="555315" y="335920"/>
                    <a:pt x="555315" y="342604"/>
                  </a:cubicBezTo>
                  <a:cubicBezTo>
                    <a:pt x="555315" y="349288"/>
                    <a:pt x="545057" y="351340"/>
                    <a:pt x="539399" y="354947"/>
                  </a:cubicBezTo>
                  <a:cubicBezTo>
                    <a:pt x="533740" y="358553"/>
                    <a:pt x="531159" y="352862"/>
                    <a:pt x="526162" y="346211"/>
                  </a:cubicBezTo>
                  <a:cubicBezTo>
                    <a:pt x="521166" y="339559"/>
                    <a:pt x="508691" y="332974"/>
                    <a:pt x="508691" y="328706"/>
                  </a:cubicBezTo>
                  <a:cubicBezTo>
                    <a:pt x="508691" y="324437"/>
                    <a:pt x="505613" y="315867"/>
                    <a:pt x="496877" y="320003"/>
                  </a:cubicBezTo>
                  <a:cubicBezTo>
                    <a:pt x="488141" y="324139"/>
                    <a:pt x="483641" y="320003"/>
                    <a:pt x="480928" y="323080"/>
                  </a:cubicBezTo>
                  <a:cubicBezTo>
                    <a:pt x="478214" y="326158"/>
                    <a:pt x="471695" y="321194"/>
                    <a:pt x="471695" y="321194"/>
                  </a:cubicBezTo>
                  <a:lnTo>
                    <a:pt x="471695" y="54782"/>
                  </a:lnTo>
                  <a:cubicBezTo>
                    <a:pt x="468978" y="54572"/>
                    <a:pt x="466298" y="54016"/>
                    <a:pt x="463721" y="53128"/>
                  </a:cubicBezTo>
                  <a:cubicBezTo>
                    <a:pt x="452536" y="48892"/>
                    <a:pt x="435958" y="41215"/>
                    <a:pt x="427089" y="43200"/>
                  </a:cubicBezTo>
                  <a:cubicBezTo>
                    <a:pt x="418221" y="45186"/>
                    <a:pt x="400617" y="47436"/>
                    <a:pt x="394330" y="44359"/>
                  </a:cubicBezTo>
                  <a:cubicBezTo>
                    <a:pt x="385872" y="40126"/>
                    <a:pt x="376264" y="38767"/>
                    <a:pt x="366964" y="40487"/>
                  </a:cubicBezTo>
                  <a:cubicBezTo>
                    <a:pt x="354257" y="42406"/>
                    <a:pt x="346150" y="33538"/>
                    <a:pt x="329936" y="29700"/>
                  </a:cubicBezTo>
                  <a:cubicBezTo>
                    <a:pt x="313721" y="25861"/>
                    <a:pt x="291021" y="30858"/>
                    <a:pt x="285627" y="32777"/>
                  </a:cubicBezTo>
                  <a:cubicBezTo>
                    <a:pt x="280234" y="34696"/>
                    <a:pt x="281392" y="26986"/>
                    <a:pt x="274443" y="27780"/>
                  </a:cubicBezTo>
                  <a:cubicBezTo>
                    <a:pt x="267494" y="28574"/>
                    <a:pt x="272887" y="24703"/>
                    <a:pt x="269049" y="18912"/>
                  </a:cubicBezTo>
                  <a:cubicBezTo>
                    <a:pt x="265210" y="13121"/>
                    <a:pt x="245885" y="18515"/>
                    <a:pt x="238970" y="19276"/>
                  </a:cubicBezTo>
                  <a:cubicBezTo>
                    <a:pt x="232054" y="20037"/>
                    <a:pt x="230101" y="15967"/>
                    <a:pt x="230498" y="12360"/>
                  </a:cubicBezTo>
                  <a:cubicBezTo>
                    <a:pt x="230895" y="8753"/>
                    <a:pt x="224344" y="10044"/>
                    <a:pt x="221630" y="14676"/>
                  </a:cubicBezTo>
                  <a:cubicBezTo>
                    <a:pt x="218628" y="19022"/>
                    <a:pt x="212672" y="20111"/>
                    <a:pt x="208326" y="17109"/>
                  </a:cubicBezTo>
                  <a:cubicBezTo>
                    <a:pt x="208271" y="17071"/>
                    <a:pt x="208217" y="17032"/>
                    <a:pt x="208162" y="16993"/>
                  </a:cubicBezTo>
                  <a:cubicBezTo>
                    <a:pt x="205052" y="13882"/>
                    <a:pt x="214780" y="12724"/>
                    <a:pt x="215078" y="9283"/>
                  </a:cubicBezTo>
                  <a:cubicBezTo>
                    <a:pt x="215376" y="5841"/>
                    <a:pt x="205151" y="3889"/>
                    <a:pt x="201213" y="2665"/>
                  </a:cubicBezTo>
                  <a:cubicBezTo>
                    <a:pt x="197275" y="1440"/>
                    <a:pt x="191286" y="6503"/>
                    <a:pt x="183080" y="13816"/>
                  </a:cubicBezTo>
                  <a:cubicBezTo>
                    <a:pt x="174873" y="21129"/>
                    <a:pt x="163027" y="20434"/>
                    <a:pt x="155714" y="19607"/>
                  </a:cubicBezTo>
                  <a:cubicBezTo>
                    <a:pt x="148401" y="18780"/>
                    <a:pt x="139168" y="20368"/>
                    <a:pt x="139532" y="24637"/>
                  </a:cubicBezTo>
                  <a:cubicBezTo>
                    <a:pt x="139896" y="28905"/>
                    <a:pt x="148798" y="28475"/>
                    <a:pt x="143371" y="33869"/>
                  </a:cubicBezTo>
                  <a:cubicBezTo>
                    <a:pt x="137944" y="39263"/>
                    <a:pt x="136058" y="26556"/>
                    <a:pt x="130664" y="32314"/>
                  </a:cubicBezTo>
                  <a:cubicBezTo>
                    <a:pt x="125270" y="38071"/>
                    <a:pt x="109089" y="37707"/>
                    <a:pt x="105218" y="36946"/>
                  </a:cubicBezTo>
                  <a:cubicBezTo>
                    <a:pt x="101346" y="36185"/>
                    <a:pt x="88672" y="50183"/>
                    <a:pt x="84801" y="53922"/>
                  </a:cubicBezTo>
                  <a:cubicBezTo>
                    <a:pt x="80929" y="57661"/>
                    <a:pt x="87878" y="61235"/>
                    <a:pt x="77488" y="72419"/>
                  </a:cubicBezTo>
                  <a:cubicBezTo>
                    <a:pt x="67097" y="83604"/>
                    <a:pt x="39301" y="81288"/>
                    <a:pt x="33510" y="81288"/>
                  </a:cubicBezTo>
                  <a:cubicBezTo>
                    <a:pt x="27719" y="81288"/>
                    <a:pt x="31988" y="87906"/>
                    <a:pt x="28911" y="92075"/>
                  </a:cubicBezTo>
                  <a:cubicBezTo>
                    <a:pt x="25833" y="96245"/>
                    <a:pt x="32220" y="100182"/>
                    <a:pt x="48169" y="104418"/>
                  </a:cubicBezTo>
                  <a:cubicBezTo>
                    <a:pt x="64119" y="108654"/>
                    <a:pt x="74642" y="129434"/>
                    <a:pt x="76694" y="134464"/>
                  </a:cubicBezTo>
                  <a:cubicBezTo>
                    <a:pt x="78745" y="139494"/>
                    <a:pt x="98302" y="134100"/>
                    <a:pt x="105979" y="135258"/>
                  </a:cubicBezTo>
                  <a:cubicBezTo>
                    <a:pt x="113656" y="136417"/>
                    <a:pt x="105218" y="147204"/>
                    <a:pt x="111770" y="150282"/>
                  </a:cubicBezTo>
                  <a:cubicBezTo>
                    <a:pt x="118321" y="153359"/>
                    <a:pt x="128315" y="148726"/>
                    <a:pt x="130267" y="154120"/>
                  </a:cubicBezTo>
                  <a:cubicBezTo>
                    <a:pt x="132219" y="159514"/>
                    <a:pt x="117031" y="154120"/>
                    <a:pt x="109453" y="159911"/>
                  </a:cubicBezTo>
                  <a:cubicBezTo>
                    <a:pt x="101875" y="165702"/>
                    <a:pt x="97905" y="168382"/>
                    <a:pt x="94827" y="164146"/>
                  </a:cubicBezTo>
                  <a:cubicBezTo>
                    <a:pt x="91750" y="159911"/>
                    <a:pt x="79010" y="162591"/>
                    <a:pt x="72458" y="163385"/>
                  </a:cubicBezTo>
                  <a:cubicBezTo>
                    <a:pt x="65906" y="164179"/>
                    <a:pt x="72061" y="155278"/>
                    <a:pt x="72458" y="151407"/>
                  </a:cubicBezTo>
                  <a:cubicBezTo>
                    <a:pt x="72855" y="147535"/>
                    <a:pt x="63590" y="144788"/>
                    <a:pt x="50883" y="152201"/>
                  </a:cubicBezTo>
                  <a:cubicBezTo>
                    <a:pt x="38176" y="159613"/>
                    <a:pt x="42776" y="156833"/>
                    <a:pt x="41220" y="162591"/>
                  </a:cubicBezTo>
                  <a:cubicBezTo>
                    <a:pt x="39665" y="168349"/>
                    <a:pt x="34305" y="159117"/>
                    <a:pt x="26197" y="164146"/>
                  </a:cubicBezTo>
                  <a:cubicBezTo>
                    <a:pt x="18090" y="169176"/>
                    <a:pt x="4986" y="172618"/>
                    <a:pt x="2670" y="177647"/>
                  </a:cubicBezTo>
                  <a:cubicBezTo>
                    <a:pt x="354" y="182677"/>
                    <a:pt x="20042" y="186119"/>
                    <a:pt x="27753" y="187575"/>
                  </a:cubicBezTo>
                  <a:cubicBezTo>
                    <a:pt x="35463" y="189031"/>
                    <a:pt x="18487" y="194193"/>
                    <a:pt x="24642" y="196046"/>
                  </a:cubicBezTo>
                  <a:cubicBezTo>
                    <a:pt x="30797" y="197899"/>
                    <a:pt x="28117" y="203756"/>
                    <a:pt x="37878" y="208752"/>
                  </a:cubicBezTo>
                  <a:cubicBezTo>
                    <a:pt x="47640" y="213749"/>
                    <a:pt x="69083" y="208752"/>
                    <a:pt x="74874" y="208752"/>
                  </a:cubicBezTo>
                  <a:cubicBezTo>
                    <a:pt x="80664" y="208752"/>
                    <a:pt x="86058" y="215702"/>
                    <a:pt x="90658" y="210672"/>
                  </a:cubicBezTo>
                  <a:cubicBezTo>
                    <a:pt x="95257" y="205642"/>
                    <a:pt x="112630" y="191810"/>
                    <a:pt x="121498" y="199884"/>
                  </a:cubicBezTo>
                  <a:cubicBezTo>
                    <a:pt x="130366" y="207958"/>
                    <a:pt x="111869" y="206833"/>
                    <a:pt x="116501" y="211830"/>
                  </a:cubicBezTo>
                  <a:cubicBezTo>
                    <a:pt x="121134" y="216827"/>
                    <a:pt x="126892" y="228805"/>
                    <a:pt x="118421" y="234993"/>
                  </a:cubicBezTo>
                  <a:cubicBezTo>
                    <a:pt x="109950" y="241181"/>
                    <a:pt x="101875" y="236913"/>
                    <a:pt x="97210" y="236549"/>
                  </a:cubicBezTo>
                  <a:cubicBezTo>
                    <a:pt x="92544" y="236185"/>
                    <a:pt x="95290" y="245020"/>
                    <a:pt x="87977" y="250778"/>
                  </a:cubicBezTo>
                  <a:cubicBezTo>
                    <a:pt x="80664" y="256535"/>
                    <a:pt x="75271" y="244656"/>
                    <a:pt x="66005" y="244656"/>
                  </a:cubicBezTo>
                  <a:cubicBezTo>
                    <a:pt x="56740" y="244656"/>
                    <a:pt x="58692" y="256568"/>
                    <a:pt x="59056" y="262359"/>
                  </a:cubicBezTo>
                  <a:cubicBezTo>
                    <a:pt x="59420" y="268150"/>
                    <a:pt x="45191" y="261201"/>
                    <a:pt x="41717" y="275066"/>
                  </a:cubicBezTo>
                  <a:cubicBezTo>
                    <a:pt x="38242" y="288931"/>
                    <a:pt x="23616" y="277018"/>
                    <a:pt x="33246" y="290486"/>
                  </a:cubicBezTo>
                  <a:cubicBezTo>
                    <a:pt x="42875" y="303954"/>
                    <a:pt x="41320" y="295516"/>
                    <a:pt x="49063" y="300910"/>
                  </a:cubicBezTo>
                  <a:cubicBezTo>
                    <a:pt x="56806" y="306303"/>
                    <a:pt x="40559" y="315933"/>
                    <a:pt x="48269" y="317455"/>
                  </a:cubicBezTo>
                  <a:cubicBezTo>
                    <a:pt x="55979" y="318977"/>
                    <a:pt x="64450" y="332875"/>
                    <a:pt x="69844" y="337872"/>
                  </a:cubicBezTo>
                  <a:cubicBezTo>
                    <a:pt x="75238" y="342868"/>
                    <a:pt x="82187" y="335192"/>
                    <a:pt x="90294" y="334794"/>
                  </a:cubicBezTo>
                  <a:cubicBezTo>
                    <a:pt x="98401" y="334397"/>
                    <a:pt x="94529" y="323246"/>
                    <a:pt x="99162" y="327481"/>
                  </a:cubicBezTo>
                  <a:cubicBezTo>
                    <a:pt x="103795" y="331717"/>
                    <a:pt x="110347" y="344027"/>
                    <a:pt x="106078" y="347137"/>
                  </a:cubicBezTo>
                  <a:cubicBezTo>
                    <a:pt x="101809" y="350248"/>
                    <a:pt x="105317" y="359844"/>
                    <a:pt x="104556" y="364477"/>
                  </a:cubicBezTo>
                  <a:cubicBezTo>
                    <a:pt x="103795" y="369109"/>
                    <a:pt x="122292" y="367554"/>
                    <a:pt x="123450" y="362160"/>
                  </a:cubicBezTo>
                  <a:cubicBezTo>
                    <a:pt x="124609" y="356767"/>
                    <a:pt x="139235" y="355211"/>
                    <a:pt x="147342" y="364080"/>
                  </a:cubicBezTo>
                  <a:cubicBezTo>
                    <a:pt x="155449" y="372948"/>
                    <a:pt x="158129" y="374470"/>
                    <a:pt x="158129" y="367554"/>
                  </a:cubicBezTo>
                  <a:cubicBezTo>
                    <a:pt x="158129" y="360638"/>
                    <a:pt x="165078" y="352895"/>
                    <a:pt x="165442" y="358686"/>
                  </a:cubicBezTo>
                  <a:cubicBezTo>
                    <a:pt x="165806" y="364477"/>
                    <a:pt x="172391" y="365999"/>
                    <a:pt x="184337" y="360605"/>
                  </a:cubicBezTo>
                  <a:cubicBezTo>
                    <a:pt x="196283" y="355211"/>
                    <a:pt x="190955" y="361002"/>
                    <a:pt x="184734" y="368712"/>
                  </a:cubicBezTo>
                  <a:cubicBezTo>
                    <a:pt x="176230" y="379367"/>
                    <a:pt x="184734" y="394920"/>
                    <a:pt x="178579" y="396442"/>
                  </a:cubicBezTo>
                  <a:cubicBezTo>
                    <a:pt x="172424" y="397964"/>
                    <a:pt x="167395" y="413815"/>
                    <a:pt x="157368" y="414973"/>
                  </a:cubicBezTo>
                  <a:cubicBezTo>
                    <a:pt x="147342" y="416131"/>
                    <a:pt x="130366" y="435026"/>
                    <a:pt x="128050" y="438136"/>
                  </a:cubicBezTo>
                  <a:cubicBezTo>
                    <a:pt x="125734" y="441247"/>
                    <a:pt x="104159" y="431948"/>
                    <a:pt x="101081" y="440817"/>
                  </a:cubicBezTo>
                  <a:cubicBezTo>
                    <a:pt x="98004" y="449685"/>
                    <a:pt x="84933" y="456303"/>
                    <a:pt x="88374" y="459711"/>
                  </a:cubicBezTo>
                  <a:cubicBezTo>
                    <a:pt x="90658" y="462028"/>
                    <a:pt x="108394" y="453093"/>
                    <a:pt x="109188" y="448527"/>
                  </a:cubicBezTo>
                  <a:cubicBezTo>
                    <a:pt x="109983" y="443960"/>
                    <a:pt x="112266" y="444688"/>
                    <a:pt x="115343" y="448163"/>
                  </a:cubicBezTo>
                  <a:cubicBezTo>
                    <a:pt x="118421" y="451637"/>
                    <a:pt x="126131" y="446607"/>
                    <a:pt x="129605" y="443530"/>
                  </a:cubicBezTo>
                  <a:cubicBezTo>
                    <a:pt x="133080" y="440453"/>
                    <a:pt x="138871" y="441611"/>
                    <a:pt x="142312" y="441975"/>
                  </a:cubicBezTo>
                  <a:cubicBezTo>
                    <a:pt x="145754" y="442339"/>
                    <a:pt x="147342" y="437739"/>
                    <a:pt x="157732" y="435820"/>
                  </a:cubicBezTo>
                  <a:cubicBezTo>
                    <a:pt x="168123" y="433901"/>
                    <a:pt x="165839" y="430790"/>
                    <a:pt x="168156" y="425429"/>
                  </a:cubicBezTo>
                  <a:cubicBezTo>
                    <a:pt x="170472" y="420069"/>
                    <a:pt x="195125" y="408454"/>
                    <a:pt x="199757" y="407296"/>
                  </a:cubicBezTo>
                  <a:cubicBezTo>
                    <a:pt x="204390" y="406138"/>
                    <a:pt x="201677" y="398428"/>
                    <a:pt x="206706" y="398030"/>
                  </a:cubicBezTo>
                  <a:cubicBezTo>
                    <a:pt x="211736" y="397633"/>
                    <a:pt x="219413" y="391412"/>
                    <a:pt x="225965" y="386085"/>
                  </a:cubicBezTo>
                  <a:cubicBezTo>
                    <a:pt x="232517" y="380757"/>
                    <a:pt x="234072" y="383007"/>
                    <a:pt x="239201" y="381088"/>
                  </a:cubicBezTo>
                  <a:cubicBezTo>
                    <a:pt x="244330" y="379169"/>
                    <a:pt x="240359" y="369142"/>
                    <a:pt x="245389" y="368348"/>
                  </a:cubicBezTo>
                  <a:cubicBezTo>
                    <a:pt x="250075" y="367870"/>
                    <a:pt x="253779" y="364165"/>
                    <a:pt x="254257" y="359480"/>
                  </a:cubicBezTo>
                  <a:cubicBezTo>
                    <a:pt x="254257" y="355244"/>
                    <a:pt x="241518" y="355244"/>
                    <a:pt x="240359" y="352564"/>
                  </a:cubicBezTo>
                  <a:cubicBezTo>
                    <a:pt x="239201" y="349884"/>
                    <a:pt x="250287" y="339824"/>
                    <a:pt x="254621" y="340221"/>
                  </a:cubicBezTo>
                  <a:cubicBezTo>
                    <a:pt x="260475" y="339984"/>
                    <a:pt x="265335" y="335624"/>
                    <a:pt x="266203" y="329831"/>
                  </a:cubicBezTo>
                  <a:cubicBezTo>
                    <a:pt x="266567" y="323643"/>
                    <a:pt x="272821" y="322485"/>
                    <a:pt x="277752" y="317091"/>
                  </a:cubicBezTo>
                  <a:cubicBezTo>
                    <a:pt x="282682" y="311697"/>
                    <a:pt x="281623" y="307164"/>
                    <a:pt x="286620" y="306701"/>
                  </a:cubicBezTo>
                  <a:cubicBezTo>
                    <a:pt x="291617" y="306237"/>
                    <a:pt x="296249" y="299354"/>
                    <a:pt x="301643" y="296277"/>
                  </a:cubicBezTo>
                  <a:cubicBezTo>
                    <a:pt x="307037" y="293200"/>
                    <a:pt x="301643" y="300116"/>
                    <a:pt x="312067" y="300513"/>
                  </a:cubicBezTo>
                  <a:cubicBezTo>
                    <a:pt x="322490" y="300910"/>
                    <a:pt x="320174" y="310440"/>
                    <a:pt x="312464" y="307131"/>
                  </a:cubicBezTo>
                  <a:cubicBezTo>
                    <a:pt x="304754" y="303822"/>
                    <a:pt x="301279" y="304053"/>
                    <a:pt x="294330" y="310605"/>
                  </a:cubicBezTo>
                  <a:cubicBezTo>
                    <a:pt x="287381" y="317157"/>
                    <a:pt x="292808" y="319076"/>
                    <a:pt x="287414" y="326423"/>
                  </a:cubicBezTo>
                  <a:cubicBezTo>
                    <a:pt x="282020" y="333769"/>
                    <a:pt x="281623" y="338368"/>
                    <a:pt x="288572" y="339129"/>
                  </a:cubicBezTo>
                  <a:cubicBezTo>
                    <a:pt x="295521" y="339890"/>
                    <a:pt x="288936" y="344920"/>
                    <a:pt x="282384" y="346839"/>
                  </a:cubicBezTo>
                  <a:cubicBezTo>
                    <a:pt x="275832" y="348759"/>
                    <a:pt x="280465" y="352630"/>
                    <a:pt x="289333" y="352630"/>
                  </a:cubicBezTo>
                  <a:cubicBezTo>
                    <a:pt x="298202" y="352630"/>
                    <a:pt x="311306" y="339890"/>
                    <a:pt x="323648" y="333736"/>
                  </a:cubicBezTo>
                  <a:cubicBezTo>
                    <a:pt x="335991" y="327581"/>
                    <a:pt x="345223" y="333736"/>
                    <a:pt x="348698" y="332577"/>
                  </a:cubicBezTo>
                  <a:cubicBezTo>
                    <a:pt x="352172" y="331419"/>
                    <a:pt x="344826" y="325628"/>
                    <a:pt x="349095" y="323709"/>
                  </a:cubicBezTo>
                  <a:cubicBezTo>
                    <a:pt x="353364" y="321790"/>
                    <a:pt x="344065" y="320632"/>
                    <a:pt x="341352" y="313319"/>
                  </a:cubicBezTo>
                  <a:cubicBezTo>
                    <a:pt x="338638" y="306006"/>
                    <a:pt x="345620" y="310605"/>
                    <a:pt x="347143" y="304847"/>
                  </a:cubicBezTo>
                  <a:cubicBezTo>
                    <a:pt x="348665" y="299090"/>
                    <a:pt x="352933" y="301340"/>
                    <a:pt x="356772" y="304053"/>
                  </a:cubicBezTo>
                  <a:cubicBezTo>
                    <a:pt x="360610" y="306767"/>
                    <a:pt x="366037" y="301340"/>
                    <a:pt x="369512" y="308686"/>
                  </a:cubicBezTo>
                  <a:cubicBezTo>
                    <a:pt x="372986" y="316032"/>
                    <a:pt x="376825" y="306767"/>
                    <a:pt x="383013" y="311763"/>
                  </a:cubicBezTo>
                  <a:cubicBezTo>
                    <a:pt x="389201" y="316760"/>
                    <a:pt x="381855" y="315999"/>
                    <a:pt x="375270" y="317554"/>
                  </a:cubicBezTo>
                  <a:cubicBezTo>
                    <a:pt x="368685" y="319109"/>
                    <a:pt x="372192" y="327945"/>
                    <a:pt x="377222" y="323709"/>
                  </a:cubicBezTo>
                  <a:cubicBezTo>
                    <a:pt x="382252" y="319474"/>
                    <a:pt x="386454" y="316793"/>
                    <a:pt x="391087" y="321029"/>
                  </a:cubicBezTo>
                  <a:cubicBezTo>
                    <a:pt x="395720" y="325264"/>
                    <a:pt x="397705" y="323345"/>
                    <a:pt x="401510" y="319474"/>
                  </a:cubicBezTo>
                  <a:cubicBezTo>
                    <a:pt x="405316" y="315602"/>
                    <a:pt x="405349" y="319871"/>
                    <a:pt x="405349" y="322783"/>
                  </a:cubicBezTo>
                  <a:cubicBezTo>
                    <a:pt x="405349" y="325695"/>
                    <a:pt x="413456" y="327018"/>
                    <a:pt x="425005" y="328937"/>
                  </a:cubicBezTo>
                  <a:cubicBezTo>
                    <a:pt x="436553" y="330857"/>
                    <a:pt x="457400" y="328176"/>
                    <a:pt x="462794" y="327779"/>
                  </a:cubicBezTo>
                  <a:cubicBezTo>
                    <a:pt x="468188" y="327382"/>
                    <a:pt x="466103" y="335886"/>
                    <a:pt x="478214" y="338203"/>
                  </a:cubicBezTo>
                  <a:cubicBezTo>
                    <a:pt x="490325" y="340519"/>
                    <a:pt x="493237" y="326257"/>
                    <a:pt x="499425" y="331254"/>
                  </a:cubicBezTo>
                  <a:cubicBezTo>
                    <a:pt x="505613" y="336250"/>
                    <a:pt x="499425" y="338203"/>
                    <a:pt x="495951" y="342041"/>
                  </a:cubicBezTo>
                  <a:cubicBezTo>
                    <a:pt x="492476" y="345880"/>
                    <a:pt x="499789" y="346277"/>
                    <a:pt x="504422" y="348229"/>
                  </a:cubicBezTo>
                  <a:cubicBezTo>
                    <a:pt x="509055" y="350182"/>
                    <a:pt x="519842" y="353226"/>
                    <a:pt x="524839" y="358156"/>
                  </a:cubicBezTo>
                  <a:cubicBezTo>
                    <a:pt x="529836" y="363087"/>
                    <a:pt x="532946" y="368580"/>
                    <a:pt x="545289" y="374702"/>
                  </a:cubicBezTo>
                  <a:cubicBezTo>
                    <a:pt x="557632" y="380823"/>
                    <a:pt x="545686" y="359281"/>
                    <a:pt x="555216" y="366231"/>
                  </a:cubicBezTo>
                  <a:cubicBezTo>
                    <a:pt x="564746" y="373179"/>
                    <a:pt x="561371" y="366628"/>
                    <a:pt x="569081" y="373544"/>
                  </a:cubicBezTo>
                  <a:cubicBezTo>
                    <a:pt x="576791" y="380459"/>
                    <a:pt x="574111" y="370466"/>
                    <a:pt x="570636" y="358917"/>
                  </a:cubicBezTo>
                  <a:cubicBezTo>
                    <a:pt x="567162" y="347369"/>
                    <a:pt x="574111" y="355046"/>
                    <a:pt x="577552" y="360440"/>
                  </a:cubicBezTo>
                  <a:cubicBezTo>
                    <a:pt x="580994" y="365833"/>
                    <a:pt x="581027" y="376257"/>
                    <a:pt x="578710" y="383173"/>
                  </a:cubicBezTo>
                  <a:cubicBezTo>
                    <a:pt x="576394" y="390089"/>
                    <a:pt x="564845" y="384331"/>
                    <a:pt x="566004" y="380493"/>
                  </a:cubicBezTo>
                  <a:cubicBezTo>
                    <a:pt x="567162" y="376654"/>
                    <a:pt x="554422" y="378176"/>
                    <a:pt x="554058" y="383570"/>
                  </a:cubicBezTo>
                  <a:cubicBezTo>
                    <a:pt x="553694" y="388964"/>
                    <a:pt x="562132" y="399387"/>
                    <a:pt x="568320" y="400545"/>
                  </a:cubicBezTo>
                  <a:cubicBezTo>
                    <a:pt x="574508" y="401704"/>
                    <a:pt x="569842" y="411333"/>
                    <a:pt x="573714" y="412491"/>
                  </a:cubicBezTo>
                  <a:cubicBezTo>
                    <a:pt x="579008" y="414079"/>
                    <a:pt x="578710" y="424040"/>
                    <a:pt x="581821" y="422418"/>
                  </a:cubicBezTo>
                  <a:cubicBezTo>
                    <a:pt x="584931" y="420797"/>
                    <a:pt x="583740" y="408917"/>
                    <a:pt x="580266" y="403524"/>
                  </a:cubicBezTo>
                  <a:cubicBezTo>
                    <a:pt x="576791" y="398130"/>
                    <a:pt x="578346" y="390287"/>
                    <a:pt x="582946" y="391975"/>
                  </a:cubicBezTo>
                  <a:cubicBezTo>
                    <a:pt x="587545" y="393663"/>
                    <a:pt x="582946" y="401604"/>
                    <a:pt x="585262" y="404285"/>
                  </a:cubicBezTo>
                  <a:cubicBezTo>
                    <a:pt x="587579" y="406965"/>
                    <a:pt x="590292" y="401604"/>
                    <a:pt x="595686" y="398527"/>
                  </a:cubicBezTo>
                  <a:cubicBezTo>
                    <a:pt x="601079" y="395449"/>
                    <a:pt x="593369" y="386548"/>
                    <a:pt x="595289" y="381982"/>
                  </a:cubicBezTo>
                  <a:cubicBezTo>
                    <a:pt x="597208" y="377415"/>
                    <a:pt x="603396" y="385853"/>
                    <a:pt x="605712" y="393960"/>
                  </a:cubicBezTo>
                  <a:cubicBezTo>
                    <a:pt x="608029" y="402068"/>
                    <a:pt x="599921" y="401670"/>
                    <a:pt x="599921" y="405906"/>
                  </a:cubicBezTo>
                  <a:cubicBezTo>
                    <a:pt x="599921" y="410142"/>
                    <a:pt x="592608" y="408222"/>
                    <a:pt x="590292" y="410539"/>
                  </a:cubicBezTo>
                  <a:cubicBezTo>
                    <a:pt x="587976" y="412855"/>
                    <a:pt x="589134" y="428275"/>
                    <a:pt x="592211" y="428639"/>
                  </a:cubicBezTo>
                  <a:cubicBezTo>
                    <a:pt x="595289" y="429003"/>
                    <a:pt x="597208" y="415932"/>
                    <a:pt x="599160" y="422484"/>
                  </a:cubicBezTo>
                  <a:cubicBezTo>
                    <a:pt x="601113" y="429036"/>
                    <a:pt x="608393" y="414013"/>
                    <a:pt x="610345" y="420168"/>
                  </a:cubicBezTo>
                  <a:cubicBezTo>
                    <a:pt x="612297" y="426323"/>
                    <a:pt x="621496" y="433404"/>
                    <a:pt x="624971" y="431717"/>
                  </a:cubicBezTo>
                  <a:cubicBezTo>
                    <a:pt x="628445" y="430029"/>
                    <a:pt x="623449" y="423643"/>
                    <a:pt x="618055" y="423245"/>
                  </a:cubicBezTo>
                  <a:cubicBezTo>
                    <a:pt x="612661" y="422848"/>
                    <a:pt x="613422" y="414013"/>
                    <a:pt x="618419" y="413616"/>
                  </a:cubicBezTo>
                  <a:cubicBezTo>
                    <a:pt x="623416" y="413219"/>
                    <a:pt x="632284" y="426323"/>
                    <a:pt x="631920" y="430956"/>
                  </a:cubicBezTo>
                  <a:cubicBezTo>
                    <a:pt x="631556" y="435588"/>
                    <a:pt x="627287" y="435191"/>
                    <a:pt x="623052" y="439824"/>
                  </a:cubicBezTo>
                  <a:cubicBezTo>
                    <a:pt x="618816" y="444457"/>
                    <a:pt x="613125" y="432114"/>
                    <a:pt x="608029" y="432511"/>
                  </a:cubicBezTo>
                  <a:cubicBezTo>
                    <a:pt x="602933" y="432908"/>
                    <a:pt x="608029" y="440585"/>
                    <a:pt x="610345" y="445979"/>
                  </a:cubicBezTo>
                  <a:cubicBezTo>
                    <a:pt x="612661" y="451372"/>
                    <a:pt x="604157" y="458719"/>
                    <a:pt x="610709" y="462954"/>
                  </a:cubicBezTo>
                  <a:cubicBezTo>
                    <a:pt x="617261" y="467190"/>
                    <a:pt x="615342" y="460274"/>
                    <a:pt x="616500" y="457163"/>
                  </a:cubicBezTo>
                  <a:cubicBezTo>
                    <a:pt x="617658" y="454053"/>
                    <a:pt x="622655" y="457924"/>
                    <a:pt x="626129" y="460638"/>
                  </a:cubicBezTo>
                  <a:cubicBezTo>
                    <a:pt x="629604" y="463351"/>
                    <a:pt x="630001" y="454483"/>
                    <a:pt x="630001" y="451009"/>
                  </a:cubicBezTo>
                  <a:cubicBezTo>
                    <a:pt x="630001" y="447534"/>
                    <a:pt x="635758" y="449453"/>
                    <a:pt x="638869" y="454086"/>
                  </a:cubicBezTo>
                  <a:cubicBezTo>
                    <a:pt x="641979" y="458719"/>
                    <a:pt x="642178" y="449089"/>
                    <a:pt x="646943" y="449850"/>
                  </a:cubicBezTo>
                  <a:cubicBezTo>
                    <a:pt x="651708" y="450611"/>
                    <a:pt x="648498" y="457924"/>
                    <a:pt x="648498" y="462193"/>
                  </a:cubicBezTo>
                  <a:cubicBezTo>
                    <a:pt x="648498" y="466462"/>
                    <a:pt x="656572" y="458719"/>
                    <a:pt x="655811" y="463351"/>
                  </a:cubicBezTo>
                  <a:cubicBezTo>
                    <a:pt x="655715" y="463998"/>
                    <a:pt x="655715" y="464656"/>
                    <a:pt x="655811" y="465304"/>
                  </a:cubicBezTo>
                  <a:cubicBezTo>
                    <a:pt x="660080" y="462226"/>
                    <a:pt x="664514" y="459083"/>
                    <a:pt x="667658" y="456899"/>
                  </a:cubicBezTo>
                  <a:cubicBezTo>
                    <a:pt x="675566" y="451571"/>
                    <a:pt x="661172" y="447931"/>
                    <a:pt x="663753" y="441280"/>
                  </a:cubicBezTo>
                  <a:close/>
                  <a:moveTo>
                    <a:pt x="13325" y="496012"/>
                  </a:moveTo>
                  <a:cubicBezTo>
                    <a:pt x="22557" y="492173"/>
                    <a:pt x="26561" y="487540"/>
                    <a:pt x="22557" y="482775"/>
                  </a:cubicBezTo>
                  <a:cubicBezTo>
                    <a:pt x="18553" y="478010"/>
                    <a:pt x="6211" y="498957"/>
                    <a:pt x="13325" y="496012"/>
                  </a:cubicBezTo>
                  <a:close/>
                  <a:moveTo>
                    <a:pt x="78844" y="461300"/>
                  </a:moveTo>
                  <a:cubicBezTo>
                    <a:pt x="70373" y="458222"/>
                    <a:pt x="48037" y="471789"/>
                    <a:pt x="55681" y="472881"/>
                  </a:cubicBezTo>
                  <a:cubicBezTo>
                    <a:pt x="61075" y="473642"/>
                    <a:pt x="63391" y="468282"/>
                    <a:pt x="69546" y="468282"/>
                  </a:cubicBezTo>
                  <a:cubicBezTo>
                    <a:pt x="75701" y="468282"/>
                    <a:pt x="87316" y="464410"/>
                    <a:pt x="78844" y="461300"/>
                  </a:cubicBezTo>
                  <a:close/>
                  <a:moveTo>
                    <a:pt x="274277" y="370731"/>
                  </a:moveTo>
                  <a:cubicBezTo>
                    <a:pt x="274674" y="366495"/>
                    <a:pt x="268486" y="366892"/>
                    <a:pt x="260776" y="375761"/>
                  </a:cubicBezTo>
                  <a:cubicBezTo>
                    <a:pt x="253066" y="384629"/>
                    <a:pt x="246547" y="389228"/>
                    <a:pt x="245356" y="393497"/>
                  </a:cubicBezTo>
                  <a:cubicBezTo>
                    <a:pt x="244165" y="397766"/>
                    <a:pt x="235429" y="392703"/>
                    <a:pt x="232649" y="398097"/>
                  </a:cubicBezTo>
                  <a:cubicBezTo>
                    <a:pt x="229870" y="403490"/>
                    <a:pt x="234569" y="415469"/>
                    <a:pt x="239962" y="411598"/>
                  </a:cubicBezTo>
                  <a:cubicBezTo>
                    <a:pt x="245356" y="407726"/>
                    <a:pt x="245753" y="411598"/>
                    <a:pt x="249228" y="411598"/>
                  </a:cubicBezTo>
                  <a:cubicBezTo>
                    <a:pt x="252702" y="411598"/>
                    <a:pt x="268486" y="400810"/>
                    <a:pt x="271961" y="395383"/>
                  </a:cubicBezTo>
                  <a:cubicBezTo>
                    <a:pt x="275435" y="389956"/>
                    <a:pt x="265806" y="388467"/>
                    <a:pt x="265343" y="384993"/>
                  </a:cubicBezTo>
                  <a:cubicBezTo>
                    <a:pt x="264880" y="381518"/>
                    <a:pt x="273450" y="381684"/>
                    <a:pt x="277686" y="379202"/>
                  </a:cubicBezTo>
                  <a:cubicBezTo>
                    <a:pt x="281921" y="376720"/>
                    <a:pt x="273880" y="374966"/>
                    <a:pt x="274277" y="370731"/>
                  </a:cubicBezTo>
                  <a:close/>
                  <a:moveTo>
                    <a:pt x="28745" y="325132"/>
                  </a:moveTo>
                  <a:cubicBezTo>
                    <a:pt x="27951" y="318944"/>
                    <a:pt x="11373" y="324735"/>
                    <a:pt x="13325" y="330526"/>
                  </a:cubicBezTo>
                  <a:cubicBezTo>
                    <a:pt x="15277" y="336317"/>
                    <a:pt x="30896" y="340089"/>
                    <a:pt x="37614" y="337839"/>
                  </a:cubicBezTo>
                  <a:cubicBezTo>
                    <a:pt x="43371" y="335920"/>
                    <a:pt x="45324" y="329765"/>
                    <a:pt x="40923" y="325893"/>
                  </a:cubicBezTo>
                  <a:cubicBezTo>
                    <a:pt x="36522" y="322021"/>
                    <a:pt x="29672" y="331419"/>
                    <a:pt x="28745" y="325132"/>
                  </a:cubicBezTo>
                  <a:close/>
                  <a:moveTo>
                    <a:pt x="216567" y="1176287"/>
                  </a:moveTo>
                  <a:cubicBezTo>
                    <a:pt x="206938" y="1177412"/>
                    <a:pt x="212232" y="1201535"/>
                    <a:pt x="217428" y="1197565"/>
                  </a:cubicBezTo>
                  <a:cubicBezTo>
                    <a:pt x="221101" y="1194719"/>
                    <a:pt x="227917" y="1194256"/>
                    <a:pt x="229903" y="1190450"/>
                  </a:cubicBezTo>
                  <a:cubicBezTo>
                    <a:pt x="232550" y="1185486"/>
                    <a:pt x="226197" y="1175162"/>
                    <a:pt x="216567" y="1176287"/>
                  </a:cubicBezTo>
                  <a:close/>
                  <a:moveTo>
                    <a:pt x="203827" y="1161562"/>
                  </a:moveTo>
                  <a:cubicBezTo>
                    <a:pt x="198136" y="1162389"/>
                    <a:pt x="201809" y="1172747"/>
                    <a:pt x="205515" y="1170033"/>
                  </a:cubicBezTo>
                  <a:cubicBezTo>
                    <a:pt x="211670" y="1165632"/>
                    <a:pt x="209486" y="1160702"/>
                    <a:pt x="203827" y="1161562"/>
                  </a:cubicBezTo>
                  <a:close/>
                  <a:moveTo>
                    <a:pt x="143702" y="1142005"/>
                  </a:moveTo>
                  <a:cubicBezTo>
                    <a:pt x="148798" y="1147399"/>
                    <a:pt x="152504" y="1145976"/>
                    <a:pt x="153927" y="1141145"/>
                  </a:cubicBezTo>
                  <a:cubicBezTo>
                    <a:pt x="155350" y="1136314"/>
                    <a:pt x="138242" y="1136248"/>
                    <a:pt x="143702" y="1142005"/>
                  </a:cubicBezTo>
                  <a:close/>
                  <a:moveTo>
                    <a:pt x="170935" y="1153620"/>
                  </a:moveTo>
                  <a:cubicBezTo>
                    <a:pt x="174608" y="1159279"/>
                    <a:pt x="178579" y="1160437"/>
                    <a:pt x="181690" y="1155341"/>
                  </a:cubicBezTo>
                  <a:cubicBezTo>
                    <a:pt x="184800" y="1150245"/>
                    <a:pt x="166634" y="1147002"/>
                    <a:pt x="170935" y="1153620"/>
                  </a:cubicBezTo>
                  <a:close/>
                  <a:moveTo>
                    <a:pt x="1752829" y="637606"/>
                  </a:moveTo>
                  <a:cubicBezTo>
                    <a:pt x="1752333" y="632444"/>
                    <a:pt x="1736913" y="636547"/>
                    <a:pt x="1729666" y="630988"/>
                  </a:cubicBezTo>
                  <a:cubicBezTo>
                    <a:pt x="1722419" y="625429"/>
                    <a:pt x="1710143" y="651041"/>
                    <a:pt x="1707595" y="661828"/>
                  </a:cubicBezTo>
                  <a:cubicBezTo>
                    <a:pt x="1705047" y="672616"/>
                    <a:pt x="1685986" y="684429"/>
                    <a:pt x="1685986" y="684429"/>
                  </a:cubicBezTo>
                  <a:cubicBezTo>
                    <a:pt x="1685986" y="684429"/>
                    <a:pt x="1630990" y="684926"/>
                    <a:pt x="1626423" y="684926"/>
                  </a:cubicBezTo>
                  <a:cubicBezTo>
                    <a:pt x="1623114" y="684926"/>
                    <a:pt x="1610573" y="695846"/>
                    <a:pt x="1603260" y="702497"/>
                  </a:cubicBezTo>
                  <a:cubicBezTo>
                    <a:pt x="1603514" y="702780"/>
                    <a:pt x="1603736" y="703091"/>
                    <a:pt x="1603922" y="703423"/>
                  </a:cubicBezTo>
                  <a:cubicBezTo>
                    <a:pt x="1609481" y="713350"/>
                    <a:pt x="1589263" y="719605"/>
                    <a:pt x="1570004" y="720399"/>
                  </a:cubicBezTo>
                  <a:cubicBezTo>
                    <a:pt x="1565373" y="720586"/>
                    <a:pt x="1560755" y="721028"/>
                    <a:pt x="1556172" y="721722"/>
                  </a:cubicBezTo>
                  <a:cubicBezTo>
                    <a:pt x="1556895" y="723943"/>
                    <a:pt x="1557231" y="726271"/>
                    <a:pt x="1557165" y="728605"/>
                  </a:cubicBezTo>
                  <a:cubicBezTo>
                    <a:pt x="1556999" y="729829"/>
                    <a:pt x="1554948" y="731352"/>
                    <a:pt x="1552003" y="732940"/>
                  </a:cubicBezTo>
                  <a:cubicBezTo>
                    <a:pt x="1549058" y="738896"/>
                    <a:pt x="1525530" y="750445"/>
                    <a:pt x="1512294" y="757394"/>
                  </a:cubicBezTo>
                  <a:cubicBezTo>
                    <a:pt x="1497635" y="765104"/>
                    <a:pt x="1477582" y="761265"/>
                    <a:pt x="1477582" y="749684"/>
                  </a:cubicBezTo>
                  <a:cubicBezTo>
                    <a:pt x="1477582" y="738102"/>
                    <a:pt x="1488370" y="740452"/>
                    <a:pt x="1490818" y="745845"/>
                  </a:cubicBezTo>
                  <a:cubicBezTo>
                    <a:pt x="1491679" y="747864"/>
                    <a:pt x="1494293" y="746375"/>
                    <a:pt x="1497833" y="743860"/>
                  </a:cubicBezTo>
                  <a:cubicBezTo>
                    <a:pt x="1494160" y="740286"/>
                    <a:pt x="1494227" y="734595"/>
                    <a:pt x="1494988" y="730227"/>
                  </a:cubicBezTo>
                  <a:cubicBezTo>
                    <a:pt x="1490587" y="728307"/>
                    <a:pt x="1497470" y="711034"/>
                    <a:pt x="1488370" y="708089"/>
                  </a:cubicBezTo>
                  <a:cubicBezTo>
                    <a:pt x="1479270" y="705144"/>
                    <a:pt x="1468350" y="721325"/>
                    <a:pt x="1469872" y="711133"/>
                  </a:cubicBezTo>
                  <a:cubicBezTo>
                    <a:pt x="1471394" y="700941"/>
                    <a:pt x="1485292" y="692636"/>
                    <a:pt x="1476821" y="679532"/>
                  </a:cubicBezTo>
                  <a:cubicBezTo>
                    <a:pt x="1468350" y="666428"/>
                    <a:pt x="1452930" y="666296"/>
                    <a:pt x="1449819" y="676454"/>
                  </a:cubicBezTo>
                  <a:cubicBezTo>
                    <a:pt x="1446709" y="686613"/>
                    <a:pt x="1435954" y="681848"/>
                    <a:pt x="1432083" y="689691"/>
                  </a:cubicBezTo>
                  <a:cubicBezTo>
                    <a:pt x="1428211" y="697533"/>
                    <a:pt x="1424373" y="714376"/>
                    <a:pt x="1427483" y="726719"/>
                  </a:cubicBezTo>
                  <a:cubicBezTo>
                    <a:pt x="1430593" y="739062"/>
                    <a:pt x="1426689" y="745184"/>
                    <a:pt x="1415140" y="752133"/>
                  </a:cubicBezTo>
                  <a:cubicBezTo>
                    <a:pt x="1403592" y="759082"/>
                    <a:pt x="1397536" y="741544"/>
                    <a:pt x="1401904" y="719042"/>
                  </a:cubicBezTo>
                  <a:cubicBezTo>
                    <a:pt x="1404981" y="703589"/>
                    <a:pt x="1413453" y="688963"/>
                    <a:pt x="1405743" y="688963"/>
                  </a:cubicBezTo>
                  <a:cubicBezTo>
                    <a:pt x="1398032" y="688963"/>
                    <a:pt x="1415670" y="670465"/>
                    <a:pt x="1431950" y="666593"/>
                  </a:cubicBezTo>
                  <a:cubicBezTo>
                    <a:pt x="1448231" y="662722"/>
                    <a:pt x="1468350" y="664277"/>
                    <a:pt x="1468350" y="659678"/>
                  </a:cubicBezTo>
                  <a:cubicBezTo>
                    <a:pt x="1468350" y="658718"/>
                    <a:pt x="1469078" y="658089"/>
                    <a:pt x="1470302" y="657692"/>
                  </a:cubicBezTo>
                  <a:cubicBezTo>
                    <a:pt x="1467123" y="655216"/>
                    <a:pt x="1463808" y="652919"/>
                    <a:pt x="1460375" y="650809"/>
                  </a:cubicBezTo>
                  <a:cubicBezTo>
                    <a:pt x="1460013" y="651909"/>
                    <a:pt x="1459290" y="652853"/>
                    <a:pt x="1458323" y="653490"/>
                  </a:cubicBezTo>
                  <a:cubicBezTo>
                    <a:pt x="1451970" y="657924"/>
                    <a:pt x="1453691" y="646541"/>
                    <a:pt x="1442109" y="646541"/>
                  </a:cubicBezTo>
                  <a:cubicBezTo>
                    <a:pt x="1430527" y="646541"/>
                    <a:pt x="1418946" y="657328"/>
                    <a:pt x="1409746" y="652729"/>
                  </a:cubicBezTo>
                  <a:cubicBezTo>
                    <a:pt x="1400547" y="648129"/>
                    <a:pt x="1405114" y="641941"/>
                    <a:pt x="1396510" y="641941"/>
                  </a:cubicBezTo>
                  <a:cubicBezTo>
                    <a:pt x="1387907" y="641941"/>
                    <a:pt x="1402665" y="625760"/>
                    <a:pt x="1390322" y="632676"/>
                  </a:cubicBezTo>
                  <a:cubicBezTo>
                    <a:pt x="1377980" y="639592"/>
                    <a:pt x="1359482" y="656600"/>
                    <a:pt x="1351011" y="648890"/>
                  </a:cubicBezTo>
                  <a:cubicBezTo>
                    <a:pt x="1342540" y="641180"/>
                    <a:pt x="1334829" y="651206"/>
                    <a:pt x="1328641" y="645018"/>
                  </a:cubicBezTo>
                  <a:cubicBezTo>
                    <a:pt x="1322454" y="638830"/>
                    <a:pt x="1350250" y="621855"/>
                    <a:pt x="1363354" y="622682"/>
                  </a:cubicBezTo>
                  <a:cubicBezTo>
                    <a:pt x="1366661" y="622681"/>
                    <a:pt x="1369849" y="621442"/>
                    <a:pt x="1372288" y="619208"/>
                  </a:cubicBezTo>
                  <a:cubicBezTo>
                    <a:pt x="1365372" y="616693"/>
                    <a:pt x="1351176" y="611134"/>
                    <a:pt x="1347404" y="615733"/>
                  </a:cubicBezTo>
                  <a:cubicBezTo>
                    <a:pt x="1342804" y="621392"/>
                    <a:pt x="1336120" y="617752"/>
                    <a:pt x="1332513" y="613152"/>
                  </a:cubicBezTo>
                  <a:cubicBezTo>
                    <a:pt x="1328906" y="608553"/>
                    <a:pt x="1324274" y="614674"/>
                    <a:pt x="1318119" y="607527"/>
                  </a:cubicBezTo>
                  <a:cubicBezTo>
                    <a:pt x="1311964" y="600379"/>
                    <a:pt x="1305776" y="605442"/>
                    <a:pt x="1302202" y="606964"/>
                  </a:cubicBezTo>
                  <a:cubicBezTo>
                    <a:pt x="1298628" y="608486"/>
                    <a:pt x="1293963" y="604416"/>
                    <a:pt x="1287278" y="601835"/>
                  </a:cubicBezTo>
                  <a:cubicBezTo>
                    <a:pt x="1280594" y="599254"/>
                    <a:pt x="1285756" y="592603"/>
                    <a:pt x="1280098" y="588599"/>
                  </a:cubicBezTo>
                  <a:cubicBezTo>
                    <a:pt x="1274439" y="584595"/>
                    <a:pt x="1274108" y="596408"/>
                    <a:pt x="1274108" y="596408"/>
                  </a:cubicBezTo>
                  <a:lnTo>
                    <a:pt x="794990" y="598989"/>
                  </a:lnTo>
                  <a:cubicBezTo>
                    <a:pt x="795502" y="599774"/>
                    <a:pt x="796078" y="600516"/>
                    <a:pt x="796711" y="601207"/>
                  </a:cubicBezTo>
                  <a:cubicBezTo>
                    <a:pt x="802469" y="607394"/>
                    <a:pt x="797869" y="611994"/>
                    <a:pt x="799788" y="619340"/>
                  </a:cubicBezTo>
                  <a:cubicBezTo>
                    <a:pt x="801708" y="626686"/>
                    <a:pt x="800185" y="637044"/>
                    <a:pt x="794395" y="637044"/>
                  </a:cubicBezTo>
                  <a:cubicBezTo>
                    <a:pt x="791823" y="637215"/>
                    <a:pt x="789600" y="635270"/>
                    <a:pt x="789428" y="632699"/>
                  </a:cubicBezTo>
                  <a:cubicBezTo>
                    <a:pt x="789300" y="630791"/>
                    <a:pt x="790351" y="628997"/>
                    <a:pt x="792078" y="628175"/>
                  </a:cubicBezTo>
                  <a:cubicBezTo>
                    <a:pt x="796314" y="625892"/>
                    <a:pt x="793997" y="617388"/>
                    <a:pt x="789762" y="617388"/>
                  </a:cubicBezTo>
                  <a:cubicBezTo>
                    <a:pt x="787280" y="617388"/>
                    <a:pt x="786287" y="614509"/>
                    <a:pt x="786453" y="611101"/>
                  </a:cubicBezTo>
                  <a:cubicBezTo>
                    <a:pt x="778610" y="613285"/>
                    <a:pt x="769544" y="612292"/>
                    <a:pt x="758988" y="611101"/>
                  </a:cubicBezTo>
                  <a:cubicBezTo>
                    <a:pt x="759204" y="611524"/>
                    <a:pt x="759339" y="611984"/>
                    <a:pt x="759385" y="612457"/>
                  </a:cubicBezTo>
                  <a:cubicBezTo>
                    <a:pt x="760276" y="620818"/>
                    <a:pt x="763333" y="628802"/>
                    <a:pt x="768253" y="635621"/>
                  </a:cubicBezTo>
                  <a:cubicBezTo>
                    <a:pt x="774408" y="643695"/>
                    <a:pt x="770172" y="648857"/>
                    <a:pt x="775963" y="651802"/>
                  </a:cubicBezTo>
                  <a:cubicBezTo>
                    <a:pt x="781754" y="654747"/>
                    <a:pt x="781357" y="658420"/>
                    <a:pt x="775963" y="657560"/>
                  </a:cubicBezTo>
                  <a:cubicBezTo>
                    <a:pt x="770569" y="656699"/>
                    <a:pt x="774408" y="661828"/>
                    <a:pt x="772654" y="673410"/>
                  </a:cubicBezTo>
                  <a:cubicBezTo>
                    <a:pt x="770900" y="684992"/>
                    <a:pt x="771099" y="708850"/>
                    <a:pt x="769941" y="716163"/>
                  </a:cubicBezTo>
                  <a:cubicBezTo>
                    <a:pt x="768782" y="723476"/>
                    <a:pt x="760311" y="735455"/>
                    <a:pt x="765341" y="743165"/>
                  </a:cubicBezTo>
                  <a:cubicBezTo>
                    <a:pt x="770371" y="750875"/>
                    <a:pt x="773812" y="761663"/>
                    <a:pt x="771099" y="771292"/>
                  </a:cubicBezTo>
                  <a:cubicBezTo>
                    <a:pt x="768385" y="780921"/>
                    <a:pt x="768782" y="786712"/>
                    <a:pt x="773018" y="794025"/>
                  </a:cubicBezTo>
                  <a:cubicBezTo>
                    <a:pt x="777254" y="801338"/>
                    <a:pt x="773812" y="814078"/>
                    <a:pt x="778445" y="816758"/>
                  </a:cubicBezTo>
                  <a:cubicBezTo>
                    <a:pt x="783961" y="820674"/>
                    <a:pt x="788492" y="825817"/>
                    <a:pt x="791681" y="831782"/>
                  </a:cubicBezTo>
                  <a:cubicBezTo>
                    <a:pt x="795917" y="838731"/>
                    <a:pt x="799755" y="834495"/>
                    <a:pt x="800549" y="841444"/>
                  </a:cubicBezTo>
                  <a:cubicBezTo>
                    <a:pt x="801344" y="848393"/>
                    <a:pt x="801310" y="849518"/>
                    <a:pt x="807465" y="852232"/>
                  </a:cubicBezTo>
                  <a:cubicBezTo>
                    <a:pt x="813620" y="854945"/>
                    <a:pt x="809782" y="861861"/>
                    <a:pt x="809782" y="865699"/>
                  </a:cubicBezTo>
                  <a:cubicBezTo>
                    <a:pt x="809782" y="869538"/>
                    <a:pt x="817889" y="876520"/>
                    <a:pt x="827915" y="885388"/>
                  </a:cubicBezTo>
                  <a:cubicBezTo>
                    <a:pt x="837942" y="894256"/>
                    <a:pt x="829437" y="901570"/>
                    <a:pt x="836784" y="901570"/>
                  </a:cubicBezTo>
                  <a:cubicBezTo>
                    <a:pt x="844130" y="901570"/>
                    <a:pt x="851046" y="905805"/>
                    <a:pt x="858359" y="910438"/>
                  </a:cubicBezTo>
                  <a:cubicBezTo>
                    <a:pt x="865672" y="915070"/>
                    <a:pt x="867988" y="912357"/>
                    <a:pt x="873018" y="913515"/>
                  </a:cubicBezTo>
                  <a:cubicBezTo>
                    <a:pt x="878047" y="914673"/>
                    <a:pt x="887280" y="925461"/>
                    <a:pt x="889199" y="932774"/>
                  </a:cubicBezTo>
                  <a:cubicBezTo>
                    <a:pt x="890159" y="936549"/>
                    <a:pt x="891466" y="940226"/>
                    <a:pt x="893104" y="943760"/>
                  </a:cubicBezTo>
                  <a:lnTo>
                    <a:pt x="933077" y="938499"/>
                  </a:lnTo>
                  <a:cubicBezTo>
                    <a:pt x="933077" y="938499"/>
                    <a:pt x="945420" y="947168"/>
                    <a:pt x="952435" y="948790"/>
                  </a:cubicBezTo>
                  <a:cubicBezTo>
                    <a:pt x="959450" y="950411"/>
                    <a:pt x="997306" y="964442"/>
                    <a:pt x="997306" y="964442"/>
                  </a:cubicBezTo>
                  <a:lnTo>
                    <a:pt x="1046743" y="964011"/>
                  </a:lnTo>
                  <a:lnTo>
                    <a:pt x="1052501" y="956599"/>
                  </a:lnTo>
                  <a:lnTo>
                    <a:pt x="1079668" y="956599"/>
                  </a:lnTo>
                  <a:cubicBezTo>
                    <a:pt x="1079668" y="956599"/>
                    <a:pt x="1096975" y="973508"/>
                    <a:pt x="1099523" y="974336"/>
                  </a:cubicBezTo>
                  <a:cubicBezTo>
                    <a:pt x="1102070" y="975163"/>
                    <a:pt x="1110641" y="982972"/>
                    <a:pt x="1110641" y="987903"/>
                  </a:cubicBezTo>
                  <a:cubicBezTo>
                    <a:pt x="1110321" y="992498"/>
                    <a:pt x="1112731" y="996853"/>
                    <a:pt x="1116796" y="999021"/>
                  </a:cubicBezTo>
                  <a:cubicBezTo>
                    <a:pt x="1120932" y="1001106"/>
                    <a:pt x="1134929" y="1010140"/>
                    <a:pt x="1136981" y="1009312"/>
                  </a:cubicBezTo>
                  <a:cubicBezTo>
                    <a:pt x="1139033" y="1008485"/>
                    <a:pt x="1143169" y="992767"/>
                    <a:pt x="1150581" y="993263"/>
                  </a:cubicBezTo>
                  <a:cubicBezTo>
                    <a:pt x="1157994" y="993760"/>
                    <a:pt x="1178146" y="999418"/>
                    <a:pt x="1181455" y="1010967"/>
                  </a:cubicBezTo>
                  <a:cubicBezTo>
                    <a:pt x="1184632" y="1020199"/>
                    <a:pt x="1190371" y="1028336"/>
                    <a:pt x="1198000" y="1034428"/>
                  </a:cubicBezTo>
                  <a:cubicBezTo>
                    <a:pt x="1201309" y="1036910"/>
                    <a:pt x="1199655" y="1043925"/>
                    <a:pt x="1202103" y="1047664"/>
                  </a:cubicBezTo>
                  <a:cubicBezTo>
                    <a:pt x="1204552" y="1051403"/>
                    <a:pt x="1204155" y="1058353"/>
                    <a:pt x="1207034" y="1058353"/>
                  </a:cubicBezTo>
                  <a:cubicBezTo>
                    <a:pt x="1209913" y="1058353"/>
                    <a:pt x="1224241" y="1066923"/>
                    <a:pt x="1230859" y="1066360"/>
                  </a:cubicBezTo>
                  <a:cubicBezTo>
                    <a:pt x="1233473" y="1066604"/>
                    <a:pt x="1235975" y="1067541"/>
                    <a:pt x="1238106" y="1069074"/>
                  </a:cubicBezTo>
                  <a:cubicBezTo>
                    <a:pt x="1238900" y="1055308"/>
                    <a:pt x="1224704" y="1052992"/>
                    <a:pt x="1233043" y="1046672"/>
                  </a:cubicBezTo>
                  <a:cubicBezTo>
                    <a:pt x="1242705" y="1039326"/>
                    <a:pt x="1232679" y="1033171"/>
                    <a:pt x="1237312" y="1030126"/>
                  </a:cubicBezTo>
                  <a:cubicBezTo>
                    <a:pt x="1241944" y="1027082"/>
                    <a:pt x="1250018" y="1023938"/>
                    <a:pt x="1250018" y="1019339"/>
                  </a:cubicBezTo>
                  <a:cubicBezTo>
                    <a:pt x="1250018" y="1014739"/>
                    <a:pt x="1254254" y="1014706"/>
                    <a:pt x="1260442" y="1015467"/>
                  </a:cubicBezTo>
                  <a:cubicBezTo>
                    <a:pt x="1266630" y="1016228"/>
                    <a:pt x="1278145" y="1005540"/>
                    <a:pt x="1277384" y="1001205"/>
                  </a:cubicBezTo>
                  <a:cubicBezTo>
                    <a:pt x="1276623" y="996870"/>
                    <a:pt x="1278542" y="996208"/>
                    <a:pt x="1285855" y="997731"/>
                  </a:cubicBezTo>
                  <a:cubicBezTo>
                    <a:pt x="1293168" y="999253"/>
                    <a:pt x="1292043" y="989260"/>
                    <a:pt x="1296676" y="990815"/>
                  </a:cubicBezTo>
                  <a:cubicBezTo>
                    <a:pt x="1301309" y="992370"/>
                    <a:pt x="1305147" y="995050"/>
                    <a:pt x="1305544" y="991576"/>
                  </a:cubicBezTo>
                  <a:cubicBezTo>
                    <a:pt x="1305941" y="988101"/>
                    <a:pt x="1310541" y="988862"/>
                    <a:pt x="1314016" y="993495"/>
                  </a:cubicBezTo>
                  <a:cubicBezTo>
                    <a:pt x="1317490" y="998128"/>
                    <a:pt x="1327483" y="999286"/>
                    <a:pt x="1328278" y="993892"/>
                  </a:cubicBezTo>
                  <a:cubicBezTo>
                    <a:pt x="1329072" y="988498"/>
                    <a:pt x="1334896" y="993892"/>
                    <a:pt x="1339826" y="999286"/>
                  </a:cubicBezTo>
                  <a:cubicBezTo>
                    <a:pt x="1344757" y="1004680"/>
                    <a:pt x="1347172" y="1003124"/>
                    <a:pt x="1354485" y="1003522"/>
                  </a:cubicBezTo>
                  <a:cubicBezTo>
                    <a:pt x="1361798" y="1003919"/>
                    <a:pt x="1361798" y="1001966"/>
                    <a:pt x="1362195" y="997367"/>
                  </a:cubicBezTo>
                  <a:cubicBezTo>
                    <a:pt x="1362592" y="992767"/>
                    <a:pt x="1370303" y="1007294"/>
                    <a:pt x="1377616" y="1008154"/>
                  </a:cubicBezTo>
                  <a:cubicBezTo>
                    <a:pt x="1384929" y="1009014"/>
                    <a:pt x="1379171" y="1003522"/>
                    <a:pt x="1373777" y="999286"/>
                  </a:cubicBezTo>
                  <a:cubicBezTo>
                    <a:pt x="1368383" y="995050"/>
                    <a:pt x="1374902" y="993098"/>
                    <a:pt x="1370303" y="989657"/>
                  </a:cubicBezTo>
                  <a:cubicBezTo>
                    <a:pt x="1365703" y="986215"/>
                    <a:pt x="1376060" y="981549"/>
                    <a:pt x="1385326" y="981946"/>
                  </a:cubicBezTo>
                  <a:cubicBezTo>
                    <a:pt x="1394591" y="982343"/>
                    <a:pt x="1394194" y="984660"/>
                    <a:pt x="1397668" y="979233"/>
                  </a:cubicBezTo>
                  <a:cubicBezTo>
                    <a:pt x="1401143" y="973806"/>
                    <a:pt x="1404584" y="979233"/>
                    <a:pt x="1404584" y="983866"/>
                  </a:cubicBezTo>
                  <a:cubicBezTo>
                    <a:pt x="1404584" y="988498"/>
                    <a:pt x="1419640" y="981185"/>
                    <a:pt x="1427748" y="981185"/>
                  </a:cubicBezTo>
                  <a:cubicBezTo>
                    <a:pt x="1435855" y="981185"/>
                    <a:pt x="1443168" y="988101"/>
                    <a:pt x="1443962" y="992734"/>
                  </a:cubicBezTo>
                  <a:cubicBezTo>
                    <a:pt x="1444756" y="997367"/>
                    <a:pt x="1450117" y="999683"/>
                    <a:pt x="1455908" y="994653"/>
                  </a:cubicBezTo>
                  <a:cubicBezTo>
                    <a:pt x="1461699" y="989623"/>
                    <a:pt x="1466695" y="983866"/>
                    <a:pt x="1472089" y="989260"/>
                  </a:cubicBezTo>
                  <a:cubicBezTo>
                    <a:pt x="1477483" y="994653"/>
                    <a:pt x="1482877" y="1001966"/>
                    <a:pt x="1489429" y="1008518"/>
                  </a:cubicBezTo>
                  <a:cubicBezTo>
                    <a:pt x="1495980" y="1015070"/>
                    <a:pt x="1486351" y="1023177"/>
                    <a:pt x="1489826" y="1028174"/>
                  </a:cubicBezTo>
                  <a:cubicBezTo>
                    <a:pt x="1493300" y="1033171"/>
                    <a:pt x="1489429" y="1040153"/>
                    <a:pt x="1497139" y="1045547"/>
                  </a:cubicBezTo>
                  <a:cubicBezTo>
                    <a:pt x="1504849" y="1050940"/>
                    <a:pt x="1497900" y="1062092"/>
                    <a:pt x="1504088" y="1063647"/>
                  </a:cubicBezTo>
                  <a:cubicBezTo>
                    <a:pt x="1510276" y="1065202"/>
                    <a:pt x="1515272" y="1074832"/>
                    <a:pt x="1516033" y="1078670"/>
                  </a:cubicBezTo>
                  <a:cubicBezTo>
                    <a:pt x="1516794" y="1082509"/>
                    <a:pt x="1528376" y="1087539"/>
                    <a:pt x="1529270" y="1080986"/>
                  </a:cubicBezTo>
                  <a:cubicBezTo>
                    <a:pt x="1530163" y="1074435"/>
                    <a:pt x="1536219" y="1066724"/>
                    <a:pt x="1536980" y="1060570"/>
                  </a:cubicBezTo>
                  <a:cubicBezTo>
                    <a:pt x="1537741" y="1054415"/>
                    <a:pt x="1532347" y="1032443"/>
                    <a:pt x="1527350" y="1025494"/>
                  </a:cubicBezTo>
                  <a:cubicBezTo>
                    <a:pt x="1522354" y="1018545"/>
                    <a:pt x="1528508" y="1017023"/>
                    <a:pt x="1522320" y="1008948"/>
                  </a:cubicBezTo>
                  <a:cubicBezTo>
                    <a:pt x="1515711" y="998896"/>
                    <a:pt x="1512350" y="987056"/>
                    <a:pt x="1512691" y="975031"/>
                  </a:cubicBezTo>
                  <a:cubicBezTo>
                    <a:pt x="1513088" y="963482"/>
                    <a:pt x="1526556" y="944587"/>
                    <a:pt x="1533141" y="938796"/>
                  </a:cubicBezTo>
                  <a:cubicBezTo>
                    <a:pt x="1539726" y="933006"/>
                    <a:pt x="1547006" y="936116"/>
                    <a:pt x="1548561" y="929928"/>
                  </a:cubicBezTo>
                  <a:cubicBezTo>
                    <a:pt x="1550117" y="923740"/>
                    <a:pt x="1558191" y="916063"/>
                    <a:pt x="1562790" y="916063"/>
                  </a:cubicBezTo>
                  <a:cubicBezTo>
                    <a:pt x="1567390" y="916063"/>
                    <a:pt x="1572453" y="917221"/>
                    <a:pt x="1573214" y="912225"/>
                  </a:cubicBezTo>
                  <a:cubicBezTo>
                    <a:pt x="1573975" y="907228"/>
                    <a:pt x="1581685" y="901040"/>
                    <a:pt x="1591711" y="899485"/>
                  </a:cubicBezTo>
                  <a:cubicBezTo>
                    <a:pt x="1601738" y="897930"/>
                    <a:pt x="1595947" y="892536"/>
                    <a:pt x="1593267" y="887936"/>
                  </a:cubicBezTo>
                  <a:cubicBezTo>
                    <a:pt x="1590586" y="883337"/>
                    <a:pt x="1595583" y="878671"/>
                    <a:pt x="1597502" y="881748"/>
                  </a:cubicBezTo>
                  <a:cubicBezTo>
                    <a:pt x="1599422" y="884826"/>
                    <a:pt x="1605609" y="885057"/>
                    <a:pt x="1609448" y="882542"/>
                  </a:cubicBezTo>
                  <a:cubicBezTo>
                    <a:pt x="1613286" y="880028"/>
                    <a:pt x="1622188" y="872615"/>
                    <a:pt x="1613684" y="872119"/>
                  </a:cubicBezTo>
                  <a:cubicBezTo>
                    <a:pt x="1605179" y="871623"/>
                    <a:pt x="1603293" y="868280"/>
                    <a:pt x="1608290" y="866328"/>
                  </a:cubicBezTo>
                  <a:cubicBezTo>
                    <a:pt x="1613286" y="864376"/>
                    <a:pt x="1609051" y="855177"/>
                    <a:pt x="1602135" y="854382"/>
                  </a:cubicBezTo>
                  <a:cubicBezTo>
                    <a:pt x="1595219" y="853588"/>
                    <a:pt x="1597502" y="850180"/>
                    <a:pt x="1601738" y="845911"/>
                  </a:cubicBezTo>
                  <a:cubicBezTo>
                    <a:pt x="1605973" y="841642"/>
                    <a:pt x="1595583" y="834760"/>
                    <a:pt x="1590553" y="831252"/>
                  </a:cubicBezTo>
                  <a:cubicBezTo>
                    <a:pt x="1585523" y="827745"/>
                    <a:pt x="1593631" y="825891"/>
                    <a:pt x="1597502" y="825097"/>
                  </a:cubicBezTo>
                  <a:cubicBezTo>
                    <a:pt x="1601374" y="824303"/>
                    <a:pt x="1598263" y="806600"/>
                    <a:pt x="1600216" y="802364"/>
                  </a:cubicBezTo>
                  <a:cubicBezTo>
                    <a:pt x="1602168" y="798128"/>
                    <a:pt x="1608687" y="798128"/>
                    <a:pt x="1605973" y="802364"/>
                  </a:cubicBezTo>
                  <a:cubicBezTo>
                    <a:pt x="1603260" y="806600"/>
                    <a:pt x="1599355" y="813549"/>
                    <a:pt x="1604451" y="819306"/>
                  </a:cubicBezTo>
                  <a:cubicBezTo>
                    <a:pt x="1609526" y="824959"/>
                    <a:pt x="1611271" y="832856"/>
                    <a:pt x="1609051" y="840120"/>
                  </a:cubicBezTo>
                  <a:cubicBezTo>
                    <a:pt x="1607132" y="848989"/>
                    <a:pt x="1611003" y="846738"/>
                    <a:pt x="1616761" y="835124"/>
                  </a:cubicBezTo>
                  <a:cubicBezTo>
                    <a:pt x="1622519" y="823509"/>
                    <a:pt x="1623379" y="813549"/>
                    <a:pt x="1619474" y="812390"/>
                  </a:cubicBezTo>
                  <a:cubicBezTo>
                    <a:pt x="1615570" y="811232"/>
                    <a:pt x="1616000" y="799684"/>
                    <a:pt x="1620236" y="805044"/>
                  </a:cubicBezTo>
                  <a:cubicBezTo>
                    <a:pt x="1624471" y="810405"/>
                    <a:pt x="1626026" y="811232"/>
                    <a:pt x="1632578" y="804283"/>
                  </a:cubicBezTo>
                  <a:cubicBezTo>
                    <a:pt x="1639130" y="797334"/>
                    <a:pt x="1646079" y="785422"/>
                    <a:pt x="1641844" y="782708"/>
                  </a:cubicBezTo>
                  <a:cubicBezTo>
                    <a:pt x="1637608" y="779995"/>
                    <a:pt x="1643763" y="777314"/>
                    <a:pt x="1651473" y="777712"/>
                  </a:cubicBezTo>
                  <a:cubicBezTo>
                    <a:pt x="1659183" y="778109"/>
                    <a:pt x="1675761" y="773046"/>
                    <a:pt x="1676920" y="770763"/>
                  </a:cubicBezTo>
                  <a:cubicBezTo>
                    <a:pt x="1680659" y="763218"/>
                    <a:pt x="1650447" y="774237"/>
                    <a:pt x="1650447" y="769968"/>
                  </a:cubicBezTo>
                  <a:cubicBezTo>
                    <a:pt x="1650447" y="765700"/>
                    <a:pt x="1669706" y="761497"/>
                    <a:pt x="1678574" y="761133"/>
                  </a:cubicBezTo>
                  <a:cubicBezTo>
                    <a:pt x="1687442" y="760769"/>
                    <a:pt x="1683207" y="748790"/>
                    <a:pt x="1687078" y="753787"/>
                  </a:cubicBezTo>
                  <a:cubicBezTo>
                    <a:pt x="1690950" y="758784"/>
                    <a:pt x="1696708" y="758023"/>
                    <a:pt x="1701704" y="754945"/>
                  </a:cubicBezTo>
                  <a:cubicBezTo>
                    <a:pt x="1706701" y="751868"/>
                    <a:pt x="1702863" y="743000"/>
                    <a:pt x="1697072" y="741477"/>
                  </a:cubicBezTo>
                  <a:cubicBezTo>
                    <a:pt x="1691281" y="739955"/>
                    <a:pt x="1701340" y="736051"/>
                    <a:pt x="1699388" y="732609"/>
                  </a:cubicBezTo>
                  <a:cubicBezTo>
                    <a:pt x="1697436" y="729168"/>
                    <a:pt x="1703260" y="715237"/>
                    <a:pt x="1710573" y="713714"/>
                  </a:cubicBezTo>
                  <a:cubicBezTo>
                    <a:pt x="1717886" y="712192"/>
                    <a:pt x="1714444" y="707526"/>
                    <a:pt x="1720500" y="707526"/>
                  </a:cubicBezTo>
                  <a:cubicBezTo>
                    <a:pt x="1726555" y="707526"/>
                    <a:pt x="1727813" y="700213"/>
                    <a:pt x="1733207" y="694820"/>
                  </a:cubicBezTo>
                  <a:cubicBezTo>
                    <a:pt x="1738600" y="689426"/>
                    <a:pt x="1746443" y="703291"/>
                    <a:pt x="1754815" y="695581"/>
                  </a:cubicBezTo>
                  <a:cubicBezTo>
                    <a:pt x="1758877" y="692003"/>
                    <a:pt x="1763215" y="688750"/>
                    <a:pt x="1767786" y="685852"/>
                  </a:cubicBezTo>
                  <a:cubicBezTo>
                    <a:pt x="1747733" y="659810"/>
                    <a:pt x="1753326" y="642338"/>
                    <a:pt x="1752829" y="637606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89F15C5-82EB-FE42-93AA-F7A5479F7586}"/>
                </a:ext>
              </a:extLst>
            </p:cNvPr>
            <p:cNvSpPr/>
            <p:nvPr/>
          </p:nvSpPr>
          <p:spPr>
            <a:xfrm>
              <a:off x="4740464" y="1231784"/>
              <a:ext cx="2971532" cy="1138315"/>
            </a:xfrm>
            <a:custGeom>
              <a:avLst/>
              <a:gdLst>
                <a:gd name="connsiteX0" fmla="*/ 47452 w 2971531"/>
                <a:gd name="connsiteY0" fmla="*/ 823721 h 1138315"/>
                <a:gd name="connsiteX1" fmla="*/ 37028 w 2971531"/>
                <a:gd name="connsiteY1" fmla="*/ 819883 h 1138315"/>
                <a:gd name="connsiteX2" fmla="*/ 26472 w 2971531"/>
                <a:gd name="connsiteY2" fmla="*/ 818923 h 1138315"/>
                <a:gd name="connsiteX3" fmla="*/ 29186 w 2971531"/>
                <a:gd name="connsiteY3" fmla="*/ 821538 h 1138315"/>
                <a:gd name="connsiteX4" fmla="*/ 23561 w 2971531"/>
                <a:gd name="connsiteY4" fmla="*/ 831068 h 1138315"/>
                <a:gd name="connsiteX5" fmla="*/ 15321 w 2971531"/>
                <a:gd name="connsiteY5" fmla="*/ 831068 h 1138315"/>
                <a:gd name="connsiteX6" fmla="*/ 3508 w 2971531"/>
                <a:gd name="connsiteY6" fmla="*/ 831829 h 1138315"/>
                <a:gd name="connsiteX7" fmla="*/ 2482 w 2971531"/>
                <a:gd name="connsiteY7" fmla="*/ 835932 h 1138315"/>
                <a:gd name="connsiteX8" fmla="*/ 11251 w 2971531"/>
                <a:gd name="connsiteY8" fmla="*/ 839241 h 1138315"/>
                <a:gd name="connsiteX9" fmla="*/ 56452 w 2971531"/>
                <a:gd name="connsiteY9" fmla="*/ 841127 h 1138315"/>
                <a:gd name="connsiteX10" fmla="*/ 57081 w 2971531"/>
                <a:gd name="connsiteY10" fmla="*/ 829612 h 1138315"/>
                <a:gd name="connsiteX11" fmla="*/ 47452 w 2971531"/>
                <a:gd name="connsiteY11" fmla="*/ 823721 h 1138315"/>
                <a:gd name="connsiteX12" fmla="*/ 791162 w 2971531"/>
                <a:gd name="connsiteY12" fmla="*/ 32063 h 1138315"/>
                <a:gd name="connsiteX13" fmla="*/ 799898 w 2971531"/>
                <a:gd name="connsiteY13" fmla="*/ 17139 h 1138315"/>
                <a:gd name="connsiteX14" fmla="*/ 782923 w 2971531"/>
                <a:gd name="connsiteY14" fmla="*/ 22798 h 1138315"/>
                <a:gd name="connsiteX15" fmla="*/ 762374 w 2971531"/>
                <a:gd name="connsiteY15" fmla="*/ 30508 h 1138315"/>
                <a:gd name="connsiteX16" fmla="*/ 791162 w 2971531"/>
                <a:gd name="connsiteY16" fmla="*/ 32063 h 1138315"/>
                <a:gd name="connsiteX17" fmla="*/ 890434 w 2971531"/>
                <a:gd name="connsiteY17" fmla="*/ 317800 h 1138315"/>
                <a:gd name="connsiteX18" fmla="*/ 917171 w 2971531"/>
                <a:gd name="connsiteY18" fmla="*/ 311612 h 1138315"/>
                <a:gd name="connsiteX19" fmla="*/ 898144 w 2971531"/>
                <a:gd name="connsiteY19" fmla="*/ 303902 h 1138315"/>
                <a:gd name="connsiteX20" fmla="*/ 890434 w 2971531"/>
                <a:gd name="connsiteY20" fmla="*/ 317932 h 1138315"/>
                <a:gd name="connsiteX21" fmla="*/ 1270181 w 2971531"/>
                <a:gd name="connsiteY21" fmla="*/ 55226 h 1138315"/>
                <a:gd name="connsiteX22" fmla="*/ 1266078 w 2971531"/>
                <a:gd name="connsiteY22" fmla="*/ 61844 h 1138315"/>
                <a:gd name="connsiteX23" fmla="*/ 1253735 w 2971531"/>
                <a:gd name="connsiteY23" fmla="*/ 67999 h 1138315"/>
                <a:gd name="connsiteX24" fmla="*/ 1269155 w 2971531"/>
                <a:gd name="connsiteY24" fmla="*/ 78257 h 1138315"/>
                <a:gd name="connsiteX25" fmla="*/ 1289705 w 2971531"/>
                <a:gd name="connsiteY25" fmla="*/ 65948 h 1138315"/>
                <a:gd name="connsiteX26" fmla="*/ 1337520 w 2971531"/>
                <a:gd name="connsiteY26" fmla="*/ 51553 h 1138315"/>
                <a:gd name="connsiteX27" fmla="*/ 1342120 w 2971531"/>
                <a:gd name="connsiteY27" fmla="*/ 37159 h 1138315"/>
                <a:gd name="connsiteX28" fmla="*/ 1334939 w 2971531"/>
                <a:gd name="connsiteY28" fmla="*/ 28919 h 1138315"/>
                <a:gd name="connsiteX29" fmla="*/ 1322100 w 2971531"/>
                <a:gd name="connsiteY29" fmla="*/ 10951 h 1138315"/>
                <a:gd name="connsiteX30" fmla="*/ 1296918 w 2971531"/>
                <a:gd name="connsiteY30" fmla="*/ 19687 h 1138315"/>
                <a:gd name="connsiteX31" fmla="*/ 1277362 w 2971531"/>
                <a:gd name="connsiteY31" fmla="*/ 31500 h 1138315"/>
                <a:gd name="connsiteX32" fmla="*/ 1269685 w 2971531"/>
                <a:gd name="connsiteY32" fmla="*/ 43347 h 1138315"/>
                <a:gd name="connsiteX33" fmla="*/ 1270181 w 2971531"/>
                <a:gd name="connsiteY33" fmla="*/ 55226 h 1138315"/>
                <a:gd name="connsiteX34" fmla="*/ 1297414 w 2971531"/>
                <a:gd name="connsiteY34" fmla="*/ 69588 h 1138315"/>
                <a:gd name="connsiteX35" fmla="*/ 1285601 w 2971531"/>
                <a:gd name="connsiteY35" fmla="*/ 85008 h 1138315"/>
                <a:gd name="connsiteX36" fmla="*/ 1298440 w 2971531"/>
                <a:gd name="connsiteY36" fmla="*/ 88615 h 1138315"/>
                <a:gd name="connsiteX37" fmla="*/ 1315416 w 2971531"/>
                <a:gd name="connsiteY37" fmla="*/ 100428 h 1138315"/>
                <a:gd name="connsiteX38" fmla="*/ 1364754 w 2971531"/>
                <a:gd name="connsiteY38" fmla="*/ 110719 h 1138315"/>
                <a:gd name="connsiteX39" fmla="*/ 1376567 w 2971531"/>
                <a:gd name="connsiteY39" fmla="*/ 97847 h 1138315"/>
                <a:gd name="connsiteX40" fmla="*/ 1384277 w 2971531"/>
                <a:gd name="connsiteY40" fmla="*/ 78324 h 1138315"/>
                <a:gd name="connsiteX41" fmla="*/ 1358566 w 2971531"/>
                <a:gd name="connsiteY41" fmla="*/ 67040 h 1138315"/>
                <a:gd name="connsiteX42" fmla="*/ 1345727 w 2971531"/>
                <a:gd name="connsiteY42" fmla="*/ 59330 h 1138315"/>
                <a:gd name="connsiteX43" fmla="*/ 1297448 w 2971531"/>
                <a:gd name="connsiteY43" fmla="*/ 69687 h 1138315"/>
                <a:gd name="connsiteX44" fmla="*/ 1040433 w 2971531"/>
                <a:gd name="connsiteY44" fmla="*/ 325543 h 1138315"/>
                <a:gd name="connsiteX45" fmla="*/ 1053669 w 2971531"/>
                <a:gd name="connsiteY45" fmla="*/ 319885 h 1138315"/>
                <a:gd name="connsiteX46" fmla="*/ 1040433 w 2971531"/>
                <a:gd name="connsiteY46" fmla="*/ 325642 h 1138315"/>
                <a:gd name="connsiteX47" fmla="*/ 1256812 w 2971531"/>
                <a:gd name="connsiteY47" fmla="*/ 18827 h 1138315"/>
                <a:gd name="connsiteX48" fmla="*/ 1233649 w 2971531"/>
                <a:gd name="connsiteY48" fmla="*/ 21904 h 1138315"/>
                <a:gd name="connsiteX49" fmla="*/ 1256812 w 2971531"/>
                <a:gd name="connsiteY49" fmla="*/ 18827 h 1138315"/>
                <a:gd name="connsiteX50" fmla="*/ 2769415 w 2971531"/>
                <a:gd name="connsiteY50" fmla="*/ 391393 h 1138315"/>
                <a:gd name="connsiteX51" fmla="*/ 2794100 w 2971531"/>
                <a:gd name="connsiteY51" fmla="*/ 390897 h 1138315"/>
                <a:gd name="connsiteX52" fmla="*/ 2830500 w 2971531"/>
                <a:gd name="connsiteY52" fmla="*/ 386794 h 1138315"/>
                <a:gd name="connsiteX53" fmla="*/ 2811473 w 2971531"/>
                <a:gd name="connsiteY53" fmla="*/ 371870 h 1138315"/>
                <a:gd name="connsiteX54" fmla="*/ 2769415 w 2971531"/>
                <a:gd name="connsiteY54" fmla="*/ 391393 h 1138315"/>
                <a:gd name="connsiteX55" fmla="*/ 1377096 w 2971531"/>
                <a:gd name="connsiteY55" fmla="*/ 142155 h 1138315"/>
                <a:gd name="connsiteX56" fmla="*/ 1422828 w 2971531"/>
                <a:gd name="connsiteY56" fmla="*/ 137523 h 1138315"/>
                <a:gd name="connsiteX57" fmla="*/ 1482953 w 2971531"/>
                <a:gd name="connsiteY57" fmla="*/ 117503 h 1138315"/>
                <a:gd name="connsiteX58" fmla="*/ 1460352 w 2971531"/>
                <a:gd name="connsiteY58" fmla="*/ 102579 h 1138315"/>
                <a:gd name="connsiteX59" fmla="*/ 1435170 w 2971531"/>
                <a:gd name="connsiteY59" fmla="*/ 107741 h 1138315"/>
                <a:gd name="connsiteX60" fmla="*/ 1437222 w 2971531"/>
                <a:gd name="connsiteY60" fmla="*/ 98476 h 1138315"/>
                <a:gd name="connsiteX61" fmla="*/ 1426931 w 2971531"/>
                <a:gd name="connsiteY61" fmla="*/ 87159 h 1138315"/>
                <a:gd name="connsiteX62" fmla="*/ 1408433 w 2971531"/>
                <a:gd name="connsiteY62" fmla="*/ 93777 h 1138315"/>
                <a:gd name="connsiteX63" fmla="*/ 1402279 w 2971531"/>
                <a:gd name="connsiteY63" fmla="*/ 107675 h 1138315"/>
                <a:gd name="connsiteX64" fmla="*/ 1389406 w 2971531"/>
                <a:gd name="connsiteY64" fmla="*/ 117437 h 1138315"/>
                <a:gd name="connsiteX65" fmla="*/ 1377096 w 2971531"/>
                <a:gd name="connsiteY65" fmla="*/ 142155 h 1138315"/>
                <a:gd name="connsiteX66" fmla="*/ 2040099 w 2971531"/>
                <a:gd name="connsiteY66" fmla="*/ 248045 h 1138315"/>
                <a:gd name="connsiteX67" fmla="*/ 2053964 w 2971531"/>
                <a:gd name="connsiteY67" fmla="*/ 259362 h 1138315"/>
                <a:gd name="connsiteX68" fmla="*/ 2079675 w 2971531"/>
                <a:gd name="connsiteY68" fmla="*/ 255259 h 1138315"/>
                <a:gd name="connsiteX69" fmla="*/ 2096220 w 2971531"/>
                <a:gd name="connsiteY69" fmla="*/ 258336 h 1138315"/>
                <a:gd name="connsiteX70" fmla="*/ 2127061 w 2971531"/>
                <a:gd name="connsiteY70" fmla="*/ 255259 h 1138315"/>
                <a:gd name="connsiteX71" fmla="*/ 2125539 w 2971531"/>
                <a:gd name="connsiteY71" fmla="*/ 235206 h 1138315"/>
                <a:gd name="connsiteX72" fmla="*/ 2134771 w 2971531"/>
                <a:gd name="connsiteY72" fmla="*/ 238283 h 1138315"/>
                <a:gd name="connsiteX73" fmla="*/ 2157372 w 2971531"/>
                <a:gd name="connsiteY73" fmla="*/ 254233 h 1138315"/>
                <a:gd name="connsiteX74" fmla="*/ 2169715 w 2971531"/>
                <a:gd name="connsiteY74" fmla="*/ 239342 h 1138315"/>
                <a:gd name="connsiteX75" fmla="*/ 2165082 w 2971531"/>
                <a:gd name="connsiteY75" fmla="*/ 224418 h 1138315"/>
                <a:gd name="connsiteX76" fmla="*/ 2127557 w 2971531"/>
                <a:gd name="connsiteY76" fmla="*/ 217238 h 1138315"/>
                <a:gd name="connsiteX77" fmla="*/ 2102905 w 2971531"/>
                <a:gd name="connsiteY77" fmla="*/ 223393 h 1138315"/>
                <a:gd name="connsiteX78" fmla="*/ 2069483 w 2971531"/>
                <a:gd name="connsiteY78" fmla="*/ 207476 h 1138315"/>
                <a:gd name="connsiteX79" fmla="*/ 2040099 w 2971531"/>
                <a:gd name="connsiteY79" fmla="*/ 248012 h 1138315"/>
                <a:gd name="connsiteX80" fmla="*/ 2147511 w 2971531"/>
                <a:gd name="connsiteY80" fmla="*/ 313829 h 1138315"/>
                <a:gd name="connsiteX81" fmla="*/ 2124910 w 2971531"/>
                <a:gd name="connsiteY81" fmla="*/ 292254 h 1138315"/>
                <a:gd name="connsiteX82" fmla="*/ 2096121 w 2971531"/>
                <a:gd name="connsiteY82" fmla="*/ 305490 h 1138315"/>
                <a:gd name="connsiteX83" fmla="*/ 2147511 w 2971531"/>
                <a:gd name="connsiteY83" fmla="*/ 313796 h 1138315"/>
                <a:gd name="connsiteX84" fmla="*/ 2106412 w 2971531"/>
                <a:gd name="connsiteY84" fmla="*/ 279911 h 1138315"/>
                <a:gd name="connsiteX85" fmla="*/ 2089867 w 2971531"/>
                <a:gd name="connsiteY85" fmla="*/ 286529 h 1138315"/>
                <a:gd name="connsiteX86" fmla="*/ 2106412 w 2971531"/>
                <a:gd name="connsiteY86" fmla="*/ 279878 h 1138315"/>
                <a:gd name="connsiteX87" fmla="*/ 2195757 w 2971531"/>
                <a:gd name="connsiteY87" fmla="*/ 247549 h 1138315"/>
                <a:gd name="connsiteX88" fmla="*/ 2237914 w 2971531"/>
                <a:gd name="connsiteY88" fmla="*/ 261943 h 1138315"/>
                <a:gd name="connsiteX89" fmla="*/ 2279542 w 2971531"/>
                <a:gd name="connsiteY89" fmla="*/ 253704 h 1138315"/>
                <a:gd name="connsiteX90" fmla="*/ 2251283 w 2971531"/>
                <a:gd name="connsiteY90" fmla="*/ 244968 h 1138315"/>
                <a:gd name="connsiteX91" fmla="*/ 2231230 w 2971531"/>
                <a:gd name="connsiteY91" fmla="*/ 240864 h 1138315"/>
                <a:gd name="connsiteX92" fmla="*/ 2207603 w 2971531"/>
                <a:gd name="connsiteY92" fmla="*/ 235735 h 1138315"/>
                <a:gd name="connsiteX93" fmla="*/ 2195823 w 2971531"/>
                <a:gd name="connsiteY93" fmla="*/ 247516 h 1138315"/>
                <a:gd name="connsiteX94" fmla="*/ 478589 w 2971531"/>
                <a:gd name="connsiteY94" fmla="*/ 38913 h 1138315"/>
                <a:gd name="connsiteX95" fmla="*/ 507874 w 2971531"/>
                <a:gd name="connsiteY95" fmla="*/ 33254 h 1138315"/>
                <a:gd name="connsiteX96" fmla="*/ 477066 w 2971531"/>
                <a:gd name="connsiteY96" fmla="*/ 31203 h 1138315"/>
                <a:gd name="connsiteX97" fmla="*/ 450329 w 2971531"/>
                <a:gd name="connsiteY97" fmla="*/ 37821 h 1138315"/>
                <a:gd name="connsiteX98" fmla="*/ 478655 w 2971531"/>
                <a:gd name="connsiteY98" fmla="*/ 38880 h 1138315"/>
                <a:gd name="connsiteX99" fmla="*/ 2143341 w 2971531"/>
                <a:gd name="connsiteY99" fmla="*/ 907407 h 1138315"/>
                <a:gd name="connsiteX100" fmla="*/ 2141290 w 2971531"/>
                <a:gd name="connsiteY100" fmla="*/ 870379 h 1138315"/>
                <a:gd name="connsiteX101" fmla="*/ 2129973 w 2971531"/>
                <a:gd name="connsiteY101" fmla="*/ 849830 h 1138315"/>
                <a:gd name="connsiteX102" fmla="*/ 2121766 w 2971531"/>
                <a:gd name="connsiteY102" fmla="*/ 867831 h 1138315"/>
                <a:gd name="connsiteX103" fmla="*/ 2118160 w 2971531"/>
                <a:gd name="connsiteY103" fmla="*/ 886858 h 1138315"/>
                <a:gd name="connsiteX104" fmla="*/ 2123818 w 2971531"/>
                <a:gd name="connsiteY104" fmla="*/ 921272 h 1138315"/>
                <a:gd name="connsiteX105" fmla="*/ 2122296 w 2971531"/>
                <a:gd name="connsiteY105" fmla="*/ 988082 h 1138315"/>
                <a:gd name="connsiteX106" fmla="*/ 2119185 w 2971531"/>
                <a:gd name="connsiteY106" fmla="*/ 1036891 h 1138315"/>
                <a:gd name="connsiteX107" fmla="*/ 2130469 w 2971531"/>
                <a:gd name="connsiteY107" fmla="*/ 1025607 h 1138315"/>
                <a:gd name="connsiteX108" fmla="*/ 2145393 w 2971531"/>
                <a:gd name="connsiteY108" fmla="*/ 1038446 h 1138315"/>
                <a:gd name="connsiteX109" fmla="*/ 2142315 w 2971531"/>
                <a:gd name="connsiteY109" fmla="*/ 1023026 h 1138315"/>
                <a:gd name="connsiteX110" fmla="*/ 2130469 w 2971531"/>
                <a:gd name="connsiteY110" fmla="*/ 1002477 h 1138315"/>
                <a:gd name="connsiteX111" fmla="*/ 2135632 w 2971531"/>
                <a:gd name="connsiteY111" fmla="*/ 974217 h 1138315"/>
                <a:gd name="connsiteX112" fmla="*/ 2156181 w 2971531"/>
                <a:gd name="connsiteY112" fmla="*/ 972133 h 1138315"/>
                <a:gd name="connsiteX113" fmla="*/ 2161839 w 2971531"/>
                <a:gd name="connsiteY113" fmla="*/ 969055 h 1138315"/>
                <a:gd name="connsiteX114" fmla="*/ 2143408 w 2971531"/>
                <a:gd name="connsiteY114" fmla="*/ 907374 h 1138315"/>
                <a:gd name="connsiteX115" fmla="*/ 526967 w 2971531"/>
                <a:gd name="connsiteY115" fmla="*/ 34247 h 1138315"/>
                <a:gd name="connsiteX116" fmla="*/ 503341 w 2971531"/>
                <a:gd name="connsiteY116" fmla="*/ 42983 h 1138315"/>
                <a:gd name="connsiteX117" fmla="*/ 486795 w 2971531"/>
                <a:gd name="connsiteY117" fmla="*/ 52215 h 1138315"/>
                <a:gd name="connsiteX118" fmla="*/ 515551 w 2971531"/>
                <a:gd name="connsiteY118" fmla="*/ 53770 h 1138315"/>
                <a:gd name="connsiteX119" fmla="*/ 529449 w 2971531"/>
                <a:gd name="connsiteY119" fmla="*/ 48641 h 1138315"/>
                <a:gd name="connsiteX120" fmla="*/ 549998 w 2971531"/>
                <a:gd name="connsiteY120" fmla="*/ 37821 h 1138315"/>
                <a:gd name="connsiteX121" fmla="*/ 551024 w 2971531"/>
                <a:gd name="connsiteY121" fmla="*/ 25511 h 1138315"/>
                <a:gd name="connsiteX122" fmla="*/ 526967 w 2971531"/>
                <a:gd name="connsiteY122" fmla="*/ 34247 h 1138315"/>
                <a:gd name="connsiteX123" fmla="*/ 504863 w 2971531"/>
                <a:gd name="connsiteY123" fmla="*/ 449467 h 1138315"/>
                <a:gd name="connsiteX124" fmla="*/ 537258 w 2971531"/>
                <a:gd name="connsiteY124" fmla="*/ 442849 h 1138315"/>
                <a:gd name="connsiteX125" fmla="*/ 521838 w 2971531"/>
                <a:gd name="connsiteY125" fmla="*/ 431532 h 1138315"/>
                <a:gd name="connsiteX126" fmla="*/ 504863 w 2971531"/>
                <a:gd name="connsiteY126" fmla="*/ 449467 h 1138315"/>
                <a:gd name="connsiteX127" fmla="*/ 2967032 w 2971531"/>
                <a:gd name="connsiteY127" fmla="*/ 537091 h 1138315"/>
                <a:gd name="connsiteX128" fmla="*/ 2941353 w 2971531"/>
                <a:gd name="connsiteY128" fmla="*/ 518858 h 1138315"/>
                <a:gd name="connsiteX129" fmla="*/ 2917462 w 2971531"/>
                <a:gd name="connsiteY129" fmla="*/ 513200 h 1138315"/>
                <a:gd name="connsiteX130" fmla="*/ 2909487 w 2971531"/>
                <a:gd name="connsiteY130" fmla="*/ 509096 h 1138315"/>
                <a:gd name="connsiteX131" fmla="*/ 2886853 w 2971531"/>
                <a:gd name="connsiteY131" fmla="*/ 508832 h 1138315"/>
                <a:gd name="connsiteX132" fmla="*/ 2894828 w 2971531"/>
                <a:gd name="connsiteY132" fmla="*/ 516807 h 1138315"/>
                <a:gd name="connsiteX133" fmla="*/ 2892247 w 2971531"/>
                <a:gd name="connsiteY133" fmla="*/ 527859 h 1138315"/>
                <a:gd name="connsiteX134" fmla="*/ 2881195 w 2971531"/>
                <a:gd name="connsiteY134" fmla="*/ 522961 h 1138315"/>
                <a:gd name="connsiteX135" fmla="*/ 2880434 w 2971531"/>
                <a:gd name="connsiteY135" fmla="*/ 505225 h 1138315"/>
                <a:gd name="connsiteX136" fmla="*/ 2873815 w 2971531"/>
                <a:gd name="connsiteY136" fmla="*/ 495993 h 1138315"/>
                <a:gd name="connsiteX137" fmla="*/ 2840162 w 2971531"/>
                <a:gd name="connsiteY137" fmla="*/ 476138 h 1138315"/>
                <a:gd name="connsiteX138" fmla="*/ 2814451 w 2971531"/>
                <a:gd name="connsiteY138" fmla="*/ 463299 h 1138315"/>
                <a:gd name="connsiteX139" fmla="*/ 2786986 w 2971531"/>
                <a:gd name="connsiteY139" fmla="*/ 450692 h 1138315"/>
                <a:gd name="connsiteX140" fmla="*/ 2738409 w 2971531"/>
                <a:gd name="connsiteY140" fmla="*/ 430672 h 1138315"/>
                <a:gd name="connsiteX141" fmla="*/ 2722459 w 2971531"/>
                <a:gd name="connsiteY141" fmla="*/ 424054 h 1138315"/>
                <a:gd name="connsiteX142" fmla="*/ 2681593 w 2971531"/>
                <a:gd name="connsiteY142" fmla="*/ 422532 h 1138315"/>
                <a:gd name="connsiteX143" fmla="*/ 2665676 w 2971531"/>
                <a:gd name="connsiteY143" fmla="*/ 425113 h 1138315"/>
                <a:gd name="connsiteX144" fmla="*/ 2625570 w 2971531"/>
                <a:gd name="connsiteY144" fmla="*/ 415847 h 1138315"/>
                <a:gd name="connsiteX145" fmla="*/ 2619912 w 2971531"/>
                <a:gd name="connsiteY145" fmla="*/ 426900 h 1138315"/>
                <a:gd name="connsiteX146" fmla="*/ 2628416 w 2971531"/>
                <a:gd name="connsiteY146" fmla="*/ 440764 h 1138315"/>
                <a:gd name="connsiteX147" fmla="*/ 2624048 w 2971531"/>
                <a:gd name="connsiteY147" fmla="*/ 457740 h 1138315"/>
                <a:gd name="connsiteX148" fmla="*/ 2600124 w 2971531"/>
                <a:gd name="connsiteY148" fmla="*/ 448739 h 1138315"/>
                <a:gd name="connsiteX149" fmla="*/ 2583181 w 2971531"/>
                <a:gd name="connsiteY149" fmla="*/ 437687 h 1138315"/>
                <a:gd name="connsiteX150" fmla="*/ 2591388 w 2971531"/>
                <a:gd name="connsiteY150" fmla="*/ 433054 h 1138315"/>
                <a:gd name="connsiteX151" fmla="*/ 2602406 w 2971531"/>
                <a:gd name="connsiteY151" fmla="*/ 432297 h 1138315"/>
                <a:gd name="connsiteX152" fmla="*/ 2604260 w 2971531"/>
                <a:gd name="connsiteY152" fmla="*/ 428190 h 1138315"/>
                <a:gd name="connsiteX153" fmla="*/ 2582387 w 2971531"/>
                <a:gd name="connsiteY153" fmla="*/ 419189 h 1138315"/>
                <a:gd name="connsiteX154" fmla="*/ 2561838 w 2971531"/>
                <a:gd name="connsiteY154" fmla="*/ 435404 h 1138315"/>
                <a:gd name="connsiteX155" fmla="*/ 2518423 w 2971531"/>
                <a:gd name="connsiteY155" fmla="*/ 430506 h 1138315"/>
                <a:gd name="connsiteX156" fmla="*/ 2465974 w 2971531"/>
                <a:gd name="connsiteY156" fmla="*/ 433584 h 1138315"/>
                <a:gd name="connsiteX157" fmla="*/ 2462401 w 2971531"/>
                <a:gd name="connsiteY157" fmla="*/ 449765 h 1138315"/>
                <a:gd name="connsiteX158" fmla="*/ 2457768 w 2971531"/>
                <a:gd name="connsiteY158" fmla="*/ 433054 h 1138315"/>
                <a:gd name="connsiteX159" fmla="*/ 2444532 w 2971531"/>
                <a:gd name="connsiteY159" fmla="*/ 428190 h 1138315"/>
                <a:gd name="connsiteX160" fmla="*/ 2435299 w 2971531"/>
                <a:gd name="connsiteY160" fmla="*/ 424583 h 1138315"/>
                <a:gd name="connsiteX161" fmla="*/ 2438377 w 2971531"/>
                <a:gd name="connsiteY161" fmla="*/ 413531 h 1138315"/>
                <a:gd name="connsiteX162" fmla="*/ 2410117 w 2971531"/>
                <a:gd name="connsiteY162" fmla="*/ 388878 h 1138315"/>
                <a:gd name="connsiteX163" fmla="*/ 2344300 w 2971531"/>
                <a:gd name="connsiteY163" fmla="*/ 389143 h 1138315"/>
                <a:gd name="connsiteX164" fmla="*/ 2303698 w 2971531"/>
                <a:gd name="connsiteY164" fmla="*/ 391426 h 1138315"/>
                <a:gd name="connsiteX165" fmla="*/ 2299099 w 2971531"/>
                <a:gd name="connsiteY165" fmla="*/ 382955 h 1138315"/>
                <a:gd name="connsiteX166" fmla="*/ 2277226 w 2971531"/>
                <a:gd name="connsiteY166" fmla="*/ 376536 h 1138315"/>
                <a:gd name="connsiteX167" fmla="*/ 2270608 w 2971531"/>
                <a:gd name="connsiteY167" fmla="*/ 373723 h 1138315"/>
                <a:gd name="connsiteX168" fmla="*/ 2248735 w 2971531"/>
                <a:gd name="connsiteY168" fmla="*/ 366509 h 1138315"/>
                <a:gd name="connsiteX169" fmla="*/ 2246948 w 2971531"/>
                <a:gd name="connsiteY169" fmla="*/ 360851 h 1138315"/>
                <a:gd name="connsiteX170" fmla="*/ 2261078 w 2971531"/>
                <a:gd name="connsiteY170" fmla="*/ 354233 h 1138315"/>
                <a:gd name="connsiteX171" fmla="*/ 2205055 w 2971531"/>
                <a:gd name="connsiteY171" fmla="*/ 344967 h 1138315"/>
                <a:gd name="connsiteX172" fmla="*/ 2194797 w 2971531"/>
                <a:gd name="connsiteY172" fmla="*/ 361943 h 1138315"/>
                <a:gd name="connsiteX173" fmla="*/ 2176266 w 2971531"/>
                <a:gd name="connsiteY173" fmla="*/ 360388 h 1138315"/>
                <a:gd name="connsiteX174" fmla="*/ 2189900 w 2971531"/>
                <a:gd name="connsiteY174" fmla="*/ 351916 h 1138315"/>
                <a:gd name="connsiteX175" fmla="*/ 2170377 w 2971531"/>
                <a:gd name="connsiteY175" fmla="*/ 345993 h 1138315"/>
                <a:gd name="connsiteX176" fmla="*/ 2180304 w 2971531"/>
                <a:gd name="connsiteY176" fmla="*/ 341360 h 1138315"/>
                <a:gd name="connsiteX177" fmla="*/ 2197775 w 2971531"/>
                <a:gd name="connsiteY177" fmla="*/ 341360 h 1138315"/>
                <a:gd name="connsiteX178" fmla="*/ 2181230 w 2971531"/>
                <a:gd name="connsiteY178" fmla="*/ 336231 h 1138315"/>
                <a:gd name="connsiteX179" fmla="*/ 2132918 w 2971531"/>
                <a:gd name="connsiteY179" fmla="*/ 329812 h 1138315"/>
                <a:gd name="connsiteX180" fmla="*/ 2106710 w 2971531"/>
                <a:gd name="connsiteY180" fmla="*/ 324418 h 1138315"/>
                <a:gd name="connsiteX181" fmla="*/ 2102872 w 2971531"/>
                <a:gd name="connsiteY181" fmla="*/ 332360 h 1138315"/>
                <a:gd name="connsiteX182" fmla="*/ 2087451 w 2971531"/>
                <a:gd name="connsiteY182" fmla="*/ 337754 h 1138315"/>
                <a:gd name="connsiteX183" fmla="*/ 2071502 w 2971531"/>
                <a:gd name="connsiteY183" fmla="*/ 348574 h 1138315"/>
                <a:gd name="connsiteX184" fmla="*/ 2085367 w 2971531"/>
                <a:gd name="connsiteY184" fmla="*/ 348839 h 1138315"/>
                <a:gd name="connsiteX185" fmla="*/ 2080767 w 2971531"/>
                <a:gd name="connsiteY185" fmla="*/ 358071 h 1138315"/>
                <a:gd name="connsiteX186" fmla="*/ 2086161 w 2971531"/>
                <a:gd name="connsiteY186" fmla="*/ 369884 h 1138315"/>
                <a:gd name="connsiteX187" fmla="*/ 2072031 w 2971531"/>
                <a:gd name="connsiteY187" fmla="*/ 369884 h 1138315"/>
                <a:gd name="connsiteX188" fmla="*/ 2055486 w 2971531"/>
                <a:gd name="connsiteY188" fmla="*/ 368859 h 1138315"/>
                <a:gd name="connsiteX189" fmla="*/ 2050622 w 2971531"/>
                <a:gd name="connsiteY189" fmla="*/ 372730 h 1138315"/>
                <a:gd name="connsiteX190" fmla="*/ 2050622 w 2971531"/>
                <a:gd name="connsiteY190" fmla="*/ 379646 h 1138315"/>
                <a:gd name="connsiteX191" fmla="*/ 2036757 w 2971531"/>
                <a:gd name="connsiteY191" fmla="*/ 371440 h 1138315"/>
                <a:gd name="connsiteX192" fmla="*/ 2010019 w 2971531"/>
                <a:gd name="connsiteY192" fmla="*/ 366807 h 1138315"/>
                <a:gd name="connsiteX193" fmla="*/ 1989967 w 2971531"/>
                <a:gd name="connsiteY193" fmla="*/ 373425 h 1138315"/>
                <a:gd name="connsiteX194" fmla="*/ 1963759 w 2971531"/>
                <a:gd name="connsiteY194" fmla="*/ 363498 h 1138315"/>
                <a:gd name="connsiteX195" fmla="*/ 1953832 w 2971531"/>
                <a:gd name="connsiteY195" fmla="*/ 362737 h 1138315"/>
                <a:gd name="connsiteX196" fmla="*/ 1944335 w 2971531"/>
                <a:gd name="connsiteY196" fmla="*/ 380705 h 1138315"/>
                <a:gd name="connsiteX197" fmla="*/ 1933283 w 2971531"/>
                <a:gd name="connsiteY197" fmla="*/ 393941 h 1138315"/>
                <a:gd name="connsiteX198" fmla="*/ 1922495 w 2971531"/>
                <a:gd name="connsiteY198" fmla="*/ 390632 h 1138315"/>
                <a:gd name="connsiteX199" fmla="*/ 1896519 w 2971531"/>
                <a:gd name="connsiteY199" fmla="*/ 367270 h 1138315"/>
                <a:gd name="connsiteX200" fmla="*/ 1880602 w 2971531"/>
                <a:gd name="connsiteY200" fmla="*/ 349534 h 1138315"/>
                <a:gd name="connsiteX201" fmla="*/ 1887518 w 2971531"/>
                <a:gd name="connsiteY201" fmla="*/ 349799 h 1138315"/>
                <a:gd name="connsiteX202" fmla="*/ 1900126 w 2971531"/>
                <a:gd name="connsiteY202" fmla="*/ 351056 h 1138315"/>
                <a:gd name="connsiteX203" fmla="*/ 1896817 w 2971531"/>
                <a:gd name="connsiteY203" fmla="*/ 339243 h 1138315"/>
                <a:gd name="connsiteX204" fmla="*/ 1896056 w 2971531"/>
                <a:gd name="connsiteY204" fmla="*/ 332294 h 1138315"/>
                <a:gd name="connsiteX205" fmla="*/ 1892449 w 2971531"/>
                <a:gd name="connsiteY205" fmla="*/ 320249 h 1138315"/>
                <a:gd name="connsiteX206" fmla="*/ 1889140 w 2971531"/>
                <a:gd name="connsiteY206" fmla="*/ 314061 h 1138315"/>
                <a:gd name="connsiteX207" fmla="*/ 1877293 w 2971531"/>
                <a:gd name="connsiteY207" fmla="*/ 305854 h 1138315"/>
                <a:gd name="connsiteX208" fmla="*/ 1854130 w 2971531"/>
                <a:gd name="connsiteY208" fmla="*/ 306086 h 1138315"/>
                <a:gd name="connsiteX209" fmla="*/ 1847744 w 2971531"/>
                <a:gd name="connsiteY209" fmla="*/ 305590 h 1138315"/>
                <a:gd name="connsiteX210" fmla="*/ 1827889 w 2971531"/>
                <a:gd name="connsiteY210" fmla="*/ 300196 h 1138315"/>
                <a:gd name="connsiteX211" fmla="*/ 1812469 w 2971531"/>
                <a:gd name="connsiteY211" fmla="*/ 288647 h 1138315"/>
                <a:gd name="connsiteX212" fmla="*/ 1804263 w 2971531"/>
                <a:gd name="connsiteY212" fmla="*/ 297118 h 1138315"/>
                <a:gd name="connsiteX213" fmla="*/ 1795451 w 2971531"/>
                <a:gd name="connsiteY213" fmla="*/ 300272 h 1138315"/>
                <a:gd name="connsiteX214" fmla="*/ 1795527 w 2971531"/>
                <a:gd name="connsiteY214" fmla="*/ 306086 h 1138315"/>
                <a:gd name="connsiteX215" fmla="*/ 1795262 w 2971531"/>
                <a:gd name="connsiteY215" fmla="*/ 319322 h 1138315"/>
                <a:gd name="connsiteX216" fmla="*/ 1785004 w 2971531"/>
                <a:gd name="connsiteY216" fmla="*/ 320116 h 1138315"/>
                <a:gd name="connsiteX217" fmla="*/ 1763925 w 2971531"/>
                <a:gd name="connsiteY217" fmla="*/ 322168 h 1138315"/>
                <a:gd name="connsiteX218" fmla="*/ 1740530 w 2971531"/>
                <a:gd name="connsiteY218" fmla="*/ 317800 h 1138315"/>
                <a:gd name="connsiteX219" fmla="*/ 1733085 w 2971531"/>
                <a:gd name="connsiteY219" fmla="*/ 316509 h 1138315"/>
                <a:gd name="connsiteX220" fmla="*/ 1708664 w 2971531"/>
                <a:gd name="connsiteY220" fmla="*/ 313200 h 1138315"/>
                <a:gd name="connsiteX221" fmla="*/ 1715877 w 2971531"/>
                <a:gd name="connsiteY221" fmla="*/ 304994 h 1138315"/>
                <a:gd name="connsiteX222" fmla="*/ 1700193 w 2971531"/>
                <a:gd name="connsiteY222" fmla="*/ 301917 h 1138315"/>
                <a:gd name="connsiteX223" fmla="*/ 1668062 w 2971531"/>
                <a:gd name="connsiteY223" fmla="*/ 297019 h 1138315"/>
                <a:gd name="connsiteX224" fmla="*/ 1624382 w 2971531"/>
                <a:gd name="connsiteY224" fmla="*/ 302678 h 1138315"/>
                <a:gd name="connsiteX225" fmla="*/ 1622066 w 2971531"/>
                <a:gd name="connsiteY225" fmla="*/ 311910 h 1138315"/>
                <a:gd name="connsiteX226" fmla="*/ 1619253 w 2971531"/>
                <a:gd name="connsiteY226" fmla="*/ 294967 h 1138315"/>
                <a:gd name="connsiteX227" fmla="*/ 1610484 w 2971531"/>
                <a:gd name="connsiteY227" fmla="*/ 292916 h 1138315"/>
                <a:gd name="connsiteX228" fmla="*/ 1592516 w 2971531"/>
                <a:gd name="connsiteY228" fmla="*/ 295464 h 1138315"/>
                <a:gd name="connsiteX229" fmla="*/ 1572463 w 2971531"/>
                <a:gd name="connsiteY229" fmla="*/ 285206 h 1138315"/>
                <a:gd name="connsiteX230" fmla="*/ 1552940 w 2971531"/>
                <a:gd name="connsiteY230" fmla="*/ 296523 h 1138315"/>
                <a:gd name="connsiteX231" fmla="*/ 1563463 w 2971531"/>
                <a:gd name="connsiteY231" fmla="*/ 299335 h 1138315"/>
                <a:gd name="connsiteX232" fmla="*/ 1542152 w 2971531"/>
                <a:gd name="connsiteY232" fmla="*/ 305490 h 1138315"/>
                <a:gd name="connsiteX233" fmla="*/ 1515680 w 2971531"/>
                <a:gd name="connsiteY233" fmla="*/ 314723 h 1138315"/>
                <a:gd name="connsiteX234" fmla="*/ 1487156 w 2971531"/>
                <a:gd name="connsiteY234" fmla="*/ 323492 h 1138315"/>
                <a:gd name="connsiteX235" fmla="*/ 1491524 w 2971531"/>
                <a:gd name="connsiteY235" fmla="*/ 311413 h 1138315"/>
                <a:gd name="connsiteX236" fmla="*/ 1507705 w 2971531"/>
                <a:gd name="connsiteY236" fmla="*/ 302942 h 1138315"/>
                <a:gd name="connsiteX237" fmla="*/ 1526732 w 2971531"/>
                <a:gd name="connsiteY237" fmla="*/ 297019 h 1138315"/>
                <a:gd name="connsiteX238" fmla="*/ 1540597 w 2971531"/>
                <a:gd name="connsiteY238" fmla="*/ 287754 h 1138315"/>
                <a:gd name="connsiteX239" fmla="*/ 1558598 w 2971531"/>
                <a:gd name="connsiteY239" fmla="*/ 276701 h 1138315"/>
                <a:gd name="connsiteX240" fmla="*/ 1588380 w 2971531"/>
                <a:gd name="connsiteY240" fmla="*/ 264623 h 1138315"/>
                <a:gd name="connsiteX241" fmla="*/ 1596586 w 2971531"/>
                <a:gd name="connsiteY241" fmla="*/ 255391 h 1138315"/>
                <a:gd name="connsiteX242" fmla="*/ 1617665 w 2971531"/>
                <a:gd name="connsiteY242" fmla="*/ 247152 h 1138315"/>
                <a:gd name="connsiteX243" fmla="*/ 1625640 w 2971531"/>
                <a:gd name="connsiteY243" fmla="*/ 236629 h 1138315"/>
                <a:gd name="connsiteX244" fmla="*/ 1617930 w 2971531"/>
                <a:gd name="connsiteY244" fmla="*/ 230706 h 1138315"/>
                <a:gd name="connsiteX245" fmla="*/ 1626665 w 2971531"/>
                <a:gd name="connsiteY245" fmla="*/ 227628 h 1138315"/>
                <a:gd name="connsiteX246" fmla="*/ 1622298 w 2971531"/>
                <a:gd name="connsiteY246" fmla="*/ 219686 h 1138315"/>
                <a:gd name="connsiteX247" fmla="*/ 1620742 w 2971531"/>
                <a:gd name="connsiteY247" fmla="*/ 211182 h 1138315"/>
                <a:gd name="connsiteX248" fmla="*/ 1609425 w 2971531"/>
                <a:gd name="connsiteY248" fmla="*/ 209131 h 1138315"/>
                <a:gd name="connsiteX249" fmla="*/ 1605818 w 2971531"/>
                <a:gd name="connsiteY249" fmla="*/ 195001 h 1138315"/>
                <a:gd name="connsiteX250" fmla="*/ 1590696 w 2971531"/>
                <a:gd name="connsiteY250" fmla="*/ 195530 h 1138315"/>
                <a:gd name="connsiteX251" fmla="*/ 1565481 w 2971531"/>
                <a:gd name="connsiteY251" fmla="*/ 189607 h 1138315"/>
                <a:gd name="connsiteX252" fmla="*/ 1554694 w 2971531"/>
                <a:gd name="connsiteY252" fmla="*/ 188581 h 1138315"/>
                <a:gd name="connsiteX253" fmla="*/ 1533350 w 2971531"/>
                <a:gd name="connsiteY253" fmla="*/ 189078 h 1138315"/>
                <a:gd name="connsiteX254" fmla="*/ 1522066 w 2971531"/>
                <a:gd name="connsiteY254" fmla="*/ 195530 h 1138315"/>
                <a:gd name="connsiteX255" fmla="*/ 1500227 w 2971531"/>
                <a:gd name="connsiteY255" fmla="*/ 197582 h 1138315"/>
                <a:gd name="connsiteX256" fmla="*/ 1512834 w 2971531"/>
                <a:gd name="connsiteY256" fmla="*/ 181368 h 1138315"/>
                <a:gd name="connsiteX257" fmla="*/ 1484277 w 2971531"/>
                <a:gd name="connsiteY257" fmla="*/ 179349 h 1138315"/>
                <a:gd name="connsiteX258" fmla="*/ 1463728 w 2971531"/>
                <a:gd name="connsiteY258" fmla="*/ 176239 h 1138315"/>
                <a:gd name="connsiteX259" fmla="*/ 1468890 w 2971531"/>
                <a:gd name="connsiteY259" fmla="*/ 174187 h 1138315"/>
                <a:gd name="connsiteX260" fmla="*/ 1485071 w 2971531"/>
                <a:gd name="connsiteY260" fmla="*/ 168032 h 1138315"/>
                <a:gd name="connsiteX261" fmla="*/ 1487122 w 2971531"/>
                <a:gd name="connsiteY261" fmla="*/ 161414 h 1138315"/>
                <a:gd name="connsiteX262" fmla="*/ 1472464 w 2971531"/>
                <a:gd name="connsiteY262" fmla="*/ 157807 h 1138315"/>
                <a:gd name="connsiteX263" fmla="*/ 1454231 w 2971531"/>
                <a:gd name="connsiteY263" fmla="*/ 153174 h 1138315"/>
                <a:gd name="connsiteX264" fmla="*/ 1431365 w 2971531"/>
                <a:gd name="connsiteY264" fmla="*/ 158072 h 1138315"/>
                <a:gd name="connsiteX265" fmla="*/ 1412073 w 2971531"/>
                <a:gd name="connsiteY265" fmla="*/ 172466 h 1138315"/>
                <a:gd name="connsiteX266" fmla="*/ 1400260 w 2971531"/>
                <a:gd name="connsiteY266" fmla="*/ 187622 h 1138315"/>
                <a:gd name="connsiteX267" fmla="*/ 1403569 w 2971531"/>
                <a:gd name="connsiteY267" fmla="*/ 195067 h 1138315"/>
                <a:gd name="connsiteX268" fmla="*/ 1393642 w 2971531"/>
                <a:gd name="connsiteY268" fmla="*/ 198145 h 1138315"/>
                <a:gd name="connsiteX269" fmla="*/ 1367169 w 2971531"/>
                <a:gd name="connsiteY269" fmla="*/ 201751 h 1138315"/>
                <a:gd name="connsiteX270" fmla="*/ 1378486 w 2971531"/>
                <a:gd name="connsiteY270" fmla="*/ 210487 h 1138315"/>
                <a:gd name="connsiteX271" fmla="*/ 1365250 w 2971531"/>
                <a:gd name="connsiteY271" fmla="*/ 207939 h 1138315"/>
                <a:gd name="connsiteX272" fmla="*/ 1350095 w 2971531"/>
                <a:gd name="connsiteY272" fmla="*/ 211248 h 1138315"/>
                <a:gd name="connsiteX273" fmla="*/ 1338778 w 2971531"/>
                <a:gd name="connsiteY273" fmla="*/ 213565 h 1138315"/>
                <a:gd name="connsiteX274" fmla="*/ 1327494 w 2971531"/>
                <a:gd name="connsiteY274" fmla="*/ 214359 h 1138315"/>
                <a:gd name="connsiteX275" fmla="*/ 1332358 w 2971531"/>
                <a:gd name="connsiteY275" fmla="*/ 204432 h 1138315"/>
                <a:gd name="connsiteX276" fmla="*/ 1315813 w 2971531"/>
                <a:gd name="connsiteY276" fmla="*/ 208833 h 1138315"/>
                <a:gd name="connsiteX277" fmla="*/ 1304231 w 2971531"/>
                <a:gd name="connsiteY277" fmla="*/ 207013 h 1138315"/>
                <a:gd name="connsiteX278" fmla="*/ 1292914 w 2971531"/>
                <a:gd name="connsiteY278" fmla="*/ 212671 h 1138315"/>
                <a:gd name="connsiteX279" fmla="*/ 1276203 w 2971531"/>
                <a:gd name="connsiteY279" fmla="*/ 214227 h 1138315"/>
                <a:gd name="connsiteX280" fmla="*/ 1286759 w 2971531"/>
                <a:gd name="connsiteY280" fmla="*/ 221407 h 1138315"/>
                <a:gd name="connsiteX281" fmla="*/ 1257970 w 2971531"/>
                <a:gd name="connsiteY281" fmla="*/ 225775 h 1138315"/>
                <a:gd name="connsiteX282" fmla="*/ 1236131 w 2971531"/>
                <a:gd name="connsiteY282" fmla="*/ 228853 h 1138315"/>
                <a:gd name="connsiteX283" fmla="*/ 1219916 w 2971531"/>
                <a:gd name="connsiteY283" fmla="*/ 236563 h 1138315"/>
                <a:gd name="connsiteX284" fmla="*/ 1203371 w 2971531"/>
                <a:gd name="connsiteY284" fmla="*/ 243181 h 1138315"/>
                <a:gd name="connsiteX285" fmla="*/ 1190135 w 2971531"/>
                <a:gd name="connsiteY285" fmla="*/ 244968 h 1138315"/>
                <a:gd name="connsiteX286" fmla="*/ 1183186 w 2971531"/>
                <a:gd name="connsiteY286" fmla="*/ 247284 h 1138315"/>
                <a:gd name="connsiteX287" fmla="*/ 1180605 w 2971531"/>
                <a:gd name="connsiteY287" fmla="*/ 251387 h 1138315"/>
                <a:gd name="connsiteX288" fmla="*/ 1174185 w 2971531"/>
                <a:gd name="connsiteY288" fmla="*/ 255755 h 1138315"/>
                <a:gd name="connsiteX289" fmla="*/ 1178818 w 2971531"/>
                <a:gd name="connsiteY289" fmla="*/ 261943 h 1138315"/>
                <a:gd name="connsiteX290" fmla="*/ 1163894 w 2971531"/>
                <a:gd name="connsiteY290" fmla="*/ 261182 h 1138315"/>
                <a:gd name="connsiteX291" fmla="*/ 1173424 w 2971531"/>
                <a:gd name="connsiteY291" fmla="*/ 266576 h 1138315"/>
                <a:gd name="connsiteX292" fmla="*/ 1181069 w 2971531"/>
                <a:gd name="connsiteY292" fmla="*/ 271976 h 1138315"/>
                <a:gd name="connsiteX293" fmla="*/ 1181134 w 2971531"/>
                <a:gd name="connsiteY293" fmla="*/ 272466 h 1138315"/>
                <a:gd name="connsiteX294" fmla="*/ 1167898 w 2971531"/>
                <a:gd name="connsiteY294" fmla="*/ 273260 h 1138315"/>
                <a:gd name="connsiteX295" fmla="*/ 1174516 w 2971531"/>
                <a:gd name="connsiteY295" fmla="*/ 277860 h 1138315"/>
                <a:gd name="connsiteX296" fmla="*/ 1180208 w 2971531"/>
                <a:gd name="connsiteY296" fmla="*/ 284048 h 1138315"/>
                <a:gd name="connsiteX297" fmla="*/ 1181035 w 2971531"/>
                <a:gd name="connsiteY297" fmla="*/ 284875 h 1138315"/>
                <a:gd name="connsiteX298" fmla="*/ 1179182 w 2971531"/>
                <a:gd name="connsiteY298" fmla="*/ 292254 h 1138315"/>
                <a:gd name="connsiteX299" fmla="*/ 1174285 w 2971531"/>
                <a:gd name="connsiteY299" fmla="*/ 293809 h 1138315"/>
                <a:gd name="connsiteX300" fmla="*/ 1157739 w 2971531"/>
                <a:gd name="connsiteY300" fmla="*/ 293015 h 1138315"/>
                <a:gd name="connsiteX301" fmla="*/ 1149500 w 2971531"/>
                <a:gd name="connsiteY301" fmla="*/ 295861 h 1138315"/>
                <a:gd name="connsiteX302" fmla="*/ 1123822 w 2971531"/>
                <a:gd name="connsiteY302" fmla="*/ 297151 h 1138315"/>
                <a:gd name="connsiteX303" fmla="*/ 1078851 w 2971531"/>
                <a:gd name="connsiteY303" fmla="*/ 300990 h 1138315"/>
                <a:gd name="connsiteX304" fmla="*/ 1072928 w 2971531"/>
                <a:gd name="connsiteY304" fmla="*/ 318197 h 1138315"/>
                <a:gd name="connsiteX305" fmla="*/ 1073193 w 2971531"/>
                <a:gd name="connsiteY305" fmla="*/ 330540 h 1138315"/>
                <a:gd name="connsiteX306" fmla="*/ 1096820 w 2971531"/>
                <a:gd name="connsiteY306" fmla="*/ 343147 h 1138315"/>
                <a:gd name="connsiteX307" fmla="*/ 1106747 w 2971531"/>
                <a:gd name="connsiteY307" fmla="*/ 360090 h 1138315"/>
                <a:gd name="connsiteX308" fmla="*/ 1077197 w 2971531"/>
                <a:gd name="connsiteY308" fmla="*/ 350593 h 1138315"/>
                <a:gd name="connsiteX309" fmla="*/ 1037488 w 2971531"/>
                <a:gd name="connsiteY309" fmla="*/ 340302 h 1138315"/>
                <a:gd name="connsiteX310" fmla="*/ 1024881 w 2971531"/>
                <a:gd name="connsiteY310" fmla="*/ 333882 h 1138315"/>
                <a:gd name="connsiteX311" fmla="*/ 1013829 w 2971531"/>
                <a:gd name="connsiteY311" fmla="*/ 342618 h 1138315"/>
                <a:gd name="connsiteX312" fmla="*/ 1021009 w 2971531"/>
                <a:gd name="connsiteY312" fmla="*/ 345199 h 1138315"/>
                <a:gd name="connsiteX313" fmla="*/ 1030539 w 2971531"/>
                <a:gd name="connsiteY313" fmla="*/ 350824 h 1138315"/>
                <a:gd name="connsiteX314" fmla="*/ 1016145 w 2971531"/>
                <a:gd name="connsiteY314" fmla="*/ 353405 h 1138315"/>
                <a:gd name="connsiteX315" fmla="*/ 997469 w 2971531"/>
                <a:gd name="connsiteY315" fmla="*/ 357145 h 1138315"/>
                <a:gd name="connsiteX316" fmla="*/ 997382 w 2971531"/>
                <a:gd name="connsiteY316" fmla="*/ 357277 h 1138315"/>
                <a:gd name="connsiteX317" fmla="*/ 1020546 w 2971531"/>
                <a:gd name="connsiteY317" fmla="*/ 375245 h 1138315"/>
                <a:gd name="connsiteX318" fmla="*/ 1036231 w 2971531"/>
                <a:gd name="connsiteY318" fmla="*/ 383981 h 1138315"/>
                <a:gd name="connsiteX319" fmla="*/ 1033650 w 2971531"/>
                <a:gd name="connsiteY319" fmla="*/ 389143 h 1138315"/>
                <a:gd name="connsiteX320" fmla="*/ 1013597 w 2971531"/>
                <a:gd name="connsiteY320" fmla="*/ 378852 h 1138315"/>
                <a:gd name="connsiteX321" fmla="*/ 984047 w 2971531"/>
                <a:gd name="connsiteY321" fmla="*/ 376271 h 1138315"/>
                <a:gd name="connsiteX322" fmla="*/ 983021 w 2971531"/>
                <a:gd name="connsiteY322" fmla="*/ 364987 h 1138315"/>
                <a:gd name="connsiteX323" fmla="*/ 987157 w 2971531"/>
                <a:gd name="connsiteY323" fmla="*/ 347747 h 1138315"/>
                <a:gd name="connsiteX324" fmla="*/ 979679 w 2971531"/>
                <a:gd name="connsiteY324" fmla="*/ 326172 h 1138315"/>
                <a:gd name="connsiteX325" fmla="*/ 975079 w 2971531"/>
                <a:gd name="connsiteY325" fmla="*/ 333121 h 1138315"/>
                <a:gd name="connsiteX326" fmla="*/ 970678 w 2971531"/>
                <a:gd name="connsiteY326" fmla="*/ 351354 h 1138315"/>
                <a:gd name="connsiteX327" fmla="*/ 949864 w 2971531"/>
                <a:gd name="connsiteY327" fmla="*/ 362141 h 1138315"/>
                <a:gd name="connsiteX328" fmla="*/ 942915 w 2971531"/>
                <a:gd name="connsiteY328" fmla="*/ 372929 h 1138315"/>
                <a:gd name="connsiteX329" fmla="*/ 962770 w 2971531"/>
                <a:gd name="connsiteY329" fmla="*/ 396853 h 1138315"/>
                <a:gd name="connsiteX330" fmla="*/ 952479 w 2971531"/>
                <a:gd name="connsiteY330" fmla="*/ 426138 h 1138315"/>
                <a:gd name="connsiteX331" fmla="*/ 953240 w 2971531"/>
                <a:gd name="connsiteY331" fmla="*/ 443610 h 1138315"/>
                <a:gd name="connsiteX332" fmla="*/ 966476 w 2971531"/>
                <a:gd name="connsiteY332" fmla="*/ 445927 h 1138315"/>
                <a:gd name="connsiteX333" fmla="*/ 986760 w 2971531"/>
                <a:gd name="connsiteY333" fmla="*/ 441559 h 1138315"/>
                <a:gd name="connsiteX334" fmla="*/ 1020182 w 2971531"/>
                <a:gd name="connsiteY334" fmla="*/ 452843 h 1138315"/>
                <a:gd name="connsiteX335" fmla="*/ 1026601 w 2971531"/>
                <a:gd name="connsiteY335" fmla="*/ 466079 h 1138315"/>
                <a:gd name="connsiteX336" fmla="*/ 1018627 w 2971531"/>
                <a:gd name="connsiteY336" fmla="*/ 478951 h 1138315"/>
                <a:gd name="connsiteX337" fmla="*/ 1038680 w 2971531"/>
                <a:gd name="connsiteY337" fmla="*/ 492187 h 1138315"/>
                <a:gd name="connsiteX338" fmla="*/ 1019156 w 2971531"/>
                <a:gd name="connsiteY338" fmla="*/ 490665 h 1138315"/>
                <a:gd name="connsiteX339" fmla="*/ 1011181 w 2971531"/>
                <a:gd name="connsiteY339" fmla="*/ 479613 h 1138315"/>
                <a:gd name="connsiteX340" fmla="*/ 1015549 w 2971531"/>
                <a:gd name="connsiteY340" fmla="*/ 467005 h 1138315"/>
                <a:gd name="connsiteX341" fmla="*/ 1006813 w 2971531"/>
                <a:gd name="connsiteY341" fmla="*/ 455953 h 1138315"/>
                <a:gd name="connsiteX342" fmla="*/ 995761 w 2971531"/>
                <a:gd name="connsiteY342" fmla="*/ 448772 h 1138315"/>
                <a:gd name="connsiteX343" fmla="*/ 969057 w 2971531"/>
                <a:gd name="connsiteY343" fmla="*/ 455953 h 1138315"/>
                <a:gd name="connsiteX344" fmla="*/ 972664 w 2971531"/>
                <a:gd name="connsiteY344" fmla="*/ 480109 h 1138315"/>
                <a:gd name="connsiteX345" fmla="*/ 958236 w 2971531"/>
                <a:gd name="connsiteY345" fmla="*/ 500658 h 1138315"/>
                <a:gd name="connsiteX346" fmla="*/ 945000 w 2971531"/>
                <a:gd name="connsiteY346" fmla="*/ 512240 h 1138315"/>
                <a:gd name="connsiteX347" fmla="*/ 929051 w 2971531"/>
                <a:gd name="connsiteY347" fmla="*/ 526105 h 1138315"/>
                <a:gd name="connsiteX348" fmla="*/ 913398 w 2971531"/>
                <a:gd name="connsiteY348" fmla="*/ 526105 h 1138315"/>
                <a:gd name="connsiteX349" fmla="*/ 893346 w 2971531"/>
                <a:gd name="connsiteY349" fmla="*/ 527660 h 1138315"/>
                <a:gd name="connsiteX350" fmla="*/ 879481 w 2971531"/>
                <a:gd name="connsiteY350" fmla="*/ 523259 h 1138315"/>
                <a:gd name="connsiteX351" fmla="*/ 871346 w 2971531"/>
                <a:gd name="connsiteY351" fmla="*/ 520898 h 1138315"/>
                <a:gd name="connsiteX352" fmla="*/ 871009 w 2971531"/>
                <a:gd name="connsiteY352" fmla="*/ 515847 h 1138315"/>
                <a:gd name="connsiteX353" fmla="*/ 880242 w 2971531"/>
                <a:gd name="connsiteY353" fmla="*/ 518130 h 1138315"/>
                <a:gd name="connsiteX354" fmla="*/ 890169 w 2971531"/>
                <a:gd name="connsiteY354" fmla="*/ 517104 h 1138315"/>
                <a:gd name="connsiteX355" fmla="*/ 900096 w 2971531"/>
                <a:gd name="connsiteY355" fmla="*/ 521241 h 1138315"/>
                <a:gd name="connsiteX356" fmla="*/ 909097 w 2971531"/>
                <a:gd name="connsiteY356" fmla="*/ 517932 h 1138315"/>
                <a:gd name="connsiteX357" fmla="*/ 913200 w 2971531"/>
                <a:gd name="connsiteY357" fmla="*/ 513795 h 1138315"/>
                <a:gd name="connsiteX358" fmla="*/ 920910 w 2971531"/>
                <a:gd name="connsiteY358" fmla="*/ 507376 h 1138315"/>
                <a:gd name="connsiteX359" fmla="*/ 926304 w 2971531"/>
                <a:gd name="connsiteY359" fmla="*/ 498144 h 1138315"/>
                <a:gd name="connsiteX360" fmla="*/ 930937 w 2971531"/>
                <a:gd name="connsiteY360" fmla="*/ 492485 h 1138315"/>
                <a:gd name="connsiteX361" fmla="*/ 939408 w 2971531"/>
                <a:gd name="connsiteY361" fmla="*/ 486826 h 1138315"/>
                <a:gd name="connsiteX362" fmla="*/ 942485 w 2971531"/>
                <a:gd name="connsiteY362" fmla="*/ 478587 h 1138315"/>
                <a:gd name="connsiteX363" fmla="*/ 947118 w 2971531"/>
                <a:gd name="connsiteY363" fmla="*/ 467038 h 1138315"/>
                <a:gd name="connsiteX364" fmla="*/ 947647 w 2971531"/>
                <a:gd name="connsiteY364" fmla="*/ 460619 h 1138315"/>
                <a:gd name="connsiteX365" fmla="*/ 934014 w 2971531"/>
                <a:gd name="connsiteY365" fmla="*/ 445728 h 1138315"/>
                <a:gd name="connsiteX366" fmla="*/ 933485 w 2971531"/>
                <a:gd name="connsiteY366" fmla="*/ 427991 h 1138315"/>
                <a:gd name="connsiteX367" fmla="*/ 933253 w 2971531"/>
                <a:gd name="connsiteY367" fmla="*/ 411446 h 1138315"/>
                <a:gd name="connsiteX368" fmla="*/ 937621 w 2971531"/>
                <a:gd name="connsiteY368" fmla="*/ 393213 h 1138315"/>
                <a:gd name="connsiteX369" fmla="*/ 923491 w 2971531"/>
                <a:gd name="connsiteY369" fmla="*/ 373359 h 1138315"/>
                <a:gd name="connsiteX370" fmla="*/ 929150 w 2971531"/>
                <a:gd name="connsiteY370" fmla="*/ 360123 h 1138315"/>
                <a:gd name="connsiteX371" fmla="*/ 936595 w 2971531"/>
                <a:gd name="connsiteY371" fmla="*/ 330573 h 1138315"/>
                <a:gd name="connsiteX372" fmla="*/ 915020 w 2971531"/>
                <a:gd name="connsiteY372" fmla="*/ 323359 h 1138315"/>
                <a:gd name="connsiteX373" fmla="*/ 881930 w 2971531"/>
                <a:gd name="connsiteY373" fmla="*/ 321837 h 1138315"/>
                <a:gd name="connsiteX374" fmla="*/ 872003 w 2971531"/>
                <a:gd name="connsiteY374" fmla="*/ 331599 h 1138315"/>
                <a:gd name="connsiteX375" fmla="*/ 860421 w 2971531"/>
                <a:gd name="connsiteY375" fmla="*/ 356251 h 1138315"/>
                <a:gd name="connsiteX376" fmla="*/ 837257 w 2971531"/>
                <a:gd name="connsiteY376" fmla="*/ 373988 h 1138315"/>
                <a:gd name="connsiteX377" fmla="*/ 830044 w 2971531"/>
                <a:gd name="connsiteY377" fmla="*/ 389143 h 1138315"/>
                <a:gd name="connsiteX378" fmla="*/ 839971 w 2971531"/>
                <a:gd name="connsiteY378" fmla="*/ 391460 h 1138315"/>
                <a:gd name="connsiteX379" fmla="*/ 837886 w 2971531"/>
                <a:gd name="connsiteY379" fmla="*/ 405324 h 1138315"/>
                <a:gd name="connsiteX380" fmla="*/ 836893 w 2971531"/>
                <a:gd name="connsiteY380" fmla="*/ 413564 h 1138315"/>
                <a:gd name="connsiteX381" fmla="*/ 830970 w 2971531"/>
                <a:gd name="connsiteY381" fmla="*/ 425377 h 1138315"/>
                <a:gd name="connsiteX382" fmla="*/ 851519 w 2971531"/>
                <a:gd name="connsiteY382" fmla="*/ 433087 h 1138315"/>
                <a:gd name="connsiteX383" fmla="*/ 858998 w 2971531"/>
                <a:gd name="connsiteY383" fmla="*/ 447217 h 1138315"/>
                <a:gd name="connsiteX384" fmla="*/ 869521 w 2971531"/>
                <a:gd name="connsiteY384" fmla="*/ 452611 h 1138315"/>
                <a:gd name="connsiteX385" fmla="*/ 858700 w 2971531"/>
                <a:gd name="connsiteY385" fmla="*/ 469818 h 1138315"/>
                <a:gd name="connsiteX386" fmla="*/ 837655 w 2971531"/>
                <a:gd name="connsiteY386" fmla="*/ 453273 h 1138315"/>
                <a:gd name="connsiteX387" fmla="*/ 809660 w 2971531"/>
                <a:gd name="connsiteY387" fmla="*/ 441195 h 1138315"/>
                <a:gd name="connsiteX388" fmla="*/ 786496 w 2971531"/>
                <a:gd name="connsiteY388" fmla="*/ 431665 h 1138315"/>
                <a:gd name="connsiteX389" fmla="*/ 754399 w 2971531"/>
                <a:gd name="connsiteY389" fmla="*/ 423193 h 1138315"/>
                <a:gd name="connsiteX390" fmla="*/ 722764 w 2971531"/>
                <a:gd name="connsiteY390" fmla="*/ 420381 h 1138315"/>
                <a:gd name="connsiteX391" fmla="*/ 709925 w 2971531"/>
                <a:gd name="connsiteY391" fmla="*/ 410851 h 1138315"/>
                <a:gd name="connsiteX392" fmla="*/ 688846 w 2971531"/>
                <a:gd name="connsiteY392" fmla="*/ 403935 h 1138315"/>
                <a:gd name="connsiteX393" fmla="*/ 693744 w 2971531"/>
                <a:gd name="connsiteY393" fmla="*/ 418329 h 1138315"/>
                <a:gd name="connsiteX394" fmla="*/ 706582 w 2971531"/>
                <a:gd name="connsiteY394" fmla="*/ 423458 h 1138315"/>
                <a:gd name="connsiteX395" fmla="*/ 717635 w 2971531"/>
                <a:gd name="connsiteY395" fmla="*/ 431400 h 1138315"/>
                <a:gd name="connsiteX396" fmla="*/ 725610 w 2971531"/>
                <a:gd name="connsiteY396" fmla="*/ 445827 h 1138315"/>
                <a:gd name="connsiteX397" fmla="*/ 720216 w 2971531"/>
                <a:gd name="connsiteY397" fmla="*/ 455324 h 1138315"/>
                <a:gd name="connsiteX398" fmla="*/ 708403 w 2971531"/>
                <a:gd name="connsiteY398" fmla="*/ 461214 h 1138315"/>
                <a:gd name="connsiteX399" fmla="*/ 699402 w 2971531"/>
                <a:gd name="connsiteY399" fmla="*/ 464821 h 1138315"/>
                <a:gd name="connsiteX400" fmla="*/ 699402 w 2971531"/>
                <a:gd name="connsiteY400" fmla="*/ 454530 h 1138315"/>
                <a:gd name="connsiteX401" fmla="*/ 688846 w 2971531"/>
                <a:gd name="connsiteY401" fmla="*/ 446555 h 1138315"/>
                <a:gd name="connsiteX402" fmla="*/ 662142 w 2971531"/>
                <a:gd name="connsiteY402" fmla="*/ 459792 h 1138315"/>
                <a:gd name="connsiteX403" fmla="*/ 632824 w 2971531"/>
                <a:gd name="connsiteY403" fmla="*/ 459792 h 1138315"/>
                <a:gd name="connsiteX404" fmla="*/ 616643 w 2971531"/>
                <a:gd name="connsiteY404" fmla="*/ 471638 h 1138315"/>
                <a:gd name="connsiteX405" fmla="*/ 593247 w 2971531"/>
                <a:gd name="connsiteY405" fmla="*/ 469818 h 1138315"/>
                <a:gd name="connsiteX406" fmla="*/ 597616 w 2971531"/>
                <a:gd name="connsiteY406" fmla="*/ 465218 h 1138315"/>
                <a:gd name="connsiteX407" fmla="*/ 601752 w 2971531"/>
                <a:gd name="connsiteY407" fmla="*/ 460056 h 1138315"/>
                <a:gd name="connsiteX408" fmla="*/ 605590 w 2971531"/>
                <a:gd name="connsiteY408" fmla="*/ 448243 h 1138315"/>
                <a:gd name="connsiteX409" fmla="*/ 581964 w 2971531"/>
                <a:gd name="connsiteY409" fmla="*/ 455192 h 1138315"/>
                <a:gd name="connsiteX410" fmla="*/ 578655 w 2971531"/>
                <a:gd name="connsiteY410" fmla="*/ 465119 h 1138315"/>
                <a:gd name="connsiteX411" fmla="*/ 570944 w 2971531"/>
                <a:gd name="connsiteY411" fmla="*/ 460486 h 1138315"/>
                <a:gd name="connsiteX412" fmla="*/ 531236 w 2971531"/>
                <a:gd name="connsiteY412" fmla="*/ 472300 h 1138315"/>
                <a:gd name="connsiteX413" fmla="*/ 514525 w 2971531"/>
                <a:gd name="connsiteY413" fmla="*/ 482591 h 1138315"/>
                <a:gd name="connsiteX414" fmla="*/ 495531 w 2971531"/>
                <a:gd name="connsiteY414" fmla="*/ 488514 h 1138315"/>
                <a:gd name="connsiteX415" fmla="*/ 491659 w 2971531"/>
                <a:gd name="connsiteY415" fmla="*/ 506747 h 1138315"/>
                <a:gd name="connsiteX416" fmla="*/ 462110 w 2971531"/>
                <a:gd name="connsiteY416" fmla="*/ 510585 h 1138315"/>
                <a:gd name="connsiteX417" fmla="*/ 448212 w 2971531"/>
                <a:gd name="connsiteY417" fmla="*/ 497349 h 1138315"/>
                <a:gd name="connsiteX418" fmla="*/ 447715 w 2971531"/>
                <a:gd name="connsiteY418" fmla="*/ 486297 h 1138315"/>
                <a:gd name="connsiteX419" fmla="*/ 459793 w 2971531"/>
                <a:gd name="connsiteY419" fmla="*/ 481697 h 1138315"/>
                <a:gd name="connsiteX420" fmla="*/ 475214 w 2971531"/>
                <a:gd name="connsiteY420" fmla="*/ 480903 h 1138315"/>
                <a:gd name="connsiteX421" fmla="*/ 464691 w 2971531"/>
                <a:gd name="connsiteY421" fmla="*/ 464193 h 1138315"/>
                <a:gd name="connsiteX422" fmla="*/ 442553 w 2971531"/>
                <a:gd name="connsiteY422" fmla="*/ 458038 h 1138315"/>
                <a:gd name="connsiteX423" fmla="*/ 420978 w 2971531"/>
                <a:gd name="connsiteY423" fmla="*/ 455721 h 1138315"/>
                <a:gd name="connsiteX424" fmla="*/ 424056 w 2971531"/>
                <a:gd name="connsiteY424" fmla="*/ 462340 h 1138315"/>
                <a:gd name="connsiteX425" fmla="*/ 429218 w 2971531"/>
                <a:gd name="connsiteY425" fmla="*/ 474418 h 1138315"/>
                <a:gd name="connsiteX426" fmla="*/ 422600 w 2971531"/>
                <a:gd name="connsiteY426" fmla="*/ 493676 h 1138315"/>
                <a:gd name="connsiteX427" fmla="*/ 428258 w 2971531"/>
                <a:gd name="connsiteY427" fmla="*/ 499864 h 1138315"/>
                <a:gd name="connsiteX428" fmla="*/ 434678 w 2971531"/>
                <a:gd name="connsiteY428" fmla="*/ 515251 h 1138315"/>
                <a:gd name="connsiteX429" fmla="*/ 429284 w 2971531"/>
                <a:gd name="connsiteY429" fmla="*/ 528488 h 1138315"/>
                <a:gd name="connsiteX430" fmla="*/ 421805 w 2971531"/>
                <a:gd name="connsiteY430" fmla="*/ 528256 h 1138315"/>
                <a:gd name="connsiteX431" fmla="*/ 416676 w 2971531"/>
                <a:gd name="connsiteY431" fmla="*/ 523094 h 1138315"/>
                <a:gd name="connsiteX432" fmla="*/ 399205 w 2971531"/>
                <a:gd name="connsiteY432" fmla="*/ 519785 h 1138315"/>
                <a:gd name="connsiteX433" fmla="*/ 388152 w 2971531"/>
                <a:gd name="connsiteY433" fmla="*/ 525178 h 1138315"/>
                <a:gd name="connsiteX434" fmla="*/ 372732 w 2971531"/>
                <a:gd name="connsiteY434" fmla="*/ 531797 h 1138315"/>
                <a:gd name="connsiteX435" fmla="*/ 356187 w 2971531"/>
                <a:gd name="connsiteY435" fmla="*/ 543875 h 1138315"/>
                <a:gd name="connsiteX436" fmla="*/ 357213 w 2971531"/>
                <a:gd name="connsiteY436" fmla="*/ 559063 h 1138315"/>
                <a:gd name="connsiteX437" fmla="*/ 364426 w 2971531"/>
                <a:gd name="connsiteY437" fmla="*/ 572663 h 1138315"/>
                <a:gd name="connsiteX438" fmla="*/ 343612 w 2971531"/>
                <a:gd name="connsiteY438" fmla="*/ 571373 h 1138315"/>
                <a:gd name="connsiteX439" fmla="*/ 325611 w 2971531"/>
                <a:gd name="connsiteY439" fmla="*/ 567270 h 1138315"/>
                <a:gd name="connsiteX440" fmla="*/ 305757 w 2971531"/>
                <a:gd name="connsiteY440" fmla="*/ 555456 h 1138315"/>
                <a:gd name="connsiteX441" fmla="*/ 295201 w 2971531"/>
                <a:gd name="connsiteY441" fmla="*/ 565218 h 1138315"/>
                <a:gd name="connsiteX442" fmla="*/ 300330 w 2971531"/>
                <a:gd name="connsiteY442" fmla="*/ 575145 h 1138315"/>
                <a:gd name="connsiteX443" fmla="*/ 317306 w 2971531"/>
                <a:gd name="connsiteY443" fmla="*/ 581035 h 1138315"/>
                <a:gd name="connsiteX444" fmla="*/ 318861 w 2971531"/>
                <a:gd name="connsiteY444" fmla="*/ 591591 h 1138315"/>
                <a:gd name="connsiteX445" fmla="*/ 305625 w 2971531"/>
                <a:gd name="connsiteY445" fmla="*/ 593643 h 1138315"/>
                <a:gd name="connsiteX446" fmla="*/ 291991 w 2971531"/>
                <a:gd name="connsiteY446" fmla="*/ 589540 h 1138315"/>
                <a:gd name="connsiteX447" fmla="*/ 276041 w 2971531"/>
                <a:gd name="connsiteY447" fmla="*/ 580539 h 1138315"/>
                <a:gd name="connsiteX448" fmla="*/ 267041 w 2971531"/>
                <a:gd name="connsiteY448" fmla="*/ 570612 h 1138315"/>
                <a:gd name="connsiteX449" fmla="*/ 262938 w 2971531"/>
                <a:gd name="connsiteY449" fmla="*/ 558037 h 1138315"/>
                <a:gd name="connsiteX450" fmla="*/ 263434 w 2971531"/>
                <a:gd name="connsiteY450" fmla="*/ 546720 h 1138315"/>
                <a:gd name="connsiteX451" fmla="*/ 264725 w 2971531"/>
                <a:gd name="connsiteY451" fmla="*/ 535668 h 1138315"/>
                <a:gd name="connsiteX452" fmla="*/ 251488 w 2971531"/>
                <a:gd name="connsiteY452" fmla="*/ 525906 h 1138315"/>
                <a:gd name="connsiteX453" fmla="*/ 240965 w 2971531"/>
                <a:gd name="connsiteY453" fmla="*/ 518196 h 1138315"/>
                <a:gd name="connsiteX454" fmla="*/ 223990 w 2971531"/>
                <a:gd name="connsiteY454" fmla="*/ 504067 h 1138315"/>
                <a:gd name="connsiteX455" fmla="*/ 217802 w 2971531"/>
                <a:gd name="connsiteY455" fmla="*/ 498408 h 1138315"/>
                <a:gd name="connsiteX456" fmla="*/ 231700 w 2971531"/>
                <a:gd name="connsiteY456" fmla="*/ 503537 h 1138315"/>
                <a:gd name="connsiteX457" fmla="*/ 255823 w 2971531"/>
                <a:gd name="connsiteY457" fmla="*/ 513828 h 1138315"/>
                <a:gd name="connsiteX458" fmla="*/ 286167 w 2971531"/>
                <a:gd name="connsiteY458" fmla="*/ 523325 h 1138315"/>
                <a:gd name="connsiteX459" fmla="*/ 326769 w 2971531"/>
                <a:gd name="connsiteY459" fmla="*/ 529943 h 1138315"/>
                <a:gd name="connsiteX460" fmla="*/ 377166 w 2971531"/>
                <a:gd name="connsiteY460" fmla="*/ 507839 h 1138315"/>
                <a:gd name="connsiteX461" fmla="*/ 375611 w 2971531"/>
                <a:gd name="connsiteY461" fmla="*/ 487290 h 1138315"/>
                <a:gd name="connsiteX462" fmla="*/ 365684 w 2971531"/>
                <a:gd name="connsiteY462" fmla="*/ 479580 h 1138315"/>
                <a:gd name="connsiteX463" fmla="*/ 351290 w 2971531"/>
                <a:gd name="connsiteY463" fmla="*/ 470844 h 1138315"/>
                <a:gd name="connsiteX464" fmla="*/ 336895 w 2971531"/>
                <a:gd name="connsiteY464" fmla="*/ 462902 h 1138315"/>
                <a:gd name="connsiteX465" fmla="*/ 311448 w 2971531"/>
                <a:gd name="connsiteY465" fmla="*/ 450030 h 1138315"/>
                <a:gd name="connsiteX466" fmla="*/ 270846 w 2971531"/>
                <a:gd name="connsiteY466" fmla="*/ 434080 h 1138315"/>
                <a:gd name="connsiteX467" fmla="*/ 261846 w 2971531"/>
                <a:gd name="connsiteY467" fmla="*/ 433087 h 1138315"/>
                <a:gd name="connsiteX468" fmla="*/ 249271 w 2971531"/>
                <a:gd name="connsiteY468" fmla="*/ 432823 h 1138315"/>
                <a:gd name="connsiteX469" fmla="*/ 233322 w 2971531"/>
                <a:gd name="connsiteY469" fmla="*/ 431797 h 1138315"/>
                <a:gd name="connsiteX470" fmla="*/ 223395 w 2971531"/>
                <a:gd name="connsiteY470" fmla="*/ 426138 h 1138315"/>
                <a:gd name="connsiteX471" fmla="*/ 236234 w 2971531"/>
                <a:gd name="connsiteY471" fmla="*/ 422035 h 1138315"/>
                <a:gd name="connsiteX472" fmla="*/ 224685 w 2971531"/>
                <a:gd name="connsiteY472" fmla="*/ 417403 h 1138315"/>
                <a:gd name="connsiteX473" fmla="*/ 212342 w 2971531"/>
                <a:gd name="connsiteY473" fmla="*/ 419719 h 1138315"/>
                <a:gd name="connsiteX474" fmla="*/ 201819 w 2971531"/>
                <a:gd name="connsiteY474" fmla="*/ 419223 h 1138315"/>
                <a:gd name="connsiteX475" fmla="*/ 200628 w 2971531"/>
                <a:gd name="connsiteY475" fmla="*/ 418362 h 1138315"/>
                <a:gd name="connsiteX476" fmla="*/ 191793 w 2971531"/>
                <a:gd name="connsiteY476" fmla="*/ 424583 h 1138315"/>
                <a:gd name="connsiteX477" fmla="*/ 177399 w 2971531"/>
                <a:gd name="connsiteY477" fmla="*/ 431201 h 1138315"/>
                <a:gd name="connsiteX478" fmla="*/ 165585 w 2971531"/>
                <a:gd name="connsiteY478" fmla="*/ 441492 h 1138315"/>
                <a:gd name="connsiteX479" fmla="*/ 158967 w 2971531"/>
                <a:gd name="connsiteY479" fmla="*/ 446621 h 1138315"/>
                <a:gd name="connsiteX480" fmla="*/ 156386 w 2971531"/>
                <a:gd name="connsiteY480" fmla="*/ 455887 h 1138315"/>
                <a:gd name="connsiteX481" fmla="*/ 158967 w 2971531"/>
                <a:gd name="connsiteY481" fmla="*/ 465814 h 1138315"/>
                <a:gd name="connsiteX482" fmla="*/ 169754 w 2971531"/>
                <a:gd name="connsiteY482" fmla="*/ 471969 h 1138315"/>
                <a:gd name="connsiteX483" fmla="*/ 182097 w 2971531"/>
                <a:gd name="connsiteY483" fmla="*/ 484841 h 1138315"/>
                <a:gd name="connsiteX484" fmla="*/ 171310 w 2971531"/>
                <a:gd name="connsiteY484" fmla="*/ 497680 h 1138315"/>
                <a:gd name="connsiteX485" fmla="*/ 166148 w 2971531"/>
                <a:gd name="connsiteY485" fmla="*/ 507938 h 1138315"/>
                <a:gd name="connsiteX486" fmla="*/ 182693 w 2971531"/>
                <a:gd name="connsiteY486" fmla="*/ 534179 h 1138315"/>
                <a:gd name="connsiteX487" fmla="*/ 177068 w 2971531"/>
                <a:gd name="connsiteY487" fmla="*/ 544437 h 1138315"/>
                <a:gd name="connsiteX488" fmla="*/ 179615 w 2971531"/>
                <a:gd name="connsiteY488" fmla="*/ 557673 h 1138315"/>
                <a:gd name="connsiteX489" fmla="*/ 175512 w 2971531"/>
                <a:gd name="connsiteY489" fmla="*/ 562802 h 1138315"/>
                <a:gd name="connsiteX490" fmla="*/ 184248 w 2971531"/>
                <a:gd name="connsiteY490" fmla="*/ 568461 h 1138315"/>
                <a:gd name="connsiteX491" fmla="*/ 181667 w 2971531"/>
                <a:gd name="connsiteY491" fmla="*/ 577197 h 1138315"/>
                <a:gd name="connsiteX492" fmla="*/ 190933 w 2971531"/>
                <a:gd name="connsiteY492" fmla="*/ 586429 h 1138315"/>
                <a:gd name="connsiteX493" fmla="*/ 180145 w 2971531"/>
                <a:gd name="connsiteY493" fmla="*/ 596356 h 1138315"/>
                <a:gd name="connsiteX494" fmla="*/ 202250 w 2971531"/>
                <a:gd name="connsiteY494" fmla="*/ 613299 h 1138315"/>
                <a:gd name="connsiteX495" fmla="*/ 206882 w 2971531"/>
                <a:gd name="connsiteY495" fmla="*/ 627197 h 1138315"/>
                <a:gd name="connsiteX496" fmla="*/ 181171 w 2971531"/>
                <a:gd name="connsiteY496" fmla="*/ 651849 h 1138315"/>
                <a:gd name="connsiteX497" fmla="*/ 154434 w 2971531"/>
                <a:gd name="connsiteY497" fmla="*/ 673424 h 1138315"/>
                <a:gd name="connsiteX498" fmla="*/ 146161 w 2971531"/>
                <a:gd name="connsiteY498" fmla="*/ 683980 h 1138315"/>
                <a:gd name="connsiteX499" fmla="*/ 153408 w 2971531"/>
                <a:gd name="connsiteY499" fmla="*/ 681399 h 1138315"/>
                <a:gd name="connsiteX500" fmla="*/ 164460 w 2971531"/>
                <a:gd name="connsiteY500" fmla="*/ 692716 h 1138315"/>
                <a:gd name="connsiteX501" fmla="*/ 179615 w 2971531"/>
                <a:gd name="connsiteY501" fmla="*/ 696025 h 1138315"/>
                <a:gd name="connsiteX502" fmla="*/ 171409 w 2971531"/>
                <a:gd name="connsiteY502" fmla="*/ 698308 h 1138315"/>
                <a:gd name="connsiteX503" fmla="*/ 154864 w 2971531"/>
                <a:gd name="connsiteY503" fmla="*/ 703967 h 1138315"/>
                <a:gd name="connsiteX504" fmla="*/ 146327 w 2971531"/>
                <a:gd name="connsiteY504" fmla="*/ 710585 h 1138315"/>
                <a:gd name="connsiteX505" fmla="*/ 142786 w 2971531"/>
                <a:gd name="connsiteY505" fmla="*/ 722001 h 1138315"/>
                <a:gd name="connsiteX506" fmla="*/ 136995 w 2971531"/>
                <a:gd name="connsiteY506" fmla="*/ 730869 h 1138315"/>
                <a:gd name="connsiteX507" fmla="*/ 138153 w 2971531"/>
                <a:gd name="connsiteY507" fmla="*/ 740797 h 1138315"/>
                <a:gd name="connsiteX508" fmla="*/ 141992 w 2971531"/>
                <a:gd name="connsiteY508" fmla="*/ 750062 h 1138315"/>
                <a:gd name="connsiteX509" fmla="*/ 137392 w 2971531"/>
                <a:gd name="connsiteY509" fmla="*/ 755820 h 1138315"/>
                <a:gd name="connsiteX510" fmla="*/ 139708 w 2971531"/>
                <a:gd name="connsiteY510" fmla="*/ 765085 h 1138315"/>
                <a:gd name="connsiteX511" fmla="*/ 141628 w 2971531"/>
                <a:gd name="connsiteY511" fmla="*/ 774714 h 1138315"/>
                <a:gd name="connsiteX512" fmla="*/ 147021 w 2971531"/>
                <a:gd name="connsiteY512" fmla="*/ 784642 h 1138315"/>
                <a:gd name="connsiteX513" fmla="*/ 151654 w 2971531"/>
                <a:gd name="connsiteY513" fmla="*/ 796587 h 1138315"/>
                <a:gd name="connsiteX514" fmla="*/ 160920 w 2971531"/>
                <a:gd name="connsiteY514" fmla="*/ 799268 h 1138315"/>
                <a:gd name="connsiteX515" fmla="*/ 169755 w 2971531"/>
                <a:gd name="connsiteY515" fmla="*/ 803536 h 1138315"/>
                <a:gd name="connsiteX516" fmla="*/ 179020 w 2971531"/>
                <a:gd name="connsiteY516" fmla="*/ 803536 h 1138315"/>
                <a:gd name="connsiteX517" fmla="*/ 195201 w 2971531"/>
                <a:gd name="connsiteY517" fmla="*/ 808136 h 1138315"/>
                <a:gd name="connsiteX518" fmla="*/ 196757 w 2971531"/>
                <a:gd name="connsiteY518" fmla="*/ 820082 h 1138315"/>
                <a:gd name="connsiteX519" fmla="*/ 198676 w 2971531"/>
                <a:gd name="connsiteY519" fmla="*/ 832424 h 1138315"/>
                <a:gd name="connsiteX520" fmla="*/ 206750 w 2971531"/>
                <a:gd name="connsiteY520" fmla="*/ 843245 h 1138315"/>
                <a:gd name="connsiteX521" fmla="*/ 216677 w 2971531"/>
                <a:gd name="connsiteY521" fmla="*/ 852874 h 1138315"/>
                <a:gd name="connsiteX522" fmla="*/ 226307 w 2971531"/>
                <a:gd name="connsiteY522" fmla="*/ 861709 h 1138315"/>
                <a:gd name="connsiteX523" fmla="*/ 217438 w 2971531"/>
                <a:gd name="connsiteY523" fmla="*/ 869817 h 1138315"/>
                <a:gd name="connsiteX524" fmla="*/ 205095 w 2971531"/>
                <a:gd name="connsiteY524" fmla="*/ 867897 h 1138315"/>
                <a:gd name="connsiteX525" fmla="*/ 207776 w 2971531"/>
                <a:gd name="connsiteY525" fmla="*/ 884079 h 1138315"/>
                <a:gd name="connsiteX526" fmla="*/ 215122 w 2971531"/>
                <a:gd name="connsiteY526" fmla="*/ 893311 h 1138315"/>
                <a:gd name="connsiteX527" fmla="*/ 223229 w 2971531"/>
                <a:gd name="connsiteY527" fmla="*/ 889108 h 1138315"/>
                <a:gd name="connsiteX528" fmla="*/ 234778 w 2971531"/>
                <a:gd name="connsiteY528" fmla="*/ 888711 h 1138315"/>
                <a:gd name="connsiteX529" fmla="*/ 249040 w 2971531"/>
                <a:gd name="connsiteY529" fmla="*/ 890233 h 1138315"/>
                <a:gd name="connsiteX530" fmla="*/ 251356 w 2971531"/>
                <a:gd name="connsiteY530" fmla="*/ 903470 h 1138315"/>
                <a:gd name="connsiteX531" fmla="*/ 255228 w 2971531"/>
                <a:gd name="connsiteY531" fmla="*/ 913099 h 1138315"/>
                <a:gd name="connsiteX532" fmla="*/ 267934 w 2971531"/>
                <a:gd name="connsiteY532" fmla="*/ 916176 h 1138315"/>
                <a:gd name="connsiteX533" fmla="*/ 275644 w 2971531"/>
                <a:gd name="connsiteY533" fmla="*/ 929644 h 1138315"/>
                <a:gd name="connsiteX534" fmla="*/ 282262 w 2971531"/>
                <a:gd name="connsiteY534" fmla="*/ 933119 h 1138315"/>
                <a:gd name="connsiteX535" fmla="*/ 290734 w 2971531"/>
                <a:gd name="connsiteY535" fmla="*/ 936990 h 1138315"/>
                <a:gd name="connsiteX536" fmla="*/ 299602 w 2971531"/>
                <a:gd name="connsiteY536" fmla="*/ 936196 h 1138315"/>
                <a:gd name="connsiteX537" fmla="*/ 309231 w 2971531"/>
                <a:gd name="connsiteY537" fmla="*/ 935435 h 1138315"/>
                <a:gd name="connsiteX538" fmla="*/ 316941 w 2971531"/>
                <a:gd name="connsiteY538" fmla="*/ 944701 h 1138315"/>
                <a:gd name="connsiteX539" fmla="*/ 331203 w 2971531"/>
                <a:gd name="connsiteY539" fmla="*/ 947017 h 1138315"/>
                <a:gd name="connsiteX540" fmla="*/ 345863 w 2971531"/>
                <a:gd name="connsiteY540" fmla="*/ 950855 h 1138315"/>
                <a:gd name="connsiteX541" fmla="*/ 355790 w 2971531"/>
                <a:gd name="connsiteY541" fmla="*/ 957043 h 1138315"/>
                <a:gd name="connsiteX542" fmla="*/ 351058 w 2971531"/>
                <a:gd name="connsiteY542" fmla="*/ 965217 h 1138315"/>
                <a:gd name="connsiteX543" fmla="*/ 355293 w 2971531"/>
                <a:gd name="connsiteY543" fmla="*/ 970213 h 1138315"/>
                <a:gd name="connsiteX544" fmla="*/ 349139 w 2971531"/>
                <a:gd name="connsiteY544" fmla="*/ 974449 h 1138315"/>
                <a:gd name="connsiteX545" fmla="*/ 352977 w 2971531"/>
                <a:gd name="connsiteY545" fmla="*/ 981067 h 1138315"/>
                <a:gd name="connsiteX546" fmla="*/ 349900 w 2971531"/>
                <a:gd name="connsiteY546" fmla="*/ 991491 h 1138315"/>
                <a:gd name="connsiteX547" fmla="*/ 335637 w 2971531"/>
                <a:gd name="connsiteY547" fmla="*/ 991094 h 1138315"/>
                <a:gd name="connsiteX548" fmla="*/ 322170 w 2971531"/>
                <a:gd name="connsiteY548" fmla="*/ 1000359 h 1138315"/>
                <a:gd name="connsiteX549" fmla="*/ 321773 w 2971531"/>
                <a:gd name="connsiteY549" fmla="*/ 1008598 h 1138315"/>
                <a:gd name="connsiteX550" fmla="*/ 339509 w 2971531"/>
                <a:gd name="connsiteY550" fmla="*/ 1008201 h 1138315"/>
                <a:gd name="connsiteX551" fmla="*/ 317934 w 2971531"/>
                <a:gd name="connsiteY551" fmla="*/ 1020776 h 1138315"/>
                <a:gd name="connsiteX552" fmla="*/ 324552 w 2971531"/>
                <a:gd name="connsiteY552" fmla="*/ 1030537 h 1138315"/>
                <a:gd name="connsiteX553" fmla="*/ 314261 w 2971531"/>
                <a:gd name="connsiteY553" fmla="*/ 1040465 h 1138315"/>
                <a:gd name="connsiteX554" fmla="*/ 304731 w 2971531"/>
                <a:gd name="connsiteY554" fmla="*/ 1047943 h 1138315"/>
                <a:gd name="connsiteX555" fmla="*/ 300131 w 2971531"/>
                <a:gd name="connsiteY555" fmla="*/ 1052013 h 1138315"/>
                <a:gd name="connsiteX556" fmla="*/ 313732 w 2971531"/>
                <a:gd name="connsiteY556" fmla="*/ 1063066 h 1138315"/>
                <a:gd name="connsiteX557" fmla="*/ 346127 w 2971531"/>
                <a:gd name="connsiteY557" fmla="*/ 1086461 h 1138315"/>
                <a:gd name="connsiteX558" fmla="*/ 350661 w 2971531"/>
                <a:gd name="connsiteY558" fmla="*/ 1090001 h 1138315"/>
                <a:gd name="connsiteX559" fmla="*/ 357279 w 2971531"/>
                <a:gd name="connsiteY559" fmla="*/ 1086990 h 1138315"/>
                <a:gd name="connsiteX560" fmla="*/ 378093 w 2971531"/>
                <a:gd name="connsiteY560" fmla="*/ 1093145 h 1138315"/>
                <a:gd name="connsiteX561" fmla="*/ 405061 w 2971531"/>
                <a:gd name="connsiteY561" fmla="*/ 1095461 h 1138315"/>
                <a:gd name="connsiteX562" fmla="*/ 415882 w 2971531"/>
                <a:gd name="connsiteY562" fmla="*/ 1102410 h 1138315"/>
                <a:gd name="connsiteX563" fmla="*/ 426670 w 2971531"/>
                <a:gd name="connsiteY563" fmla="*/ 1107771 h 1138315"/>
                <a:gd name="connsiteX564" fmla="*/ 444373 w 2971531"/>
                <a:gd name="connsiteY564" fmla="*/ 1105488 h 1138315"/>
                <a:gd name="connsiteX565" fmla="*/ 450561 w 2971531"/>
                <a:gd name="connsiteY565" fmla="*/ 1107771 h 1138315"/>
                <a:gd name="connsiteX566" fmla="*/ 455955 w 2971531"/>
                <a:gd name="connsiteY566" fmla="*/ 1118591 h 1138315"/>
                <a:gd name="connsiteX567" fmla="*/ 472136 w 2971531"/>
                <a:gd name="connsiteY567" fmla="*/ 1126302 h 1138315"/>
                <a:gd name="connsiteX568" fmla="*/ 485372 w 2971531"/>
                <a:gd name="connsiteY568" fmla="*/ 1135534 h 1138315"/>
                <a:gd name="connsiteX569" fmla="*/ 493083 w 2971531"/>
                <a:gd name="connsiteY569" fmla="*/ 1135534 h 1138315"/>
                <a:gd name="connsiteX570" fmla="*/ 504300 w 2971531"/>
                <a:gd name="connsiteY570" fmla="*/ 1127327 h 1138315"/>
                <a:gd name="connsiteX571" fmla="*/ 484446 w 2971531"/>
                <a:gd name="connsiteY571" fmla="*/ 1096983 h 1138315"/>
                <a:gd name="connsiteX572" fmla="*/ 477828 w 2971531"/>
                <a:gd name="connsiteY572" fmla="*/ 1073357 h 1138315"/>
                <a:gd name="connsiteX573" fmla="*/ 486597 w 2971531"/>
                <a:gd name="connsiteY573" fmla="*/ 1048175 h 1138315"/>
                <a:gd name="connsiteX574" fmla="*/ 517404 w 2971531"/>
                <a:gd name="connsiteY574" fmla="*/ 1029412 h 1138315"/>
                <a:gd name="connsiteX575" fmla="*/ 511779 w 2971531"/>
                <a:gd name="connsiteY575" fmla="*/ 1026103 h 1138315"/>
                <a:gd name="connsiteX576" fmla="*/ 507907 w 2971531"/>
                <a:gd name="connsiteY576" fmla="*/ 1018393 h 1138315"/>
                <a:gd name="connsiteX577" fmla="*/ 505590 w 2971531"/>
                <a:gd name="connsiteY577" fmla="*/ 1007606 h 1138315"/>
                <a:gd name="connsiteX578" fmla="*/ 494803 w 2971531"/>
                <a:gd name="connsiteY578" fmla="*/ 995263 h 1138315"/>
                <a:gd name="connsiteX579" fmla="*/ 482460 w 2971531"/>
                <a:gd name="connsiteY579" fmla="*/ 996057 h 1138315"/>
                <a:gd name="connsiteX580" fmla="*/ 479383 w 2971531"/>
                <a:gd name="connsiteY580" fmla="*/ 986792 h 1138315"/>
                <a:gd name="connsiteX581" fmla="*/ 469456 w 2971531"/>
                <a:gd name="connsiteY581" fmla="*/ 979843 h 1138315"/>
                <a:gd name="connsiteX582" fmla="*/ 473327 w 2971531"/>
                <a:gd name="connsiteY582" fmla="*/ 969055 h 1138315"/>
                <a:gd name="connsiteX583" fmla="*/ 479482 w 2971531"/>
                <a:gd name="connsiteY583" fmla="*/ 963661 h 1138315"/>
                <a:gd name="connsiteX584" fmla="*/ 474089 w 2971531"/>
                <a:gd name="connsiteY584" fmla="*/ 955190 h 1138315"/>
                <a:gd name="connsiteX585" fmla="*/ 483321 w 2971531"/>
                <a:gd name="connsiteY585" fmla="*/ 944403 h 1138315"/>
                <a:gd name="connsiteX586" fmla="*/ 493248 w 2971531"/>
                <a:gd name="connsiteY586" fmla="*/ 938215 h 1138315"/>
                <a:gd name="connsiteX587" fmla="*/ 507146 w 2971531"/>
                <a:gd name="connsiteY587" fmla="*/ 949796 h 1138315"/>
                <a:gd name="connsiteX588" fmla="*/ 508668 w 2971531"/>
                <a:gd name="connsiteY588" fmla="*/ 939009 h 1138315"/>
                <a:gd name="connsiteX589" fmla="*/ 513301 w 2971531"/>
                <a:gd name="connsiteY589" fmla="*/ 929744 h 1138315"/>
                <a:gd name="connsiteX590" fmla="*/ 522566 w 2971531"/>
                <a:gd name="connsiteY590" fmla="*/ 921272 h 1138315"/>
                <a:gd name="connsiteX591" fmla="*/ 541064 w 2971531"/>
                <a:gd name="connsiteY591" fmla="*/ 912801 h 1138315"/>
                <a:gd name="connsiteX592" fmla="*/ 554300 w 2971531"/>
                <a:gd name="connsiteY592" fmla="*/ 908930 h 1138315"/>
                <a:gd name="connsiteX593" fmla="*/ 563565 w 2971531"/>
                <a:gd name="connsiteY593" fmla="*/ 908930 h 1138315"/>
                <a:gd name="connsiteX594" fmla="*/ 575875 w 2971531"/>
                <a:gd name="connsiteY594" fmla="*/ 908930 h 1138315"/>
                <a:gd name="connsiteX595" fmla="*/ 595928 w 2971531"/>
                <a:gd name="connsiteY595" fmla="*/ 915118 h 1138315"/>
                <a:gd name="connsiteX596" fmla="*/ 610587 w 2971531"/>
                <a:gd name="connsiteY596" fmla="*/ 927427 h 1138315"/>
                <a:gd name="connsiteX597" fmla="*/ 615186 w 2971531"/>
                <a:gd name="connsiteY597" fmla="*/ 929744 h 1138315"/>
                <a:gd name="connsiteX598" fmla="*/ 625114 w 2971531"/>
                <a:gd name="connsiteY598" fmla="*/ 929744 h 1138315"/>
                <a:gd name="connsiteX599" fmla="*/ 641328 w 2971531"/>
                <a:gd name="connsiteY599" fmla="*/ 928221 h 1138315"/>
                <a:gd name="connsiteX600" fmla="*/ 658270 w 2971531"/>
                <a:gd name="connsiteY600" fmla="*/ 922828 h 1138315"/>
                <a:gd name="connsiteX601" fmla="*/ 668198 w 2971531"/>
                <a:gd name="connsiteY601" fmla="*/ 923589 h 1138315"/>
                <a:gd name="connsiteX602" fmla="*/ 685173 w 2971531"/>
                <a:gd name="connsiteY602" fmla="*/ 924350 h 1138315"/>
                <a:gd name="connsiteX603" fmla="*/ 696722 w 2971531"/>
                <a:gd name="connsiteY603" fmla="*/ 929744 h 1138315"/>
                <a:gd name="connsiteX604" fmla="*/ 705193 w 2971531"/>
                <a:gd name="connsiteY604" fmla="*/ 935137 h 1138315"/>
                <a:gd name="connsiteX605" fmla="*/ 711381 w 2971531"/>
                <a:gd name="connsiteY605" fmla="*/ 926666 h 1138315"/>
                <a:gd name="connsiteX606" fmla="*/ 724617 w 2971531"/>
                <a:gd name="connsiteY606" fmla="*/ 932060 h 1138315"/>
                <a:gd name="connsiteX607" fmla="*/ 735438 w 2971531"/>
                <a:gd name="connsiteY607" fmla="*/ 925905 h 1138315"/>
                <a:gd name="connsiteX608" fmla="*/ 730805 w 2971531"/>
                <a:gd name="connsiteY608" fmla="*/ 913562 h 1138315"/>
                <a:gd name="connsiteX609" fmla="*/ 718462 w 2971531"/>
                <a:gd name="connsiteY609" fmla="*/ 909724 h 1138315"/>
                <a:gd name="connsiteX610" fmla="*/ 713830 w 2971531"/>
                <a:gd name="connsiteY610" fmla="*/ 900458 h 1138315"/>
                <a:gd name="connsiteX611" fmla="*/ 724617 w 2971531"/>
                <a:gd name="connsiteY611" fmla="*/ 891193 h 1138315"/>
                <a:gd name="connsiteX612" fmla="*/ 727727 w 2971531"/>
                <a:gd name="connsiteY612" fmla="*/ 878883 h 1138315"/>
                <a:gd name="connsiteX613" fmla="*/ 746225 w 2971531"/>
                <a:gd name="connsiteY613" fmla="*/ 875806 h 1138315"/>
                <a:gd name="connsiteX614" fmla="*/ 730805 w 2971531"/>
                <a:gd name="connsiteY614" fmla="*/ 868096 h 1138315"/>
                <a:gd name="connsiteX615" fmla="*/ 730044 w 2971531"/>
                <a:gd name="connsiteY615" fmla="*/ 853437 h 1138315"/>
                <a:gd name="connsiteX616" fmla="*/ 744703 w 2971531"/>
                <a:gd name="connsiteY616" fmla="*/ 852676 h 1138315"/>
                <a:gd name="connsiteX617" fmla="*/ 765517 w 2971531"/>
                <a:gd name="connsiteY617" fmla="*/ 850359 h 1138315"/>
                <a:gd name="connsiteX618" fmla="*/ 791725 w 2971531"/>
                <a:gd name="connsiteY618" fmla="*/ 844966 h 1138315"/>
                <a:gd name="connsiteX619" fmla="*/ 809461 w 2971531"/>
                <a:gd name="connsiteY619" fmla="*/ 839572 h 1138315"/>
                <a:gd name="connsiteX620" fmla="*/ 834114 w 2971531"/>
                <a:gd name="connsiteY620" fmla="*/ 834939 h 1138315"/>
                <a:gd name="connsiteX621" fmla="*/ 859560 w 2971531"/>
                <a:gd name="connsiteY621" fmla="*/ 826468 h 1138315"/>
                <a:gd name="connsiteX622" fmla="*/ 881135 w 2971531"/>
                <a:gd name="connsiteY622" fmla="*/ 821438 h 1138315"/>
                <a:gd name="connsiteX623" fmla="*/ 894636 w 2971531"/>
                <a:gd name="connsiteY623" fmla="*/ 823357 h 1138315"/>
                <a:gd name="connsiteX624" fmla="*/ 905821 w 2971531"/>
                <a:gd name="connsiteY624" fmla="*/ 830307 h 1138315"/>
                <a:gd name="connsiteX625" fmla="*/ 908898 w 2971531"/>
                <a:gd name="connsiteY625" fmla="*/ 842649 h 1138315"/>
                <a:gd name="connsiteX626" fmla="*/ 906979 w 2971531"/>
                <a:gd name="connsiteY626" fmla="*/ 849962 h 1138315"/>
                <a:gd name="connsiteX627" fmla="*/ 922763 w 2971531"/>
                <a:gd name="connsiteY627" fmla="*/ 847282 h 1138315"/>
                <a:gd name="connsiteX628" fmla="*/ 929381 w 2971531"/>
                <a:gd name="connsiteY628" fmla="*/ 851518 h 1138315"/>
                <a:gd name="connsiteX629" fmla="*/ 934411 w 2971531"/>
                <a:gd name="connsiteY629" fmla="*/ 852676 h 1138315"/>
                <a:gd name="connsiteX630" fmla="*/ 942485 w 2971531"/>
                <a:gd name="connsiteY630" fmla="*/ 853834 h 1138315"/>
                <a:gd name="connsiteX631" fmla="*/ 951751 w 2971531"/>
                <a:gd name="connsiteY631" fmla="*/ 854992 h 1138315"/>
                <a:gd name="connsiteX632" fmla="*/ 945596 w 2971531"/>
                <a:gd name="connsiteY632" fmla="*/ 866144 h 1138315"/>
                <a:gd name="connsiteX633" fmla="*/ 958832 w 2971531"/>
                <a:gd name="connsiteY633" fmla="*/ 863066 h 1138315"/>
                <a:gd name="connsiteX634" fmla="*/ 977727 w 2971531"/>
                <a:gd name="connsiteY634" fmla="*/ 855356 h 1138315"/>
                <a:gd name="connsiteX635" fmla="*/ 993511 w 2971531"/>
                <a:gd name="connsiteY635" fmla="*/ 846488 h 1138315"/>
                <a:gd name="connsiteX636" fmla="*/ 1005093 w 2971531"/>
                <a:gd name="connsiteY636" fmla="*/ 847646 h 1138315"/>
                <a:gd name="connsiteX637" fmla="*/ 1010089 w 2971531"/>
                <a:gd name="connsiteY637" fmla="*/ 860882 h 1138315"/>
                <a:gd name="connsiteX638" fmla="*/ 1042088 w 2971531"/>
                <a:gd name="connsiteY638" fmla="*/ 898672 h 1138315"/>
                <a:gd name="connsiteX639" fmla="*/ 1060189 w 2971531"/>
                <a:gd name="connsiteY639" fmla="*/ 929876 h 1138315"/>
                <a:gd name="connsiteX640" fmla="*/ 1070116 w 2971531"/>
                <a:gd name="connsiteY640" fmla="*/ 918725 h 1138315"/>
                <a:gd name="connsiteX641" fmla="*/ 1083616 w 2971531"/>
                <a:gd name="connsiteY641" fmla="*/ 928354 h 1138315"/>
                <a:gd name="connsiteX642" fmla="*/ 1100592 w 2971531"/>
                <a:gd name="connsiteY642" fmla="*/ 931034 h 1138315"/>
                <a:gd name="connsiteX643" fmla="*/ 1117931 w 2971531"/>
                <a:gd name="connsiteY643" fmla="*/ 926037 h 1138315"/>
                <a:gd name="connsiteX644" fmla="*/ 1129116 w 2971531"/>
                <a:gd name="connsiteY644" fmla="*/ 935270 h 1138315"/>
                <a:gd name="connsiteX645" fmla="*/ 1139904 w 2971531"/>
                <a:gd name="connsiteY645" fmla="*/ 944138 h 1138315"/>
                <a:gd name="connsiteX646" fmla="*/ 1143643 w 2971531"/>
                <a:gd name="connsiteY646" fmla="*/ 950756 h 1138315"/>
                <a:gd name="connsiteX647" fmla="*/ 1152346 w 2971531"/>
                <a:gd name="connsiteY647" fmla="*/ 957970 h 1138315"/>
                <a:gd name="connsiteX648" fmla="*/ 1166243 w 2971531"/>
                <a:gd name="connsiteY648" fmla="*/ 955389 h 1138315"/>
                <a:gd name="connsiteX649" fmla="*/ 1172398 w 2971531"/>
                <a:gd name="connsiteY649" fmla="*/ 955918 h 1138315"/>
                <a:gd name="connsiteX650" fmla="*/ 1180638 w 2971531"/>
                <a:gd name="connsiteY650" fmla="*/ 965151 h 1138315"/>
                <a:gd name="connsiteX651" fmla="*/ 1190565 w 2971531"/>
                <a:gd name="connsiteY651" fmla="*/ 965151 h 1138315"/>
                <a:gd name="connsiteX652" fmla="*/ 1202379 w 2971531"/>
                <a:gd name="connsiteY652" fmla="*/ 960518 h 1138315"/>
                <a:gd name="connsiteX653" fmla="*/ 1218328 w 2971531"/>
                <a:gd name="connsiteY653" fmla="*/ 953337 h 1138315"/>
                <a:gd name="connsiteX654" fmla="*/ 1231564 w 2971531"/>
                <a:gd name="connsiteY654" fmla="*/ 945627 h 1138315"/>
                <a:gd name="connsiteX655" fmla="*/ 1242848 w 2971531"/>
                <a:gd name="connsiteY655" fmla="*/ 937917 h 1138315"/>
                <a:gd name="connsiteX656" fmla="*/ 1254694 w 2971531"/>
                <a:gd name="connsiteY656" fmla="*/ 932788 h 1138315"/>
                <a:gd name="connsiteX657" fmla="*/ 1267004 w 2971531"/>
                <a:gd name="connsiteY657" fmla="*/ 930703 h 1138315"/>
                <a:gd name="connsiteX658" fmla="*/ 1291160 w 2971531"/>
                <a:gd name="connsiteY658" fmla="*/ 934840 h 1138315"/>
                <a:gd name="connsiteX659" fmla="*/ 1296819 w 2971531"/>
                <a:gd name="connsiteY659" fmla="*/ 944601 h 1138315"/>
                <a:gd name="connsiteX660" fmla="*/ 1311213 w 2971531"/>
                <a:gd name="connsiteY660" fmla="*/ 950260 h 1138315"/>
                <a:gd name="connsiteX661" fmla="*/ 1325078 w 2971531"/>
                <a:gd name="connsiteY661" fmla="*/ 949201 h 1138315"/>
                <a:gd name="connsiteX662" fmla="*/ 1337421 w 2971531"/>
                <a:gd name="connsiteY662" fmla="*/ 952808 h 1138315"/>
                <a:gd name="connsiteX663" fmla="*/ 1351816 w 2971531"/>
                <a:gd name="connsiteY663" fmla="*/ 945627 h 1138315"/>
                <a:gd name="connsiteX664" fmla="*/ 1352312 w 2971531"/>
                <a:gd name="connsiteY664" fmla="*/ 935336 h 1138315"/>
                <a:gd name="connsiteX665" fmla="*/ 1346157 w 2971531"/>
                <a:gd name="connsiteY665" fmla="*/ 920942 h 1138315"/>
                <a:gd name="connsiteX666" fmla="*/ 1353371 w 2971531"/>
                <a:gd name="connsiteY666" fmla="*/ 912239 h 1138315"/>
                <a:gd name="connsiteX667" fmla="*/ 1362603 w 2971531"/>
                <a:gd name="connsiteY667" fmla="*/ 906051 h 1138315"/>
                <a:gd name="connsiteX668" fmla="*/ 1368791 w 2971531"/>
                <a:gd name="connsiteY668" fmla="*/ 900392 h 1138315"/>
                <a:gd name="connsiteX669" fmla="*/ 1381630 w 2971531"/>
                <a:gd name="connsiteY669" fmla="*/ 905554 h 1138315"/>
                <a:gd name="connsiteX670" fmla="*/ 1392418 w 2971531"/>
                <a:gd name="connsiteY670" fmla="*/ 908102 h 1138315"/>
                <a:gd name="connsiteX671" fmla="*/ 1405257 w 2971531"/>
                <a:gd name="connsiteY671" fmla="*/ 913264 h 1138315"/>
                <a:gd name="connsiteX672" fmla="*/ 1422232 w 2971531"/>
                <a:gd name="connsiteY672" fmla="*/ 918394 h 1138315"/>
                <a:gd name="connsiteX673" fmla="*/ 1424284 w 2971531"/>
                <a:gd name="connsiteY673" fmla="*/ 933317 h 1138315"/>
                <a:gd name="connsiteX674" fmla="*/ 1435071 w 2971531"/>
                <a:gd name="connsiteY674" fmla="*/ 941524 h 1138315"/>
                <a:gd name="connsiteX675" fmla="*/ 1450525 w 2971531"/>
                <a:gd name="connsiteY675" fmla="*/ 946123 h 1138315"/>
                <a:gd name="connsiteX676" fmla="*/ 1462834 w 2971531"/>
                <a:gd name="connsiteY676" fmla="*/ 939969 h 1138315"/>
                <a:gd name="connsiteX677" fmla="*/ 1478784 w 2971531"/>
                <a:gd name="connsiteY677" fmla="*/ 937917 h 1138315"/>
                <a:gd name="connsiteX678" fmla="*/ 1494700 w 2971531"/>
                <a:gd name="connsiteY678" fmla="*/ 941524 h 1138315"/>
                <a:gd name="connsiteX679" fmla="*/ 1507937 w 2971531"/>
                <a:gd name="connsiteY679" fmla="*/ 945131 h 1138315"/>
                <a:gd name="connsiteX680" fmla="*/ 1522331 w 2971531"/>
                <a:gd name="connsiteY680" fmla="*/ 951749 h 1138315"/>
                <a:gd name="connsiteX681" fmla="*/ 1531563 w 2971531"/>
                <a:gd name="connsiteY681" fmla="*/ 961477 h 1138315"/>
                <a:gd name="connsiteX682" fmla="*/ 1553668 w 2971531"/>
                <a:gd name="connsiteY682" fmla="*/ 965614 h 1138315"/>
                <a:gd name="connsiteX683" fmla="*/ 1576831 w 2971531"/>
                <a:gd name="connsiteY683" fmla="*/ 965614 h 1138315"/>
                <a:gd name="connsiteX684" fmla="*/ 1599432 w 2971531"/>
                <a:gd name="connsiteY684" fmla="*/ 959955 h 1138315"/>
                <a:gd name="connsiteX685" fmla="*/ 1613330 w 2971531"/>
                <a:gd name="connsiteY685" fmla="*/ 954826 h 1138315"/>
                <a:gd name="connsiteX686" fmla="*/ 1627195 w 2971531"/>
                <a:gd name="connsiteY686" fmla="*/ 945561 h 1138315"/>
                <a:gd name="connsiteX687" fmla="*/ 1648803 w 2971531"/>
                <a:gd name="connsiteY687" fmla="*/ 946587 h 1138315"/>
                <a:gd name="connsiteX688" fmla="*/ 1663694 w 2971531"/>
                <a:gd name="connsiteY688" fmla="*/ 949664 h 1138315"/>
                <a:gd name="connsiteX689" fmla="*/ 1680239 w 2971531"/>
                <a:gd name="connsiteY689" fmla="*/ 953800 h 1138315"/>
                <a:gd name="connsiteX690" fmla="*/ 1697215 w 2971531"/>
                <a:gd name="connsiteY690" fmla="*/ 958400 h 1138315"/>
                <a:gd name="connsiteX691" fmla="*/ 1713760 w 2971531"/>
                <a:gd name="connsiteY691" fmla="*/ 949664 h 1138315"/>
                <a:gd name="connsiteX692" fmla="*/ 1721470 w 2971531"/>
                <a:gd name="connsiteY692" fmla="*/ 941954 h 1138315"/>
                <a:gd name="connsiteX693" fmla="*/ 1729676 w 2971531"/>
                <a:gd name="connsiteY693" fmla="*/ 923986 h 1138315"/>
                <a:gd name="connsiteX694" fmla="*/ 1740464 w 2971531"/>
                <a:gd name="connsiteY694" fmla="*/ 907441 h 1138315"/>
                <a:gd name="connsiteX695" fmla="*/ 1748174 w 2971531"/>
                <a:gd name="connsiteY695" fmla="*/ 898705 h 1138315"/>
                <a:gd name="connsiteX696" fmla="*/ 1743045 w 2971531"/>
                <a:gd name="connsiteY696" fmla="*/ 886362 h 1138315"/>
                <a:gd name="connsiteX697" fmla="*/ 1741523 w 2971531"/>
                <a:gd name="connsiteY697" fmla="*/ 877097 h 1138315"/>
                <a:gd name="connsiteX698" fmla="*/ 1763627 w 2971531"/>
                <a:gd name="connsiteY698" fmla="*/ 869916 h 1138315"/>
                <a:gd name="connsiteX699" fmla="*/ 1789306 w 2971531"/>
                <a:gd name="connsiteY699" fmla="*/ 867864 h 1138315"/>
                <a:gd name="connsiteX700" fmla="*/ 1808829 w 2971531"/>
                <a:gd name="connsiteY700" fmla="*/ 870942 h 1138315"/>
                <a:gd name="connsiteX701" fmla="*/ 1829908 w 2971531"/>
                <a:gd name="connsiteY701" fmla="*/ 877097 h 1138315"/>
                <a:gd name="connsiteX702" fmla="*/ 1841225 w 2971531"/>
                <a:gd name="connsiteY702" fmla="*/ 889969 h 1138315"/>
                <a:gd name="connsiteX703" fmla="*/ 1849431 w 2971531"/>
                <a:gd name="connsiteY703" fmla="*/ 905885 h 1138315"/>
                <a:gd name="connsiteX704" fmla="*/ 1859722 w 2971531"/>
                <a:gd name="connsiteY704" fmla="*/ 926435 h 1138315"/>
                <a:gd name="connsiteX705" fmla="*/ 1868458 w 2971531"/>
                <a:gd name="connsiteY705" fmla="*/ 947513 h 1138315"/>
                <a:gd name="connsiteX706" fmla="*/ 1875076 w 2971531"/>
                <a:gd name="connsiteY706" fmla="*/ 957275 h 1138315"/>
                <a:gd name="connsiteX707" fmla="*/ 1892052 w 2971531"/>
                <a:gd name="connsiteY707" fmla="*/ 963463 h 1138315"/>
                <a:gd name="connsiteX708" fmla="*/ 1909523 w 2971531"/>
                <a:gd name="connsiteY708" fmla="*/ 971140 h 1138315"/>
                <a:gd name="connsiteX709" fmla="*/ 1921866 w 2971531"/>
                <a:gd name="connsiteY709" fmla="*/ 979413 h 1138315"/>
                <a:gd name="connsiteX710" fmla="*/ 1925473 w 2971531"/>
                <a:gd name="connsiteY710" fmla="*/ 994270 h 1138315"/>
                <a:gd name="connsiteX711" fmla="*/ 1942449 w 2971531"/>
                <a:gd name="connsiteY711" fmla="*/ 1000888 h 1138315"/>
                <a:gd name="connsiteX712" fmla="*/ 1957836 w 2971531"/>
                <a:gd name="connsiteY712" fmla="*/ 997248 h 1138315"/>
                <a:gd name="connsiteX713" fmla="*/ 1974811 w 2971531"/>
                <a:gd name="connsiteY713" fmla="*/ 991094 h 1138315"/>
                <a:gd name="connsiteX714" fmla="*/ 1988709 w 2971531"/>
                <a:gd name="connsiteY714" fmla="*/ 994700 h 1138315"/>
                <a:gd name="connsiteX715" fmla="*/ 1989206 w 2971531"/>
                <a:gd name="connsiteY715" fmla="*/ 1009095 h 1138315"/>
                <a:gd name="connsiteX716" fmla="*/ 1979940 w 2971531"/>
                <a:gd name="connsiteY716" fmla="*/ 1031199 h 1138315"/>
                <a:gd name="connsiteX717" fmla="*/ 1969682 w 2971531"/>
                <a:gd name="connsiteY717" fmla="*/ 1044435 h 1138315"/>
                <a:gd name="connsiteX718" fmla="*/ 1961443 w 2971531"/>
                <a:gd name="connsiteY718" fmla="*/ 1055752 h 1138315"/>
                <a:gd name="connsiteX719" fmla="*/ 1946022 w 2971531"/>
                <a:gd name="connsiteY719" fmla="*/ 1055752 h 1138315"/>
                <a:gd name="connsiteX720" fmla="*/ 1931661 w 2971531"/>
                <a:gd name="connsiteY720" fmla="*/ 1062371 h 1138315"/>
                <a:gd name="connsiteX721" fmla="*/ 1929047 w 2971531"/>
                <a:gd name="connsiteY721" fmla="*/ 1074713 h 1138315"/>
                <a:gd name="connsiteX722" fmla="*/ 1930106 w 2971531"/>
                <a:gd name="connsiteY722" fmla="*/ 1089108 h 1138315"/>
                <a:gd name="connsiteX723" fmla="*/ 1931330 w 2971531"/>
                <a:gd name="connsiteY723" fmla="*/ 1105653 h 1138315"/>
                <a:gd name="connsiteX724" fmla="*/ 1945791 w 2971531"/>
                <a:gd name="connsiteY724" fmla="*/ 1097744 h 1138315"/>
                <a:gd name="connsiteX725" fmla="*/ 1965645 w 2971531"/>
                <a:gd name="connsiteY725" fmla="*/ 1109061 h 1138315"/>
                <a:gd name="connsiteX726" fmla="*/ 2005751 w 2971531"/>
                <a:gd name="connsiteY726" fmla="*/ 1083879 h 1138315"/>
                <a:gd name="connsiteX727" fmla="*/ 2034010 w 2971531"/>
                <a:gd name="connsiteY727" fmla="*/ 1052543 h 1138315"/>
                <a:gd name="connsiteX728" fmla="*/ 2059457 w 2971531"/>
                <a:gd name="connsiteY728" fmla="*/ 1018360 h 1138315"/>
                <a:gd name="connsiteX729" fmla="*/ 2077954 w 2971531"/>
                <a:gd name="connsiteY729" fmla="*/ 993708 h 1138315"/>
                <a:gd name="connsiteX730" fmla="*/ 2088742 w 2971531"/>
                <a:gd name="connsiteY730" fmla="*/ 975971 h 1138315"/>
                <a:gd name="connsiteX731" fmla="*/ 2096220 w 2971531"/>
                <a:gd name="connsiteY731" fmla="*/ 930207 h 1138315"/>
                <a:gd name="connsiteX732" fmla="*/ 2099530 w 2971531"/>
                <a:gd name="connsiteY732" fmla="*/ 919453 h 1138315"/>
                <a:gd name="connsiteX733" fmla="*/ 2105949 w 2971531"/>
                <a:gd name="connsiteY733" fmla="*/ 907110 h 1138315"/>
                <a:gd name="connsiteX734" fmla="*/ 2108795 w 2971531"/>
                <a:gd name="connsiteY734" fmla="*/ 895528 h 1138315"/>
                <a:gd name="connsiteX735" fmla="*/ 2107769 w 2971531"/>
                <a:gd name="connsiteY735" fmla="*/ 882292 h 1138315"/>
                <a:gd name="connsiteX736" fmla="*/ 2109821 w 2971531"/>
                <a:gd name="connsiteY736" fmla="*/ 877163 h 1138315"/>
                <a:gd name="connsiteX737" fmla="*/ 2103401 w 2971531"/>
                <a:gd name="connsiteY737" fmla="*/ 868692 h 1138315"/>
                <a:gd name="connsiteX738" fmla="*/ 2092845 w 2971531"/>
                <a:gd name="connsiteY738" fmla="*/ 859956 h 1138315"/>
                <a:gd name="connsiteX739" fmla="*/ 2079245 w 2971531"/>
                <a:gd name="connsiteY739" fmla="*/ 849664 h 1138315"/>
                <a:gd name="connsiteX740" fmla="*/ 2064321 w 2971531"/>
                <a:gd name="connsiteY740" fmla="*/ 850194 h 1138315"/>
                <a:gd name="connsiteX741" fmla="*/ 2061012 w 2971531"/>
                <a:gd name="connsiteY741" fmla="*/ 856084 h 1138315"/>
                <a:gd name="connsiteX742" fmla="*/ 2053534 w 2971531"/>
                <a:gd name="connsiteY742" fmla="*/ 862702 h 1138315"/>
                <a:gd name="connsiteX743" fmla="*/ 2043606 w 2971531"/>
                <a:gd name="connsiteY743" fmla="*/ 863463 h 1138315"/>
                <a:gd name="connsiteX744" fmla="*/ 2042845 w 2971531"/>
                <a:gd name="connsiteY744" fmla="*/ 853205 h 1138315"/>
                <a:gd name="connsiteX745" fmla="*/ 2042316 w 2971531"/>
                <a:gd name="connsiteY745" fmla="*/ 846256 h 1138315"/>
                <a:gd name="connsiteX746" fmla="*/ 2031528 w 2971531"/>
                <a:gd name="connsiteY746" fmla="*/ 858599 h 1138315"/>
                <a:gd name="connsiteX747" fmla="*/ 2029477 w 2971531"/>
                <a:gd name="connsiteY747" fmla="*/ 840862 h 1138315"/>
                <a:gd name="connsiteX748" fmla="*/ 2009622 w 2971531"/>
                <a:gd name="connsiteY748" fmla="*/ 840366 h 1138315"/>
                <a:gd name="connsiteX749" fmla="*/ 2010383 w 2971531"/>
                <a:gd name="connsiteY749" fmla="*/ 827494 h 1138315"/>
                <a:gd name="connsiteX750" fmla="*/ 2021965 w 2971531"/>
                <a:gd name="connsiteY750" fmla="*/ 816706 h 1138315"/>
                <a:gd name="connsiteX751" fmla="*/ 2044301 w 2971531"/>
                <a:gd name="connsiteY751" fmla="*/ 803470 h 1138315"/>
                <a:gd name="connsiteX752" fmla="*/ 2053831 w 2971531"/>
                <a:gd name="connsiteY752" fmla="*/ 790896 h 1138315"/>
                <a:gd name="connsiteX753" fmla="*/ 2078749 w 2971531"/>
                <a:gd name="connsiteY753" fmla="*/ 772133 h 1138315"/>
                <a:gd name="connsiteX754" fmla="*/ 2097776 w 2971531"/>
                <a:gd name="connsiteY754" fmla="*/ 752610 h 1138315"/>
                <a:gd name="connsiteX755" fmla="*/ 2117035 w 2971531"/>
                <a:gd name="connsiteY755" fmla="*/ 736429 h 1138315"/>
                <a:gd name="connsiteX756" fmla="*/ 2149662 w 2971531"/>
                <a:gd name="connsiteY756" fmla="*/ 719453 h 1138315"/>
                <a:gd name="connsiteX757" fmla="*/ 2187451 w 2971531"/>
                <a:gd name="connsiteY757" fmla="*/ 724086 h 1138315"/>
                <a:gd name="connsiteX758" fmla="*/ 2194907 w 2971531"/>
                <a:gd name="connsiteY758" fmla="*/ 725460 h 1138315"/>
                <a:gd name="connsiteX759" fmla="*/ 2196452 w 2971531"/>
                <a:gd name="connsiteY759" fmla="*/ 723821 h 1138315"/>
                <a:gd name="connsiteX760" fmla="*/ 2212633 w 2971531"/>
                <a:gd name="connsiteY760" fmla="*/ 723556 h 1138315"/>
                <a:gd name="connsiteX761" fmla="*/ 2229178 w 2971531"/>
                <a:gd name="connsiteY761" fmla="*/ 721240 h 1138315"/>
                <a:gd name="connsiteX762" fmla="*/ 2243573 w 2971531"/>
                <a:gd name="connsiteY762" fmla="*/ 717137 h 1138315"/>
                <a:gd name="connsiteX763" fmla="*/ 2267994 w 2971531"/>
                <a:gd name="connsiteY763" fmla="*/ 714324 h 1138315"/>
                <a:gd name="connsiteX764" fmla="*/ 2281230 w 2971531"/>
                <a:gd name="connsiteY764" fmla="*/ 716872 h 1138315"/>
                <a:gd name="connsiteX765" fmla="*/ 2293308 w 2971531"/>
                <a:gd name="connsiteY765" fmla="*/ 723060 h 1138315"/>
                <a:gd name="connsiteX766" fmla="*/ 2290197 w 2971531"/>
                <a:gd name="connsiteY766" fmla="*/ 728454 h 1138315"/>
                <a:gd name="connsiteX767" fmla="*/ 2284572 w 2971531"/>
                <a:gd name="connsiteY767" fmla="*/ 734377 h 1138315"/>
                <a:gd name="connsiteX768" fmla="*/ 2302044 w 2971531"/>
                <a:gd name="connsiteY768" fmla="*/ 731796 h 1138315"/>
                <a:gd name="connsiteX769" fmla="*/ 2320277 w 2971531"/>
                <a:gd name="connsiteY769" fmla="*/ 728718 h 1138315"/>
                <a:gd name="connsiteX770" fmla="*/ 2332619 w 2971531"/>
                <a:gd name="connsiteY770" fmla="*/ 728454 h 1138315"/>
                <a:gd name="connsiteX771" fmla="*/ 2350621 w 2971531"/>
                <a:gd name="connsiteY771" fmla="*/ 724086 h 1138315"/>
                <a:gd name="connsiteX772" fmla="*/ 2343672 w 2971531"/>
                <a:gd name="connsiteY772" fmla="*/ 718692 h 1138315"/>
                <a:gd name="connsiteX773" fmla="*/ 2342381 w 2971531"/>
                <a:gd name="connsiteY773" fmla="*/ 704033 h 1138315"/>
                <a:gd name="connsiteX774" fmla="*/ 2367828 w 2971531"/>
                <a:gd name="connsiteY774" fmla="*/ 681432 h 1138315"/>
                <a:gd name="connsiteX775" fmla="*/ 2380667 w 2971531"/>
                <a:gd name="connsiteY775" fmla="*/ 673954 h 1138315"/>
                <a:gd name="connsiteX776" fmla="*/ 2389932 w 2971531"/>
                <a:gd name="connsiteY776" fmla="*/ 658037 h 1138315"/>
                <a:gd name="connsiteX777" fmla="*/ 2418456 w 2971531"/>
                <a:gd name="connsiteY777" fmla="*/ 655456 h 1138315"/>
                <a:gd name="connsiteX778" fmla="*/ 2430038 w 2971531"/>
                <a:gd name="connsiteY778" fmla="*/ 660353 h 1138315"/>
                <a:gd name="connsiteX779" fmla="*/ 2442612 w 2971531"/>
                <a:gd name="connsiteY779" fmla="*/ 655456 h 1138315"/>
                <a:gd name="connsiteX780" fmla="*/ 2434141 w 2971531"/>
                <a:gd name="connsiteY780" fmla="*/ 671637 h 1138315"/>
                <a:gd name="connsiteX781" fmla="*/ 2444068 w 2971531"/>
                <a:gd name="connsiteY781" fmla="*/ 678255 h 1138315"/>
                <a:gd name="connsiteX782" fmla="*/ 2439436 w 2971531"/>
                <a:gd name="connsiteY782" fmla="*/ 685436 h 1138315"/>
                <a:gd name="connsiteX783" fmla="*/ 2460514 w 2971531"/>
                <a:gd name="connsiteY783" fmla="*/ 676204 h 1138315"/>
                <a:gd name="connsiteX784" fmla="*/ 2489303 w 2971531"/>
                <a:gd name="connsiteY784" fmla="*/ 662571 h 1138315"/>
                <a:gd name="connsiteX785" fmla="*/ 2492877 w 2971531"/>
                <a:gd name="connsiteY785" fmla="*/ 645628 h 1138315"/>
                <a:gd name="connsiteX786" fmla="*/ 2522658 w 2971531"/>
                <a:gd name="connsiteY786" fmla="*/ 635072 h 1138315"/>
                <a:gd name="connsiteX787" fmla="*/ 2522394 w 2971531"/>
                <a:gd name="connsiteY787" fmla="*/ 639175 h 1138315"/>
                <a:gd name="connsiteX788" fmla="*/ 2509158 w 2971531"/>
                <a:gd name="connsiteY788" fmla="*/ 652412 h 1138315"/>
                <a:gd name="connsiteX789" fmla="*/ 2506345 w 2971531"/>
                <a:gd name="connsiteY789" fmla="*/ 667336 h 1138315"/>
                <a:gd name="connsiteX790" fmla="*/ 2501216 w 2971531"/>
                <a:gd name="connsiteY790" fmla="*/ 675046 h 1138315"/>
                <a:gd name="connsiteX791" fmla="*/ 2496054 w 2971531"/>
                <a:gd name="connsiteY791" fmla="*/ 682987 h 1138315"/>
                <a:gd name="connsiteX792" fmla="*/ 2473188 w 2971531"/>
                <a:gd name="connsiteY792" fmla="*/ 692914 h 1138315"/>
                <a:gd name="connsiteX793" fmla="*/ 2459059 w 2971531"/>
                <a:gd name="connsiteY793" fmla="*/ 708599 h 1138315"/>
                <a:gd name="connsiteX794" fmla="*/ 2426927 w 2971531"/>
                <a:gd name="connsiteY794" fmla="*/ 738149 h 1138315"/>
                <a:gd name="connsiteX795" fmla="*/ 2398403 w 2971531"/>
                <a:gd name="connsiteY795" fmla="*/ 757673 h 1138315"/>
                <a:gd name="connsiteX796" fmla="*/ 2382222 w 2971531"/>
                <a:gd name="connsiteY796" fmla="*/ 760982 h 1138315"/>
                <a:gd name="connsiteX797" fmla="*/ 2376299 w 2971531"/>
                <a:gd name="connsiteY797" fmla="*/ 782060 h 1138315"/>
                <a:gd name="connsiteX798" fmla="*/ 2360382 w 2971531"/>
                <a:gd name="connsiteY798" fmla="*/ 821769 h 1138315"/>
                <a:gd name="connsiteX799" fmla="*/ 2369879 w 2971531"/>
                <a:gd name="connsiteY799" fmla="*/ 886031 h 1138315"/>
                <a:gd name="connsiteX800" fmla="*/ 2375273 w 2971531"/>
                <a:gd name="connsiteY800" fmla="*/ 915581 h 1138315"/>
                <a:gd name="connsiteX801" fmla="*/ 2379906 w 2971531"/>
                <a:gd name="connsiteY801" fmla="*/ 928155 h 1138315"/>
                <a:gd name="connsiteX802" fmla="*/ 2398139 w 2971531"/>
                <a:gd name="connsiteY802" fmla="*/ 912470 h 1138315"/>
                <a:gd name="connsiteX803" fmla="*/ 2406875 w 2971531"/>
                <a:gd name="connsiteY803" fmla="*/ 902543 h 1138315"/>
                <a:gd name="connsiteX804" fmla="*/ 2410746 w 2971531"/>
                <a:gd name="connsiteY804" fmla="*/ 884807 h 1138315"/>
                <a:gd name="connsiteX805" fmla="*/ 2422560 w 2971531"/>
                <a:gd name="connsiteY805" fmla="*/ 876832 h 1138315"/>
                <a:gd name="connsiteX806" fmla="*/ 2435432 w 2971531"/>
                <a:gd name="connsiteY806" fmla="*/ 874251 h 1138315"/>
                <a:gd name="connsiteX807" fmla="*/ 2433877 w 2971531"/>
                <a:gd name="connsiteY807" fmla="*/ 859625 h 1138315"/>
                <a:gd name="connsiteX808" fmla="*/ 2450422 w 2971531"/>
                <a:gd name="connsiteY808" fmla="*/ 843675 h 1138315"/>
                <a:gd name="connsiteX809" fmla="*/ 2471236 w 2971531"/>
                <a:gd name="connsiteY809" fmla="*/ 840101 h 1138315"/>
                <a:gd name="connsiteX810" fmla="*/ 2468125 w 2971531"/>
                <a:gd name="connsiteY810" fmla="*/ 822894 h 1138315"/>
                <a:gd name="connsiteX811" fmla="*/ 2480468 w 2971531"/>
                <a:gd name="connsiteY811" fmla="*/ 801782 h 1138315"/>
                <a:gd name="connsiteX812" fmla="*/ 2493704 w 2971531"/>
                <a:gd name="connsiteY812" fmla="*/ 801021 h 1138315"/>
                <a:gd name="connsiteX813" fmla="*/ 2485498 w 2971531"/>
                <a:gd name="connsiteY813" fmla="*/ 789473 h 1138315"/>
                <a:gd name="connsiteX814" fmla="*/ 2489071 w 2971531"/>
                <a:gd name="connsiteY814" fmla="*/ 769949 h 1138315"/>
                <a:gd name="connsiteX815" fmla="*/ 2488575 w 2971531"/>
                <a:gd name="connsiteY815" fmla="*/ 760684 h 1138315"/>
                <a:gd name="connsiteX816" fmla="*/ 2477523 w 2971531"/>
                <a:gd name="connsiteY816" fmla="*/ 761478 h 1138315"/>
                <a:gd name="connsiteX817" fmla="*/ 2475471 w 2971531"/>
                <a:gd name="connsiteY817" fmla="*/ 743477 h 1138315"/>
                <a:gd name="connsiteX818" fmla="*/ 2490097 w 2971531"/>
                <a:gd name="connsiteY818" fmla="*/ 728057 h 1138315"/>
                <a:gd name="connsiteX819" fmla="*/ 2503334 w 2971531"/>
                <a:gd name="connsiteY819" fmla="*/ 706217 h 1138315"/>
                <a:gd name="connsiteX820" fmla="*/ 2518522 w 2971531"/>
                <a:gd name="connsiteY820" fmla="*/ 705456 h 1138315"/>
                <a:gd name="connsiteX821" fmla="*/ 2525140 w 2971531"/>
                <a:gd name="connsiteY821" fmla="*/ 708533 h 1138315"/>
                <a:gd name="connsiteX822" fmla="*/ 2542645 w 2971531"/>
                <a:gd name="connsiteY822" fmla="*/ 691988 h 1138315"/>
                <a:gd name="connsiteX823" fmla="*/ 2546219 w 2971531"/>
                <a:gd name="connsiteY823" fmla="*/ 707143 h 1138315"/>
                <a:gd name="connsiteX824" fmla="*/ 2562433 w 2971531"/>
                <a:gd name="connsiteY824" fmla="*/ 697911 h 1138315"/>
                <a:gd name="connsiteX825" fmla="*/ 2605848 w 2971531"/>
                <a:gd name="connsiteY825" fmla="*/ 694602 h 1138315"/>
                <a:gd name="connsiteX826" fmla="*/ 2618687 w 2971531"/>
                <a:gd name="connsiteY826" fmla="*/ 705654 h 1138315"/>
                <a:gd name="connsiteX827" fmla="*/ 2625901 w 2971531"/>
                <a:gd name="connsiteY827" fmla="*/ 695363 h 1138315"/>
                <a:gd name="connsiteX828" fmla="*/ 2651083 w 2971531"/>
                <a:gd name="connsiteY828" fmla="*/ 681234 h 1138315"/>
                <a:gd name="connsiteX829" fmla="*/ 2661374 w 2971531"/>
                <a:gd name="connsiteY829" fmla="*/ 674318 h 1138315"/>
                <a:gd name="connsiteX830" fmla="*/ 2671301 w 2971531"/>
                <a:gd name="connsiteY830" fmla="*/ 667699 h 1138315"/>
                <a:gd name="connsiteX831" fmla="*/ 2700620 w 2971531"/>
                <a:gd name="connsiteY831" fmla="*/ 654463 h 1138315"/>
                <a:gd name="connsiteX832" fmla="*/ 2737019 w 2971531"/>
                <a:gd name="connsiteY832" fmla="*/ 636760 h 1138315"/>
                <a:gd name="connsiteX833" fmla="*/ 2743935 w 2971531"/>
                <a:gd name="connsiteY833" fmla="*/ 635205 h 1138315"/>
                <a:gd name="connsiteX834" fmla="*/ 2759355 w 2971531"/>
                <a:gd name="connsiteY834" fmla="*/ 639043 h 1138315"/>
                <a:gd name="connsiteX835" fmla="*/ 2778382 w 2971531"/>
                <a:gd name="connsiteY835" fmla="*/ 637521 h 1138315"/>
                <a:gd name="connsiteX836" fmla="*/ 2777853 w 2971531"/>
                <a:gd name="connsiteY836" fmla="*/ 623391 h 1138315"/>
                <a:gd name="connsiteX837" fmla="*/ 2767926 w 2971531"/>
                <a:gd name="connsiteY837" fmla="*/ 607475 h 1138315"/>
                <a:gd name="connsiteX838" fmla="*/ 2756112 w 2971531"/>
                <a:gd name="connsiteY838" fmla="*/ 590499 h 1138315"/>
                <a:gd name="connsiteX839" fmla="*/ 2745821 w 2971531"/>
                <a:gd name="connsiteY839" fmla="*/ 584080 h 1138315"/>
                <a:gd name="connsiteX840" fmla="*/ 2740427 w 2971531"/>
                <a:gd name="connsiteY840" fmla="*/ 578156 h 1138315"/>
                <a:gd name="connsiteX841" fmla="*/ 2725768 w 2971531"/>
                <a:gd name="connsiteY841" fmla="*/ 575079 h 1138315"/>
                <a:gd name="connsiteX842" fmla="*/ 2742975 w 2971531"/>
                <a:gd name="connsiteY842" fmla="*/ 570215 h 1138315"/>
                <a:gd name="connsiteX843" fmla="*/ 2752241 w 2971531"/>
                <a:gd name="connsiteY843" fmla="*/ 578686 h 1138315"/>
                <a:gd name="connsiteX844" fmla="*/ 2772095 w 2971531"/>
                <a:gd name="connsiteY844" fmla="*/ 577395 h 1138315"/>
                <a:gd name="connsiteX845" fmla="*/ 2795258 w 2971531"/>
                <a:gd name="connsiteY845" fmla="*/ 565582 h 1138315"/>
                <a:gd name="connsiteX846" fmla="*/ 2800156 w 2971531"/>
                <a:gd name="connsiteY846" fmla="*/ 556581 h 1138315"/>
                <a:gd name="connsiteX847" fmla="*/ 2797045 w 2971531"/>
                <a:gd name="connsiteY847" fmla="*/ 546323 h 1138315"/>
                <a:gd name="connsiteX848" fmla="*/ 2794502 w 2971531"/>
                <a:gd name="connsiteY848" fmla="*/ 540643 h 1138315"/>
                <a:gd name="connsiteX849" fmla="*/ 2798336 w 2971531"/>
                <a:gd name="connsiteY849" fmla="*/ 537819 h 1138315"/>
                <a:gd name="connsiteX850" fmla="*/ 2804755 w 2971531"/>
                <a:gd name="connsiteY850" fmla="*/ 532161 h 1138315"/>
                <a:gd name="connsiteX851" fmla="*/ 2814021 w 2971531"/>
                <a:gd name="connsiteY851" fmla="*/ 531664 h 1138315"/>
                <a:gd name="connsiteX852" fmla="*/ 2811704 w 2971531"/>
                <a:gd name="connsiteY852" fmla="*/ 540896 h 1138315"/>
                <a:gd name="connsiteX853" fmla="*/ 2817859 w 2971531"/>
                <a:gd name="connsiteY853" fmla="*/ 552743 h 1138315"/>
                <a:gd name="connsiteX854" fmla="*/ 2835861 w 2971531"/>
                <a:gd name="connsiteY854" fmla="*/ 553239 h 1138315"/>
                <a:gd name="connsiteX855" fmla="*/ 2863094 w 2971531"/>
                <a:gd name="connsiteY855" fmla="*/ 562240 h 1138315"/>
                <a:gd name="connsiteX856" fmla="*/ 2875437 w 2971531"/>
                <a:gd name="connsiteY856" fmla="*/ 577131 h 1138315"/>
                <a:gd name="connsiteX857" fmla="*/ 2892644 w 2971531"/>
                <a:gd name="connsiteY857" fmla="*/ 583319 h 1138315"/>
                <a:gd name="connsiteX858" fmla="*/ 2901909 w 2971531"/>
                <a:gd name="connsiteY858" fmla="*/ 588183 h 1138315"/>
                <a:gd name="connsiteX859" fmla="*/ 2912432 w 2971531"/>
                <a:gd name="connsiteY859" fmla="*/ 589209 h 1138315"/>
                <a:gd name="connsiteX860" fmla="*/ 2921962 w 2971531"/>
                <a:gd name="connsiteY860" fmla="*/ 587157 h 1138315"/>
                <a:gd name="connsiteX861" fmla="*/ 2914252 w 2971531"/>
                <a:gd name="connsiteY861" fmla="*/ 577660 h 1138315"/>
                <a:gd name="connsiteX862" fmla="*/ 2922723 w 2971531"/>
                <a:gd name="connsiteY862" fmla="*/ 579712 h 1138315"/>
                <a:gd name="connsiteX863" fmla="*/ 2924510 w 2971531"/>
                <a:gd name="connsiteY863" fmla="*/ 571241 h 1138315"/>
                <a:gd name="connsiteX864" fmla="*/ 2921962 w 2971531"/>
                <a:gd name="connsiteY864" fmla="*/ 554033 h 1138315"/>
                <a:gd name="connsiteX865" fmla="*/ 2927356 w 2971531"/>
                <a:gd name="connsiteY865" fmla="*/ 551949 h 1138315"/>
                <a:gd name="connsiteX866" fmla="*/ 2946879 w 2971531"/>
                <a:gd name="connsiteY866" fmla="*/ 556052 h 1138315"/>
                <a:gd name="connsiteX867" fmla="*/ 2942776 w 2971531"/>
                <a:gd name="connsiteY867" fmla="*/ 551188 h 1138315"/>
                <a:gd name="connsiteX868" fmla="*/ 2946615 w 2971531"/>
                <a:gd name="connsiteY868" fmla="*/ 549632 h 1138315"/>
                <a:gd name="connsiteX869" fmla="*/ 2956145 w 2971531"/>
                <a:gd name="connsiteY869" fmla="*/ 550658 h 1138315"/>
                <a:gd name="connsiteX870" fmla="*/ 2965112 w 2971531"/>
                <a:gd name="connsiteY870" fmla="*/ 541161 h 1138315"/>
                <a:gd name="connsiteX871" fmla="*/ 2967032 w 2971531"/>
                <a:gd name="connsiteY871" fmla="*/ 537091 h 1138315"/>
                <a:gd name="connsiteX872" fmla="*/ 1533846 w 2971531"/>
                <a:gd name="connsiteY872" fmla="*/ 874218 h 1138315"/>
                <a:gd name="connsiteX873" fmla="*/ 1489902 w 2971531"/>
                <a:gd name="connsiteY873" fmla="*/ 901220 h 1138315"/>
                <a:gd name="connsiteX874" fmla="*/ 1451352 w 2971531"/>
                <a:gd name="connsiteY874" fmla="*/ 912768 h 1138315"/>
                <a:gd name="connsiteX875" fmla="*/ 1484442 w 2971531"/>
                <a:gd name="connsiteY875" fmla="*/ 891954 h 1138315"/>
                <a:gd name="connsiteX876" fmla="*/ 1530769 w 2971531"/>
                <a:gd name="connsiteY876" fmla="*/ 848010 h 1138315"/>
                <a:gd name="connsiteX877" fmla="*/ 1553105 w 2971531"/>
                <a:gd name="connsiteY877" fmla="*/ 812537 h 1138315"/>
                <a:gd name="connsiteX878" fmla="*/ 1533846 w 2971531"/>
                <a:gd name="connsiteY878" fmla="*/ 874218 h 1138315"/>
                <a:gd name="connsiteX879" fmla="*/ 1599101 w 2971531"/>
                <a:gd name="connsiteY879" fmla="*/ 270646 h 1138315"/>
                <a:gd name="connsiteX880" fmla="*/ 1588843 w 2971531"/>
                <a:gd name="connsiteY880" fmla="*/ 278852 h 1138315"/>
                <a:gd name="connsiteX881" fmla="*/ 1620213 w 2971531"/>
                <a:gd name="connsiteY881" fmla="*/ 273723 h 1138315"/>
                <a:gd name="connsiteX882" fmla="*/ 1599101 w 2971531"/>
                <a:gd name="connsiteY882" fmla="*/ 270646 h 1138315"/>
                <a:gd name="connsiteX883" fmla="*/ 663168 w 2971531"/>
                <a:gd name="connsiteY883" fmla="*/ 16775 h 1138315"/>
                <a:gd name="connsiteX884" fmla="*/ 680143 w 2971531"/>
                <a:gd name="connsiteY884" fmla="*/ 10157 h 1138315"/>
                <a:gd name="connsiteX885" fmla="*/ 695034 w 2971531"/>
                <a:gd name="connsiteY885" fmla="*/ 5524 h 1138315"/>
                <a:gd name="connsiteX886" fmla="*/ 664194 w 2971531"/>
                <a:gd name="connsiteY886" fmla="*/ 6550 h 1138315"/>
                <a:gd name="connsiteX887" fmla="*/ 640567 w 2971531"/>
                <a:gd name="connsiteY887" fmla="*/ 10653 h 1138315"/>
                <a:gd name="connsiteX888" fmla="*/ 663168 w 2971531"/>
                <a:gd name="connsiteY888" fmla="*/ 16775 h 1138315"/>
                <a:gd name="connsiteX889" fmla="*/ 599436 w 2971531"/>
                <a:gd name="connsiteY889" fmla="*/ 51189 h 1138315"/>
                <a:gd name="connsiteX890" fmla="*/ 577861 w 2971531"/>
                <a:gd name="connsiteY890" fmla="*/ 53770 h 1138315"/>
                <a:gd name="connsiteX891" fmla="*/ 599436 w 2971531"/>
                <a:gd name="connsiteY891" fmla="*/ 51189 h 1138315"/>
                <a:gd name="connsiteX892" fmla="*/ 665617 w 2971531"/>
                <a:gd name="connsiteY892" fmla="*/ 44571 h 1138315"/>
                <a:gd name="connsiteX893" fmla="*/ 652778 w 2971531"/>
                <a:gd name="connsiteY893" fmla="*/ 49204 h 1138315"/>
                <a:gd name="connsiteX894" fmla="*/ 642486 w 2971531"/>
                <a:gd name="connsiteY894" fmla="*/ 59495 h 1138315"/>
                <a:gd name="connsiteX895" fmla="*/ 680540 w 2971531"/>
                <a:gd name="connsiteY895" fmla="*/ 56385 h 1138315"/>
                <a:gd name="connsiteX896" fmla="*/ 699005 w 2971531"/>
                <a:gd name="connsiteY896" fmla="*/ 49204 h 1138315"/>
                <a:gd name="connsiteX897" fmla="*/ 665749 w 2971531"/>
                <a:gd name="connsiteY897" fmla="*/ 44505 h 1138315"/>
                <a:gd name="connsiteX898" fmla="*/ 753505 w 2971531"/>
                <a:gd name="connsiteY898" fmla="*/ 34644 h 1138315"/>
                <a:gd name="connsiteX899" fmla="*/ 745795 w 2971531"/>
                <a:gd name="connsiteY899" fmla="*/ 25412 h 1138315"/>
                <a:gd name="connsiteX900" fmla="*/ 717536 w 2971531"/>
                <a:gd name="connsiteY900" fmla="*/ 24882 h 1138315"/>
                <a:gd name="connsiteX901" fmla="*/ 704299 w 2971531"/>
                <a:gd name="connsiteY901" fmla="*/ 40832 h 1138315"/>
                <a:gd name="connsiteX902" fmla="*/ 753638 w 2971531"/>
                <a:gd name="connsiteY902" fmla="*/ 34743 h 1138315"/>
                <a:gd name="connsiteX903" fmla="*/ 671772 w 2971531"/>
                <a:gd name="connsiteY903" fmla="*/ 26438 h 1138315"/>
                <a:gd name="connsiteX904" fmla="*/ 641990 w 2971531"/>
                <a:gd name="connsiteY904" fmla="*/ 18728 h 1138315"/>
                <a:gd name="connsiteX905" fmla="*/ 629680 w 2971531"/>
                <a:gd name="connsiteY905" fmla="*/ 21309 h 1138315"/>
                <a:gd name="connsiteX906" fmla="*/ 611149 w 2971531"/>
                <a:gd name="connsiteY906" fmla="*/ 32096 h 1138315"/>
                <a:gd name="connsiteX907" fmla="*/ 672036 w 2971531"/>
                <a:gd name="connsiteY907" fmla="*/ 26537 h 1138315"/>
                <a:gd name="connsiteX908" fmla="*/ 595200 w 2971531"/>
                <a:gd name="connsiteY908" fmla="*/ 311645 h 1138315"/>
                <a:gd name="connsiteX909" fmla="*/ 582890 w 2971531"/>
                <a:gd name="connsiteY909" fmla="*/ 320381 h 1138315"/>
                <a:gd name="connsiteX910" fmla="*/ 588516 w 2971531"/>
                <a:gd name="connsiteY910" fmla="*/ 332194 h 1138315"/>
                <a:gd name="connsiteX911" fmla="*/ 578258 w 2971531"/>
                <a:gd name="connsiteY911" fmla="*/ 342486 h 1138315"/>
                <a:gd name="connsiteX912" fmla="*/ 556649 w 2971531"/>
                <a:gd name="connsiteY912" fmla="*/ 353802 h 1138315"/>
                <a:gd name="connsiteX913" fmla="*/ 574121 w 2971531"/>
                <a:gd name="connsiteY913" fmla="*/ 364061 h 1138315"/>
                <a:gd name="connsiteX914" fmla="*/ 577199 w 2971531"/>
                <a:gd name="connsiteY914" fmla="*/ 376900 h 1138315"/>
                <a:gd name="connsiteX915" fmla="*/ 583817 w 2971531"/>
                <a:gd name="connsiteY915" fmla="*/ 371274 h 1138315"/>
                <a:gd name="connsiteX916" fmla="*/ 597715 w 2971531"/>
                <a:gd name="connsiteY916" fmla="*/ 381201 h 1138315"/>
                <a:gd name="connsiteX917" fmla="*/ 619819 w 2971531"/>
                <a:gd name="connsiteY917" fmla="*/ 393544 h 1138315"/>
                <a:gd name="connsiteX918" fmla="*/ 665021 w 2971531"/>
                <a:gd name="connsiteY918" fmla="*/ 393544 h 1138315"/>
                <a:gd name="connsiteX919" fmla="*/ 641394 w 2971531"/>
                <a:gd name="connsiteY919" fmla="*/ 372466 h 1138315"/>
                <a:gd name="connsiteX920" fmla="*/ 635239 w 2971531"/>
                <a:gd name="connsiteY920" fmla="*/ 334941 h 1138315"/>
                <a:gd name="connsiteX921" fmla="*/ 649104 w 2971531"/>
                <a:gd name="connsiteY921" fmla="*/ 314888 h 1138315"/>
                <a:gd name="connsiteX922" fmla="*/ 664525 w 2971531"/>
                <a:gd name="connsiteY922" fmla="*/ 296920 h 1138315"/>
                <a:gd name="connsiteX923" fmla="*/ 673790 w 2971531"/>
                <a:gd name="connsiteY923" fmla="*/ 285106 h 1138315"/>
                <a:gd name="connsiteX924" fmla="*/ 684578 w 2971531"/>
                <a:gd name="connsiteY924" fmla="*/ 268131 h 1138315"/>
                <a:gd name="connsiteX925" fmla="*/ 701123 w 2971531"/>
                <a:gd name="connsiteY925" fmla="*/ 262473 h 1138315"/>
                <a:gd name="connsiteX926" fmla="*/ 724286 w 2971531"/>
                <a:gd name="connsiteY926" fmla="*/ 251685 h 1138315"/>
                <a:gd name="connsiteX927" fmla="*/ 820944 w 2971531"/>
                <a:gd name="connsiteY927" fmla="*/ 215285 h 1138315"/>
                <a:gd name="connsiteX928" fmla="*/ 865649 w 2971531"/>
                <a:gd name="connsiteY928" fmla="*/ 184478 h 1138315"/>
                <a:gd name="connsiteX929" fmla="*/ 812208 w 2971531"/>
                <a:gd name="connsiteY929" fmla="*/ 194736 h 1138315"/>
                <a:gd name="connsiteX930" fmla="*/ 783948 w 2971531"/>
                <a:gd name="connsiteY930" fmla="*/ 201354 h 1138315"/>
                <a:gd name="connsiteX931" fmla="*/ 749501 w 2971531"/>
                <a:gd name="connsiteY931" fmla="*/ 204432 h 1138315"/>
                <a:gd name="connsiteX932" fmla="*/ 723790 w 2971531"/>
                <a:gd name="connsiteY932" fmla="*/ 210620 h 1138315"/>
                <a:gd name="connsiteX933" fmla="*/ 702215 w 2971531"/>
                <a:gd name="connsiteY933" fmla="*/ 216775 h 1138315"/>
                <a:gd name="connsiteX934" fmla="*/ 679614 w 2971531"/>
                <a:gd name="connsiteY934" fmla="*/ 226702 h 1138315"/>
                <a:gd name="connsiteX935" fmla="*/ 666378 w 2971531"/>
                <a:gd name="connsiteY935" fmla="*/ 234941 h 1138315"/>
                <a:gd name="connsiteX936" fmla="*/ 651454 w 2971531"/>
                <a:gd name="connsiteY936" fmla="*/ 240070 h 1138315"/>
                <a:gd name="connsiteX937" fmla="*/ 647351 w 2971531"/>
                <a:gd name="connsiteY937" fmla="*/ 251884 h 1138315"/>
                <a:gd name="connsiteX938" fmla="*/ 637424 w 2971531"/>
                <a:gd name="connsiteY938" fmla="*/ 263201 h 1138315"/>
                <a:gd name="connsiteX939" fmla="*/ 632294 w 2971531"/>
                <a:gd name="connsiteY939" fmla="*/ 274484 h 1138315"/>
                <a:gd name="connsiteX940" fmla="*/ 617370 w 2971531"/>
                <a:gd name="connsiteY940" fmla="*/ 282228 h 1138315"/>
                <a:gd name="connsiteX941" fmla="*/ 615319 w 2971531"/>
                <a:gd name="connsiteY941" fmla="*/ 294537 h 1138315"/>
                <a:gd name="connsiteX942" fmla="*/ 610686 w 2971531"/>
                <a:gd name="connsiteY942" fmla="*/ 304299 h 1138315"/>
                <a:gd name="connsiteX943" fmla="*/ 595332 w 2971531"/>
                <a:gd name="connsiteY943" fmla="*/ 311744 h 113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</a:cxnLst>
              <a:rect l="l" t="t" r="r" b="b"/>
              <a:pathLst>
                <a:path w="2971531" h="1138315">
                  <a:moveTo>
                    <a:pt x="47452" y="823721"/>
                  </a:moveTo>
                  <a:cubicBezTo>
                    <a:pt x="45136" y="824880"/>
                    <a:pt x="38981" y="822563"/>
                    <a:pt x="37028" y="819883"/>
                  </a:cubicBezTo>
                  <a:cubicBezTo>
                    <a:pt x="35506" y="817699"/>
                    <a:pt x="30708" y="818526"/>
                    <a:pt x="26472" y="818923"/>
                  </a:cubicBezTo>
                  <a:cubicBezTo>
                    <a:pt x="27598" y="819531"/>
                    <a:pt x="28537" y="820435"/>
                    <a:pt x="29186" y="821538"/>
                  </a:cubicBezTo>
                  <a:cubicBezTo>
                    <a:pt x="31502" y="825674"/>
                    <a:pt x="19954" y="826170"/>
                    <a:pt x="23561" y="831068"/>
                  </a:cubicBezTo>
                  <a:cubicBezTo>
                    <a:pt x="27167" y="835965"/>
                    <a:pt x="15321" y="836197"/>
                    <a:pt x="15321" y="831068"/>
                  </a:cubicBezTo>
                  <a:cubicBezTo>
                    <a:pt x="15321" y="825939"/>
                    <a:pt x="2978" y="828486"/>
                    <a:pt x="3508" y="831829"/>
                  </a:cubicBezTo>
                  <a:cubicBezTo>
                    <a:pt x="3624" y="833272"/>
                    <a:pt x="3263" y="834713"/>
                    <a:pt x="2482" y="835932"/>
                  </a:cubicBezTo>
                  <a:cubicBezTo>
                    <a:pt x="5791" y="837123"/>
                    <a:pt x="9729" y="838513"/>
                    <a:pt x="11251" y="839241"/>
                  </a:cubicBezTo>
                  <a:cubicBezTo>
                    <a:pt x="13567" y="840167"/>
                    <a:pt x="44342" y="843377"/>
                    <a:pt x="56452" y="841127"/>
                  </a:cubicBezTo>
                  <a:cubicBezTo>
                    <a:pt x="56340" y="837278"/>
                    <a:pt x="56550" y="833426"/>
                    <a:pt x="57081" y="829612"/>
                  </a:cubicBezTo>
                  <a:cubicBezTo>
                    <a:pt x="57081" y="826435"/>
                    <a:pt x="49934" y="822563"/>
                    <a:pt x="47452" y="823721"/>
                  </a:cubicBezTo>
                  <a:close/>
                  <a:moveTo>
                    <a:pt x="791162" y="32063"/>
                  </a:moveTo>
                  <a:cubicBezTo>
                    <a:pt x="810653" y="30011"/>
                    <a:pt x="810156" y="19191"/>
                    <a:pt x="799898" y="17139"/>
                  </a:cubicBezTo>
                  <a:cubicBezTo>
                    <a:pt x="789640" y="15088"/>
                    <a:pt x="788085" y="23327"/>
                    <a:pt x="782923" y="22798"/>
                  </a:cubicBezTo>
                  <a:cubicBezTo>
                    <a:pt x="777760" y="22268"/>
                    <a:pt x="758369" y="26107"/>
                    <a:pt x="762374" y="30508"/>
                  </a:cubicBezTo>
                  <a:cubicBezTo>
                    <a:pt x="767006" y="35802"/>
                    <a:pt x="781401" y="33221"/>
                    <a:pt x="791162" y="32063"/>
                  </a:cubicBezTo>
                  <a:close/>
                  <a:moveTo>
                    <a:pt x="890434" y="317800"/>
                  </a:moveTo>
                  <a:cubicBezTo>
                    <a:pt x="897052" y="318826"/>
                    <a:pt x="915119" y="315219"/>
                    <a:pt x="917171" y="311612"/>
                  </a:cubicBezTo>
                  <a:cubicBezTo>
                    <a:pt x="919222" y="308005"/>
                    <a:pt x="909990" y="303902"/>
                    <a:pt x="898144" y="303902"/>
                  </a:cubicBezTo>
                  <a:cubicBezTo>
                    <a:pt x="886297" y="303902"/>
                    <a:pt x="884577" y="317039"/>
                    <a:pt x="890434" y="317932"/>
                  </a:cubicBezTo>
                  <a:close/>
                  <a:moveTo>
                    <a:pt x="1270181" y="55226"/>
                  </a:moveTo>
                  <a:cubicBezTo>
                    <a:pt x="1280108" y="59330"/>
                    <a:pt x="1276336" y="61844"/>
                    <a:pt x="1266078" y="61844"/>
                  </a:cubicBezTo>
                  <a:cubicBezTo>
                    <a:pt x="1255820" y="61844"/>
                    <a:pt x="1246951" y="65154"/>
                    <a:pt x="1253735" y="67999"/>
                  </a:cubicBezTo>
                  <a:cubicBezTo>
                    <a:pt x="1258897" y="70051"/>
                    <a:pt x="1258367" y="75709"/>
                    <a:pt x="1269155" y="78257"/>
                  </a:cubicBezTo>
                  <a:cubicBezTo>
                    <a:pt x="1279943" y="80805"/>
                    <a:pt x="1290730" y="72103"/>
                    <a:pt x="1289705" y="65948"/>
                  </a:cubicBezTo>
                  <a:cubicBezTo>
                    <a:pt x="1288679" y="59793"/>
                    <a:pt x="1327229" y="54134"/>
                    <a:pt x="1337520" y="51553"/>
                  </a:cubicBezTo>
                  <a:cubicBezTo>
                    <a:pt x="1347811" y="48972"/>
                    <a:pt x="1330902" y="38317"/>
                    <a:pt x="1342120" y="37159"/>
                  </a:cubicBezTo>
                  <a:cubicBezTo>
                    <a:pt x="1353338" y="36001"/>
                    <a:pt x="1348738" y="31004"/>
                    <a:pt x="1334939" y="28919"/>
                  </a:cubicBezTo>
                  <a:cubicBezTo>
                    <a:pt x="1321141" y="26835"/>
                    <a:pt x="1326733" y="15054"/>
                    <a:pt x="1322100" y="10951"/>
                  </a:cubicBezTo>
                  <a:cubicBezTo>
                    <a:pt x="1317468" y="6848"/>
                    <a:pt x="1314886" y="16080"/>
                    <a:pt x="1296918" y="19687"/>
                  </a:cubicBezTo>
                  <a:cubicBezTo>
                    <a:pt x="1278950" y="23294"/>
                    <a:pt x="1270181" y="27927"/>
                    <a:pt x="1277362" y="31500"/>
                  </a:cubicBezTo>
                  <a:cubicBezTo>
                    <a:pt x="1284542" y="35074"/>
                    <a:pt x="1277362" y="43843"/>
                    <a:pt x="1269685" y="43347"/>
                  </a:cubicBezTo>
                  <a:cubicBezTo>
                    <a:pt x="1262008" y="42851"/>
                    <a:pt x="1260419" y="51189"/>
                    <a:pt x="1270181" y="55226"/>
                  </a:cubicBezTo>
                  <a:close/>
                  <a:moveTo>
                    <a:pt x="1297414" y="69588"/>
                  </a:moveTo>
                  <a:cubicBezTo>
                    <a:pt x="1297414" y="75246"/>
                    <a:pt x="1280869" y="80905"/>
                    <a:pt x="1285601" y="85008"/>
                  </a:cubicBezTo>
                  <a:cubicBezTo>
                    <a:pt x="1289705" y="88615"/>
                    <a:pt x="1293311" y="87589"/>
                    <a:pt x="1298440" y="88615"/>
                  </a:cubicBezTo>
                  <a:cubicBezTo>
                    <a:pt x="1303569" y="89641"/>
                    <a:pt x="1306150" y="102480"/>
                    <a:pt x="1315416" y="100428"/>
                  </a:cubicBezTo>
                  <a:cubicBezTo>
                    <a:pt x="1324681" y="98376"/>
                    <a:pt x="1349830" y="110719"/>
                    <a:pt x="1364754" y="110719"/>
                  </a:cubicBezTo>
                  <a:cubicBezTo>
                    <a:pt x="1379678" y="110719"/>
                    <a:pt x="1381299" y="98376"/>
                    <a:pt x="1376567" y="97847"/>
                  </a:cubicBezTo>
                  <a:cubicBezTo>
                    <a:pt x="1371835" y="97318"/>
                    <a:pt x="1376071" y="90170"/>
                    <a:pt x="1384277" y="78324"/>
                  </a:cubicBezTo>
                  <a:cubicBezTo>
                    <a:pt x="1392484" y="66477"/>
                    <a:pt x="1358566" y="57774"/>
                    <a:pt x="1358566" y="67040"/>
                  </a:cubicBezTo>
                  <a:cubicBezTo>
                    <a:pt x="1358566" y="76305"/>
                    <a:pt x="1348639" y="64988"/>
                    <a:pt x="1345727" y="59330"/>
                  </a:cubicBezTo>
                  <a:cubicBezTo>
                    <a:pt x="1342815" y="53671"/>
                    <a:pt x="1297448" y="64028"/>
                    <a:pt x="1297448" y="69687"/>
                  </a:cubicBezTo>
                  <a:close/>
                  <a:moveTo>
                    <a:pt x="1040433" y="325543"/>
                  </a:moveTo>
                  <a:cubicBezTo>
                    <a:pt x="1048673" y="329646"/>
                    <a:pt x="1054828" y="328091"/>
                    <a:pt x="1053669" y="319885"/>
                  </a:cubicBezTo>
                  <a:cubicBezTo>
                    <a:pt x="1052511" y="311678"/>
                    <a:pt x="1033914" y="322366"/>
                    <a:pt x="1040433" y="325642"/>
                  </a:cubicBezTo>
                  <a:close/>
                  <a:moveTo>
                    <a:pt x="1256812" y="18827"/>
                  </a:moveTo>
                  <a:cubicBezTo>
                    <a:pt x="1258897" y="11117"/>
                    <a:pt x="1224748" y="14459"/>
                    <a:pt x="1233649" y="21904"/>
                  </a:cubicBezTo>
                  <a:cubicBezTo>
                    <a:pt x="1236793" y="24485"/>
                    <a:pt x="1254761" y="26537"/>
                    <a:pt x="1256812" y="18827"/>
                  </a:cubicBezTo>
                  <a:close/>
                  <a:moveTo>
                    <a:pt x="2769415" y="391393"/>
                  </a:moveTo>
                  <a:cubicBezTo>
                    <a:pt x="2779706" y="396555"/>
                    <a:pt x="2785960" y="385238"/>
                    <a:pt x="2794100" y="390897"/>
                  </a:cubicBezTo>
                  <a:cubicBezTo>
                    <a:pt x="2802241" y="396555"/>
                    <a:pt x="2822359" y="388316"/>
                    <a:pt x="2830500" y="386794"/>
                  </a:cubicBezTo>
                  <a:cubicBezTo>
                    <a:pt x="2838640" y="385272"/>
                    <a:pt x="2834603" y="374980"/>
                    <a:pt x="2811473" y="371870"/>
                  </a:cubicBezTo>
                  <a:cubicBezTo>
                    <a:pt x="2788343" y="368759"/>
                    <a:pt x="2758362" y="385867"/>
                    <a:pt x="2769415" y="391393"/>
                  </a:cubicBezTo>
                  <a:close/>
                  <a:moveTo>
                    <a:pt x="1377096" y="142155"/>
                  </a:moveTo>
                  <a:cubicBezTo>
                    <a:pt x="1384277" y="146258"/>
                    <a:pt x="1407407" y="137026"/>
                    <a:pt x="1422828" y="137523"/>
                  </a:cubicBezTo>
                  <a:cubicBezTo>
                    <a:pt x="1438248" y="138019"/>
                    <a:pt x="1481398" y="125709"/>
                    <a:pt x="1482953" y="117503"/>
                  </a:cubicBezTo>
                  <a:cubicBezTo>
                    <a:pt x="1484509" y="109296"/>
                    <a:pt x="1467037" y="109793"/>
                    <a:pt x="1460352" y="102579"/>
                  </a:cubicBezTo>
                  <a:cubicBezTo>
                    <a:pt x="1453668" y="95365"/>
                    <a:pt x="1438777" y="101553"/>
                    <a:pt x="1435170" y="107741"/>
                  </a:cubicBezTo>
                  <a:cubicBezTo>
                    <a:pt x="1431564" y="113929"/>
                    <a:pt x="1427461" y="108237"/>
                    <a:pt x="1437222" y="98476"/>
                  </a:cubicBezTo>
                  <a:cubicBezTo>
                    <a:pt x="1446984" y="88714"/>
                    <a:pt x="1427295" y="81004"/>
                    <a:pt x="1426931" y="87159"/>
                  </a:cubicBezTo>
                  <a:cubicBezTo>
                    <a:pt x="1426567" y="93314"/>
                    <a:pt x="1408433" y="88218"/>
                    <a:pt x="1408433" y="93777"/>
                  </a:cubicBezTo>
                  <a:cubicBezTo>
                    <a:pt x="1408433" y="99336"/>
                    <a:pt x="1401815" y="102016"/>
                    <a:pt x="1402279" y="107675"/>
                  </a:cubicBezTo>
                  <a:cubicBezTo>
                    <a:pt x="1402742" y="113333"/>
                    <a:pt x="1389936" y="104597"/>
                    <a:pt x="1389406" y="117437"/>
                  </a:cubicBezTo>
                  <a:cubicBezTo>
                    <a:pt x="1388877" y="130276"/>
                    <a:pt x="1369519" y="137953"/>
                    <a:pt x="1377096" y="142155"/>
                  </a:cubicBezTo>
                  <a:close/>
                  <a:moveTo>
                    <a:pt x="2040099" y="248045"/>
                  </a:moveTo>
                  <a:cubicBezTo>
                    <a:pt x="2045418" y="250872"/>
                    <a:pt x="2050129" y="254717"/>
                    <a:pt x="2053964" y="259362"/>
                  </a:cubicBezTo>
                  <a:cubicBezTo>
                    <a:pt x="2058100" y="263465"/>
                    <a:pt x="2073487" y="257310"/>
                    <a:pt x="2079675" y="255259"/>
                  </a:cubicBezTo>
                  <a:cubicBezTo>
                    <a:pt x="2085863" y="253207"/>
                    <a:pt x="2086293" y="264491"/>
                    <a:pt x="2096220" y="258336"/>
                  </a:cubicBezTo>
                  <a:cubicBezTo>
                    <a:pt x="2106148" y="252181"/>
                    <a:pt x="2115744" y="255259"/>
                    <a:pt x="2127061" y="255259"/>
                  </a:cubicBezTo>
                  <a:cubicBezTo>
                    <a:pt x="2138378" y="255259"/>
                    <a:pt x="2125009" y="241361"/>
                    <a:pt x="2125539" y="235206"/>
                  </a:cubicBezTo>
                  <a:cubicBezTo>
                    <a:pt x="2126068" y="229051"/>
                    <a:pt x="2138775" y="233154"/>
                    <a:pt x="2134771" y="238283"/>
                  </a:cubicBezTo>
                  <a:cubicBezTo>
                    <a:pt x="2130767" y="243412"/>
                    <a:pt x="2140926" y="255259"/>
                    <a:pt x="2157372" y="254233"/>
                  </a:cubicBezTo>
                  <a:cubicBezTo>
                    <a:pt x="2173818" y="253207"/>
                    <a:pt x="2161508" y="242916"/>
                    <a:pt x="2169715" y="239342"/>
                  </a:cubicBezTo>
                  <a:cubicBezTo>
                    <a:pt x="2177921" y="235768"/>
                    <a:pt x="2176895" y="231632"/>
                    <a:pt x="2165082" y="224418"/>
                  </a:cubicBezTo>
                  <a:cubicBezTo>
                    <a:pt x="2153269" y="217205"/>
                    <a:pt x="2137848" y="221837"/>
                    <a:pt x="2127557" y="217238"/>
                  </a:cubicBezTo>
                  <a:cubicBezTo>
                    <a:pt x="2116604" y="212274"/>
                    <a:pt x="2103434" y="212076"/>
                    <a:pt x="2102905" y="223393"/>
                  </a:cubicBezTo>
                  <a:cubicBezTo>
                    <a:pt x="2102375" y="234710"/>
                    <a:pt x="2080800" y="211050"/>
                    <a:pt x="2069483" y="207476"/>
                  </a:cubicBezTo>
                  <a:cubicBezTo>
                    <a:pt x="2058166" y="203902"/>
                    <a:pt x="2023090" y="239508"/>
                    <a:pt x="2040099" y="248012"/>
                  </a:cubicBezTo>
                  <a:close/>
                  <a:moveTo>
                    <a:pt x="2147511" y="313829"/>
                  </a:moveTo>
                  <a:cubicBezTo>
                    <a:pt x="2156776" y="311777"/>
                    <a:pt x="2140893" y="294835"/>
                    <a:pt x="2124910" y="292254"/>
                  </a:cubicBezTo>
                  <a:cubicBezTo>
                    <a:pt x="2108927" y="289673"/>
                    <a:pt x="2094169" y="302810"/>
                    <a:pt x="2096121" y="305490"/>
                  </a:cubicBezTo>
                  <a:cubicBezTo>
                    <a:pt x="2100754" y="312274"/>
                    <a:pt x="2138245" y="315848"/>
                    <a:pt x="2147511" y="313796"/>
                  </a:cubicBezTo>
                  <a:close/>
                  <a:moveTo>
                    <a:pt x="2106412" y="279911"/>
                  </a:moveTo>
                  <a:cubicBezTo>
                    <a:pt x="2106412" y="272201"/>
                    <a:pt x="2078385" y="282757"/>
                    <a:pt x="2089867" y="286529"/>
                  </a:cubicBezTo>
                  <a:cubicBezTo>
                    <a:pt x="2096121" y="288647"/>
                    <a:pt x="2106412" y="287588"/>
                    <a:pt x="2106412" y="279878"/>
                  </a:cubicBezTo>
                  <a:close/>
                  <a:moveTo>
                    <a:pt x="2195757" y="247549"/>
                  </a:moveTo>
                  <a:cubicBezTo>
                    <a:pt x="2208100" y="248574"/>
                    <a:pt x="2214287" y="260388"/>
                    <a:pt x="2237914" y="261943"/>
                  </a:cubicBezTo>
                  <a:cubicBezTo>
                    <a:pt x="2261541" y="263498"/>
                    <a:pt x="2279046" y="258866"/>
                    <a:pt x="2279542" y="253704"/>
                  </a:cubicBezTo>
                  <a:cubicBezTo>
                    <a:pt x="2280038" y="248541"/>
                    <a:pt x="2257967" y="240864"/>
                    <a:pt x="2251283" y="244968"/>
                  </a:cubicBezTo>
                  <a:cubicBezTo>
                    <a:pt x="2244598" y="249071"/>
                    <a:pt x="2239470" y="238350"/>
                    <a:pt x="2231230" y="240864"/>
                  </a:cubicBezTo>
                  <a:cubicBezTo>
                    <a:pt x="2222990" y="243379"/>
                    <a:pt x="2211707" y="242916"/>
                    <a:pt x="2207603" y="235735"/>
                  </a:cubicBezTo>
                  <a:cubicBezTo>
                    <a:pt x="2203500" y="228555"/>
                    <a:pt x="2189668" y="247152"/>
                    <a:pt x="2195823" y="247516"/>
                  </a:cubicBezTo>
                  <a:close/>
                  <a:moveTo>
                    <a:pt x="478589" y="38913"/>
                  </a:moveTo>
                  <a:cubicBezTo>
                    <a:pt x="490435" y="28125"/>
                    <a:pt x="505855" y="38383"/>
                    <a:pt x="507874" y="33254"/>
                  </a:cubicBezTo>
                  <a:cubicBezTo>
                    <a:pt x="509892" y="28125"/>
                    <a:pt x="485802" y="26636"/>
                    <a:pt x="477066" y="31203"/>
                  </a:cubicBezTo>
                  <a:cubicBezTo>
                    <a:pt x="468330" y="35769"/>
                    <a:pt x="447848" y="32096"/>
                    <a:pt x="450329" y="37821"/>
                  </a:cubicBezTo>
                  <a:cubicBezTo>
                    <a:pt x="451951" y="41428"/>
                    <a:pt x="466875" y="49667"/>
                    <a:pt x="478655" y="38880"/>
                  </a:cubicBezTo>
                  <a:close/>
                  <a:moveTo>
                    <a:pt x="2143341" y="907407"/>
                  </a:moveTo>
                  <a:cubicBezTo>
                    <a:pt x="2137683" y="892517"/>
                    <a:pt x="2151581" y="878089"/>
                    <a:pt x="2141290" y="870379"/>
                  </a:cubicBezTo>
                  <a:cubicBezTo>
                    <a:pt x="2130999" y="862669"/>
                    <a:pt x="2135102" y="846753"/>
                    <a:pt x="2129973" y="849830"/>
                  </a:cubicBezTo>
                  <a:cubicBezTo>
                    <a:pt x="2124844" y="852907"/>
                    <a:pt x="2129973" y="866805"/>
                    <a:pt x="2121766" y="867831"/>
                  </a:cubicBezTo>
                  <a:cubicBezTo>
                    <a:pt x="2113560" y="868857"/>
                    <a:pt x="2121237" y="876567"/>
                    <a:pt x="2118160" y="886858"/>
                  </a:cubicBezTo>
                  <a:cubicBezTo>
                    <a:pt x="2115082" y="897149"/>
                    <a:pt x="2119682" y="912040"/>
                    <a:pt x="2123818" y="921272"/>
                  </a:cubicBezTo>
                  <a:cubicBezTo>
                    <a:pt x="2127954" y="930505"/>
                    <a:pt x="2118160" y="979843"/>
                    <a:pt x="2122296" y="988082"/>
                  </a:cubicBezTo>
                  <a:cubicBezTo>
                    <a:pt x="2126432" y="996322"/>
                    <a:pt x="2115678" y="1032688"/>
                    <a:pt x="2119185" y="1036891"/>
                  </a:cubicBezTo>
                  <a:cubicBezTo>
                    <a:pt x="2125373" y="1044105"/>
                    <a:pt x="2121237" y="1027129"/>
                    <a:pt x="2130469" y="1025607"/>
                  </a:cubicBezTo>
                  <a:cubicBezTo>
                    <a:pt x="2139702" y="1024085"/>
                    <a:pt x="2139735" y="1035865"/>
                    <a:pt x="2145393" y="1038446"/>
                  </a:cubicBezTo>
                  <a:cubicBezTo>
                    <a:pt x="2151051" y="1041027"/>
                    <a:pt x="2147445" y="1021901"/>
                    <a:pt x="2142315" y="1023026"/>
                  </a:cubicBezTo>
                  <a:cubicBezTo>
                    <a:pt x="2137187" y="1024151"/>
                    <a:pt x="2133083" y="1010683"/>
                    <a:pt x="2130469" y="1002477"/>
                  </a:cubicBezTo>
                  <a:cubicBezTo>
                    <a:pt x="2127855" y="994270"/>
                    <a:pt x="2135632" y="984475"/>
                    <a:pt x="2135632" y="974217"/>
                  </a:cubicBezTo>
                  <a:cubicBezTo>
                    <a:pt x="2135632" y="963959"/>
                    <a:pt x="2148471" y="964456"/>
                    <a:pt x="2156181" y="972133"/>
                  </a:cubicBezTo>
                  <a:cubicBezTo>
                    <a:pt x="2163891" y="979810"/>
                    <a:pt x="2164917" y="974714"/>
                    <a:pt x="2161839" y="969055"/>
                  </a:cubicBezTo>
                  <a:cubicBezTo>
                    <a:pt x="2158762" y="963397"/>
                    <a:pt x="2149066" y="922199"/>
                    <a:pt x="2143408" y="907374"/>
                  </a:cubicBezTo>
                  <a:close/>
                  <a:moveTo>
                    <a:pt x="526967" y="34247"/>
                  </a:moveTo>
                  <a:cubicBezTo>
                    <a:pt x="534181" y="39376"/>
                    <a:pt x="506947" y="37821"/>
                    <a:pt x="503341" y="42983"/>
                  </a:cubicBezTo>
                  <a:cubicBezTo>
                    <a:pt x="499734" y="48145"/>
                    <a:pt x="483916" y="46292"/>
                    <a:pt x="486795" y="52215"/>
                  </a:cubicBezTo>
                  <a:cubicBezTo>
                    <a:pt x="489674" y="58138"/>
                    <a:pt x="515551" y="58833"/>
                    <a:pt x="515551" y="53770"/>
                  </a:cubicBezTo>
                  <a:cubicBezTo>
                    <a:pt x="515551" y="48708"/>
                    <a:pt x="528787" y="53241"/>
                    <a:pt x="529449" y="48641"/>
                  </a:cubicBezTo>
                  <a:cubicBezTo>
                    <a:pt x="530111" y="44042"/>
                    <a:pt x="535604" y="38714"/>
                    <a:pt x="549998" y="37821"/>
                  </a:cubicBezTo>
                  <a:cubicBezTo>
                    <a:pt x="564392" y="36927"/>
                    <a:pt x="564392" y="31666"/>
                    <a:pt x="551024" y="25511"/>
                  </a:cubicBezTo>
                  <a:cubicBezTo>
                    <a:pt x="537655" y="19356"/>
                    <a:pt x="519820" y="29085"/>
                    <a:pt x="526967" y="34247"/>
                  </a:cubicBezTo>
                  <a:close/>
                  <a:moveTo>
                    <a:pt x="504863" y="449467"/>
                  </a:moveTo>
                  <a:cubicBezTo>
                    <a:pt x="518761" y="462306"/>
                    <a:pt x="530574" y="443809"/>
                    <a:pt x="537258" y="442849"/>
                  </a:cubicBezTo>
                  <a:cubicBezTo>
                    <a:pt x="543943" y="441890"/>
                    <a:pt x="533155" y="434610"/>
                    <a:pt x="521838" y="431532"/>
                  </a:cubicBezTo>
                  <a:cubicBezTo>
                    <a:pt x="510521" y="428455"/>
                    <a:pt x="494406" y="439772"/>
                    <a:pt x="504863" y="449467"/>
                  </a:cubicBezTo>
                  <a:close/>
                  <a:moveTo>
                    <a:pt x="2967032" y="537091"/>
                  </a:moveTo>
                  <a:cubicBezTo>
                    <a:pt x="2961902" y="535304"/>
                    <a:pt x="2945457" y="524748"/>
                    <a:pt x="2941353" y="518858"/>
                  </a:cubicBezTo>
                  <a:cubicBezTo>
                    <a:pt x="2937250" y="512968"/>
                    <a:pt x="2917462" y="510122"/>
                    <a:pt x="2917462" y="513200"/>
                  </a:cubicBezTo>
                  <a:cubicBezTo>
                    <a:pt x="2917462" y="516277"/>
                    <a:pt x="2910844" y="512439"/>
                    <a:pt x="2909487" y="509096"/>
                  </a:cubicBezTo>
                  <a:cubicBezTo>
                    <a:pt x="2908130" y="505754"/>
                    <a:pt x="2887118" y="505225"/>
                    <a:pt x="2886853" y="508832"/>
                  </a:cubicBezTo>
                  <a:cubicBezTo>
                    <a:pt x="2886588" y="512439"/>
                    <a:pt x="2891751" y="512670"/>
                    <a:pt x="2894828" y="516807"/>
                  </a:cubicBezTo>
                  <a:cubicBezTo>
                    <a:pt x="2897905" y="520943"/>
                    <a:pt x="2890725" y="523226"/>
                    <a:pt x="2892247" y="527859"/>
                  </a:cubicBezTo>
                  <a:cubicBezTo>
                    <a:pt x="2893769" y="532492"/>
                    <a:pt x="2884537" y="525542"/>
                    <a:pt x="2881195" y="522961"/>
                  </a:cubicBezTo>
                  <a:cubicBezTo>
                    <a:pt x="2877852" y="520380"/>
                    <a:pt x="2879408" y="510387"/>
                    <a:pt x="2880434" y="505225"/>
                  </a:cubicBezTo>
                  <a:cubicBezTo>
                    <a:pt x="2881459" y="500063"/>
                    <a:pt x="2874543" y="501122"/>
                    <a:pt x="2873815" y="495993"/>
                  </a:cubicBezTo>
                  <a:cubicBezTo>
                    <a:pt x="2873088" y="490864"/>
                    <a:pt x="2849924" y="480308"/>
                    <a:pt x="2840162" y="476138"/>
                  </a:cubicBezTo>
                  <a:cubicBezTo>
                    <a:pt x="2830401" y="471969"/>
                    <a:pt x="2817793" y="468428"/>
                    <a:pt x="2814451" y="463299"/>
                  </a:cubicBezTo>
                  <a:cubicBezTo>
                    <a:pt x="2811109" y="458170"/>
                    <a:pt x="2793637" y="457641"/>
                    <a:pt x="2786986" y="450692"/>
                  </a:cubicBezTo>
                  <a:cubicBezTo>
                    <a:pt x="2780335" y="443743"/>
                    <a:pt x="2750983" y="431433"/>
                    <a:pt x="2738409" y="430672"/>
                  </a:cubicBezTo>
                  <a:cubicBezTo>
                    <a:pt x="2725835" y="429911"/>
                    <a:pt x="2728482" y="422962"/>
                    <a:pt x="2722459" y="424054"/>
                  </a:cubicBezTo>
                  <a:cubicBezTo>
                    <a:pt x="2716437" y="425146"/>
                    <a:pt x="2689832" y="423822"/>
                    <a:pt x="2681593" y="422532"/>
                  </a:cubicBezTo>
                  <a:cubicBezTo>
                    <a:pt x="2673353" y="421241"/>
                    <a:pt x="2671665" y="427429"/>
                    <a:pt x="2665676" y="425113"/>
                  </a:cubicBezTo>
                  <a:cubicBezTo>
                    <a:pt x="2659687" y="422796"/>
                    <a:pt x="2629276" y="411876"/>
                    <a:pt x="2625570" y="415847"/>
                  </a:cubicBezTo>
                  <a:cubicBezTo>
                    <a:pt x="2621864" y="419818"/>
                    <a:pt x="2623518" y="425774"/>
                    <a:pt x="2619912" y="426900"/>
                  </a:cubicBezTo>
                  <a:cubicBezTo>
                    <a:pt x="2616305" y="428025"/>
                    <a:pt x="2619912" y="433054"/>
                    <a:pt x="2628416" y="440764"/>
                  </a:cubicBezTo>
                  <a:cubicBezTo>
                    <a:pt x="2636920" y="448475"/>
                    <a:pt x="2631725" y="454398"/>
                    <a:pt x="2624048" y="457740"/>
                  </a:cubicBezTo>
                  <a:cubicBezTo>
                    <a:pt x="2616371" y="461082"/>
                    <a:pt x="2603995" y="454629"/>
                    <a:pt x="2600124" y="448739"/>
                  </a:cubicBezTo>
                  <a:cubicBezTo>
                    <a:pt x="2596252" y="442849"/>
                    <a:pt x="2585762" y="445430"/>
                    <a:pt x="2583181" y="437687"/>
                  </a:cubicBezTo>
                  <a:cubicBezTo>
                    <a:pt x="2580600" y="429944"/>
                    <a:pt x="2586258" y="428686"/>
                    <a:pt x="2591388" y="433054"/>
                  </a:cubicBezTo>
                  <a:cubicBezTo>
                    <a:pt x="2594639" y="435888"/>
                    <a:pt x="2599572" y="435548"/>
                    <a:pt x="2602406" y="432297"/>
                  </a:cubicBezTo>
                  <a:cubicBezTo>
                    <a:pt x="2603414" y="431140"/>
                    <a:pt x="2604059" y="429711"/>
                    <a:pt x="2604260" y="428190"/>
                  </a:cubicBezTo>
                  <a:cubicBezTo>
                    <a:pt x="2605021" y="422532"/>
                    <a:pt x="2590362" y="418693"/>
                    <a:pt x="2582387" y="419189"/>
                  </a:cubicBezTo>
                  <a:cubicBezTo>
                    <a:pt x="2574412" y="419686"/>
                    <a:pt x="2570077" y="430771"/>
                    <a:pt x="2561838" y="435404"/>
                  </a:cubicBezTo>
                  <a:cubicBezTo>
                    <a:pt x="2553598" y="440036"/>
                    <a:pt x="2521765" y="433584"/>
                    <a:pt x="2518423" y="430506"/>
                  </a:cubicBezTo>
                  <a:cubicBezTo>
                    <a:pt x="2515081" y="427429"/>
                    <a:pt x="2470607" y="430506"/>
                    <a:pt x="2465974" y="433584"/>
                  </a:cubicBezTo>
                  <a:cubicBezTo>
                    <a:pt x="2461342" y="436661"/>
                    <a:pt x="2464717" y="448739"/>
                    <a:pt x="2462401" y="449765"/>
                  </a:cubicBezTo>
                  <a:cubicBezTo>
                    <a:pt x="2460084" y="450791"/>
                    <a:pt x="2457768" y="435900"/>
                    <a:pt x="2457768" y="433054"/>
                  </a:cubicBezTo>
                  <a:cubicBezTo>
                    <a:pt x="2457768" y="430209"/>
                    <a:pt x="2452374" y="428190"/>
                    <a:pt x="2444532" y="428190"/>
                  </a:cubicBezTo>
                  <a:cubicBezTo>
                    <a:pt x="2436689" y="428190"/>
                    <a:pt x="2431957" y="427925"/>
                    <a:pt x="2435299" y="424583"/>
                  </a:cubicBezTo>
                  <a:cubicBezTo>
                    <a:pt x="2438642" y="421241"/>
                    <a:pt x="2432189" y="417965"/>
                    <a:pt x="2438377" y="413531"/>
                  </a:cubicBezTo>
                  <a:cubicBezTo>
                    <a:pt x="2444565" y="409097"/>
                    <a:pt x="2427060" y="395563"/>
                    <a:pt x="2410117" y="388878"/>
                  </a:cubicBezTo>
                  <a:cubicBezTo>
                    <a:pt x="2393175" y="382194"/>
                    <a:pt x="2354591" y="386033"/>
                    <a:pt x="2344300" y="389143"/>
                  </a:cubicBezTo>
                  <a:cubicBezTo>
                    <a:pt x="2334009" y="392254"/>
                    <a:pt x="2313460" y="391195"/>
                    <a:pt x="2303698" y="391426"/>
                  </a:cubicBezTo>
                  <a:cubicBezTo>
                    <a:pt x="2293937" y="391658"/>
                    <a:pt x="2301912" y="387588"/>
                    <a:pt x="2299099" y="382955"/>
                  </a:cubicBezTo>
                  <a:cubicBezTo>
                    <a:pt x="2296286" y="378323"/>
                    <a:pt x="2279542" y="372697"/>
                    <a:pt x="2277226" y="376536"/>
                  </a:cubicBezTo>
                  <a:cubicBezTo>
                    <a:pt x="2274910" y="380374"/>
                    <a:pt x="2270608" y="376536"/>
                    <a:pt x="2270608" y="373723"/>
                  </a:cubicBezTo>
                  <a:cubicBezTo>
                    <a:pt x="2270608" y="370910"/>
                    <a:pt x="2254923" y="365252"/>
                    <a:pt x="2248735" y="366509"/>
                  </a:cubicBezTo>
                  <a:cubicBezTo>
                    <a:pt x="2242547" y="367767"/>
                    <a:pt x="2239767" y="360851"/>
                    <a:pt x="2246948" y="360851"/>
                  </a:cubicBezTo>
                  <a:cubicBezTo>
                    <a:pt x="2254129" y="360851"/>
                    <a:pt x="2266471" y="362406"/>
                    <a:pt x="2261078" y="354233"/>
                  </a:cubicBezTo>
                  <a:cubicBezTo>
                    <a:pt x="2255684" y="346059"/>
                    <a:pt x="2209423" y="343412"/>
                    <a:pt x="2205055" y="344967"/>
                  </a:cubicBezTo>
                  <a:cubicBezTo>
                    <a:pt x="2200687" y="346523"/>
                    <a:pt x="2204790" y="352413"/>
                    <a:pt x="2194797" y="361943"/>
                  </a:cubicBezTo>
                  <a:cubicBezTo>
                    <a:pt x="2184804" y="371473"/>
                    <a:pt x="2174943" y="365020"/>
                    <a:pt x="2176266" y="360388"/>
                  </a:cubicBezTo>
                  <a:cubicBezTo>
                    <a:pt x="2177590" y="355755"/>
                    <a:pt x="2189900" y="356549"/>
                    <a:pt x="2189900" y="351916"/>
                  </a:cubicBezTo>
                  <a:cubicBezTo>
                    <a:pt x="2189900" y="347284"/>
                    <a:pt x="2172924" y="349865"/>
                    <a:pt x="2170377" y="345993"/>
                  </a:cubicBezTo>
                  <a:cubicBezTo>
                    <a:pt x="2167829" y="342122"/>
                    <a:pt x="2173950" y="339574"/>
                    <a:pt x="2180304" y="341360"/>
                  </a:cubicBezTo>
                  <a:cubicBezTo>
                    <a:pt x="2186657" y="343147"/>
                    <a:pt x="2197246" y="344206"/>
                    <a:pt x="2197775" y="341360"/>
                  </a:cubicBezTo>
                  <a:cubicBezTo>
                    <a:pt x="2198305" y="338515"/>
                    <a:pt x="2191356" y="338051"/>
                    <a:pt x="2181230" y="336231"/>
                  </a:cubicBezTo>
                  <a:cubicBezTo>
                    <a:pt x="2171104" y="334411"/>
                    <a:pt x="2146022" y="328521"/>
                    <a:pt x="2132918" y="329812"/>
                  </a:cubicBezTo>
                  <a:cubicBezTo>
                    <a:pt x="2119814" y="331102"/>
                    <a:pt x="2113891" y="324914"/>
                    <a:pt x="2106710" y="324418"/>
                  </a:cubicBezTo>
                  <a:cubicBezTo>
                    <a:pt x="2099530" y="323922"/>
                    <a:pt x="2099530" y="328257"/>
                    <a:pt x="2102872" y="332360"/>
                  </a:cubicBezTo>
                  <a:cubicBezTo>
                    <a:pt x="2106214" y="336463"/>
                    <a:pt x="2095923" y="338978"/>
                    <a:pt x="2087451" y="337754"/>
                  </a:cubicBezTo>
                  <a:cubicBezTo>
                    <a:pt x="2078980" y="336529"/>
                    <a:pt x="2066637" y="342386"/>
                    <a:pt x="2071502" y="348574"/>
                  </a:cubicBezTo>
                  <a:cubicBezTo>
                    <a:pt x="2076366" y="354762"/>
                    <a:pt x="2081429" y="346754"/>
                    <a:pt x="2085367" y="348839"/>
                  </a:cubicBezTo>
                  <a:cubicBezTo>
                    <a:pt x="2089305" y="350924"/>
                    <a:pt x="2074579" y="355258"/>
                    <a:pt x="2080767" y="358071"/>
                  </a:cubicBezTo>
                  <a:cubicBezTo>
                    <a:pt x="2086955" y="360884"/>
                    <a:pt x="2085896" y="366807"/>
                    <a:pt x="2086161" y="369884"/>
                  </a:cubicBezTo>
                  <a:cubicBezTo>
                    <a:pt x="2086426" y="372962"/>
                    <a:pt x="2075870" y="374517"/>
                    <a:pt x="2072031" y="369884"/>
                  </a:cubicBezTo>
                  <a:cubicBezTo>
                    <a:pt x="2068193" y="365252"/>
                    <a:pt x="2062766" y="369355"/>
                    <a:pt x="2055486" y="368859"/>
                  </a:cubicBezTo>
                  <a:cubicBezTo>
                    <a:pt x="2048206" y="368362"/>
                    <a:pt x="2042912" y="371671"/>
                    <a:pt x="2050622" y="372730"/>
                  </a:cubicBezTo>
                  <a:cubicBezTo>
                    <a:pt x="2058332" y="373789"/>
                    <a:pt x="2060880" y="378620"/>
                    <a:pt x="2050622" y="379646"/>
                  </a:cubicBezTo>
                  <a:cubicBezTo>
                    <a:pt x="2040364" y="380672"/>
                    <a:pt x="2042912" y="370149"/>
                    <a:pt x="2036757" y="371440"/>
                  </a:cubicBezTo>
                  <a:cubicBezTo>
                    <a:pt x="2030602" y="372730"/>
                    <a:pt x="2017233" y="366542"/>
                    <a:pt x="2010019" y="366807"/>
                  </a:cubicBezTo>
                  <a:cubicBezTo>
                    <a:pt x="2002806" y="367072"/>
                    <a:pt x="1999497" y="372730"/>
                    <a:pt x="1989967" y="373425"/>
                  </a:cubicBezTo>
                  <a:cubicBezTo>
                    <a:pt x="1980437" y="374120"/>
                    <a:pt x="1967631" y="368528"/>
                    <a:pt x="1963759" y="363498"/>
                  </a:cubicBezTo>
                  <a:cubicBezTo>
                    <a:pt x="1959887" y="358468"/>
                    <a:pt x="1958630" y="356880"/>
                    <a:pt x="1953832" y="362737"/>
                  </a:cubicBezTo>
                  <a:cubicBezTo>
                    <a:pt x="1949034" y="368594"/>
                    <a:pt x="1948934" y="379944"/>
                    <a:pt x="1944335" y="380705"/>
                  </a:cubicBezTo>
                  <a:cubicBezTo>
                    <a:pt x="1939735" y="381466"/>
                    <a:pt x="1937717" y="391493"/>
                    <a:pt x="1933283" y="393941"/>
                  </a:cubicBezTo>
                  <a:cubicBezTo>
                    <a:pt x="1928849" y="396390"/>
                    <a:pt x="1928385" y="390103"/>
                    <a:pt x="1922495" y="390632"/>
                  </a:cubicBezTo>
                  <a:cubicBezTo>
                    <a:pt x="1916605" y="391162"/>
                    <a:pt x="1897578" y="372664"/>
                    <a:pt x="1896519" y="367270"/>
                  </a:cubicBezTo>
                  <a:cubicBezTo>
                    <a:pt x="1895460" y="361877"/>
                    <a:pt x="1883680" y="351585"/>
                    <a:pt x="1880602" y="349534"/>
                  </a:cubicBezTo>
                  <a:cubicBezTo>
                    <a:pt x="1877525" y="347482"/>
                    <a:pt x="1883680" y="346456"/>
                    <a:pt x="1887518" y="349799"/>
                  </a:cubicBezTo>
                  <a:cubicBezTo>
                    <a:pt x="1891035" y="352833"/>
                    <a:pt x="1896078" y="353336"/>
                    <a:pt x="1900126" y="351056"/>
                  </a:cubicBezTo>
                  <a:cubicBezTo>
                    <a:pt x="1903964" y="349004"/>
                    <a:pt x="1903435" y="339507"/>
                    <a:pt x="1896817" y="339243"/>
                  </a:cubicBezTo>
                  <a:cubicBezTo>
                    <a:pt x="1890199" y="338978"/>
                    <a:pt x="1892714" y="333353"/>
                    <a:pt x="1896056" y="332294"/>
                  </a:cubicBezTo>
                  <a:cubicBezTo>
                    <a:pt x="1899398" y="331235"/>
                    <a:pt x="1888345" y="321274"/>
                    <a:pt x="1892449" y="320249"/>
                  </a:cubicBezTo>
                  <a:cubicBezTo>
                    <a:pt x="1896552" y="319223"/>
                    <a:pt x="1894765" y="314822"/>
                    <a:pt x="1889140" y="314061"/>
                  </a:cubicBezTo>
                  <a:cubicBezTo>
                    <a:pt x="1883514" y="313300"/>
                    <a:pt x="1877591" y="308667"/>
                    <a:pt x="1877293" y="305854"/>
                  </a:cubicBezTo>
                  <a:cubicBezTo>
                    <a:pt x="1876996" y="303042"/>
                    <a:pt x="1853170" y="301983"/>
                    <a:pt x="1854130" y="306086"/>
                  </a:cubicBezTo>
                  <a:cubicBezTo>
                    <a:pt x="1855090" y="310189"/>
                    <a:pt x="1846453" y="308932"/>
                    <a:pt x="1847744" y="305590"/>
                  </a:cubicBezTo>
                  <a:cubicBezTo>
                    <a:pt x="1849034" y="302247"/>
                    <a:pt x="1839239" y="303273"/>
                    <a:pt x="1827889" y="300196"/>
                  </a:cubicBezTo>
                  <a:cubicBezTo>
                    <a:pt x="1816539" y="297118"/>
                    <a:pt x="1816341" y="289144"/>
                    <a:pt x="1812469" y="288647"/>
                  </a:cubicBezTo>
                  <a:cubicBezTo>
                    <a:pt x="1808597" y="288151"/>
                    <a:pt x="1809921" y="299666"/>
                    <a:pt x="1804263" y="297118"/>
                  </a:cubicBezTo>
                  <a:cubicBezTo>
                    <a:pt x="1800958" y="295556"/>
                    <a:pt x="1797013" y="296968"/>
                    <a:pt x="1795451" y="300272"/>
                  </a:cubicBezTo>
                  <a:cubicBezTo>
                    <a:pt x="1794578" y="302118"/>
                    <a:pt x="1794606" y="304264"/>
                    <a:pt x="1795527" y="306086"/>
                  </a:cubicBezTo>
                  <a:cubicBezTo>
                    <a:pt x="1798604" y="312704"/>
                    <a:pt x="1795791" y="313796"/>
                    <a:pt x="1795262" y="319322"/>
                  </a:cubicBezTo>
                  <a:cubicBezTo>
                    <a:pt x="1794733" y="324848"/>
                    <a:pt x="1791655" y="322433"/>
                    <a:pt x="1785004" y="320116"/>
                  </a:cubicBezTo>
                  <a:cubicBezTo>
                    <a:pt x="1778352" y="317800"/>
                    <a:pt x="1778386" y="325775"/>
                    <a:pt x="1763925" y="322168"/>
                  </a:cubicBezTo>
                  <a:cubicBezTo>
                    <a:pt x="1749464" y="318561"/>
                    <a:pt x="1743111" y="322433"/>
                    <a:pt x="1740530" y="317800"/>
                  </a:cubicBezTo>
                  <a:cubicBezTo>
                    <a:pt x="1737949" y="313167"/>
                    <a:pt x="1733581" y="312671"/>
                    <a:pt x="1733085" y="316509"/>
                  </a:cubicBezTo>
                  <a:cubicBezTo>
                    <a:pt x="1732588" y="320348"/>
                    <a:pt x="1710484" y="318826"/>
                    <a:pt x="1708664" y="313200"/>
                  </a:cubicBezTo>
                  <a:cubicBezTo>
                    <a:pt x="1706844" y="307575"/>
                    <a:pt x="1712503" y="306582"/>
                    <a:pt x="1715877" y="304994"/>
                  </a:cubicBezTo>
                  <a:cubicBezTo>
                    <a:pt x="1719253" y="303406"/>
                    <a:pt x="1712271" y="301122"/>
                    <a:pt x="1700193" y="301917"/>
                  </a:cubicBezTo>
                  <a:cubicBezTo>
                    <a:pt x="1688115" y="302711"/>
                    <a:pt x="1680338" y="295729"/>
                    <a:pt x="1668062" y="297019"/>
                  </a:cubicBezTo>
                  <a:cubicBezTo>
                    <a:pt x="1655785" y="298310"/>
                    <a:pt x="1628353" y="300858"/>
                    <a:pt x="1624382" y="302678"/>
                  </a:cubicBezTo>
                  <a:cubicBezTo>
                    <a:pt x="1620411" y="304498"/>
                    <a:pt x="1627989" y="311413"/>
                    <a:pt x="1622066" y="311910"/>
                  </a:cubicBezTo>
                  <a:cubicBezTo>
                    <a:pt x="1616143" y="312406"/>
                    <a:pt x="1620279" y="300626"/>
                    <a:pt x="1619253" y="294967"/>
                  </a:cubicBezTo>
                  <a:cubicBezTo>
                    <a:pt x="1618227" y="289309"/>
                    <a:pt x="1609326" y="288349"/>
                    <a:pt x="1610484" y="292916"/>
                  </a:cubicBezTo>
                  <a:cubicBezTo>
                    <a:pt x="1611642" y="297482"/>
                    <a:pt x="1596354" y="298806"/>
                    <a:pt x="1592516" y="295464"/>
                  </a:cubicBezTo>
                  <a:cubicBezTo>
                    <a:pt x="1586751" y="290486"/>
                    <a:pt x="1579874" y="286967"/>
                    <a:pt x="1572463" y="285206"/>
                  </a:cubicBezTo>
                  <a:cubicBezTo>
                    <a:pt x="1562536" y="282625"/>
                    <a:pt x="1550094" y="293412"/>
                    <a:pt x="1552940" y="296523"/>
                  </a:cubicBezTo>
                  <a:cubicBezTo>
                    <a:pt x="1555785" y="299633"/>
                    <a:pt x="1563231" y="297284"/>
                    <a:pt x="1563463" y="299335"/>
                  </a:cubicBezTo>
                  <a:cubicBezTo>
                    <a:pt x="1563992" y="303538"/>
                    <a:pt x="1542152" y="301917"/>
                    <a:pt x="1542152" y="305490"/>
                  </a:cubicBezTo>
                  <a:cubicBezTo>
                    <a:pt x="1542152" y="309064"/>
                    <a:pt x="1521835" y="313961"/>
                    <a:pt x="1515680" y="314723"/>
                  </a:cubicBezTo>
                  <a:cubicBezTo>
                    <a:pt x="1498770" y="316873"/>
                    <a:pt x="1495097" y="316807"/>
                    <a:pt x="1487156" y="323492"/>
                  </a:cubicBezTo>
                  <a:cubicBezTo>
                    <a:pt x="1479214" y="330176"/>
                    <a:pt x="1485369" y="317568"/>
                    <a:pt x="1491524" y="311413"/>
                  </a:cubicBezTo>
                  <a:cubicBezTo>
                    <a:pt x="1497679" y="305259"/>
                    <a:pt x="1504098" y="307807"/>
                    <a:pt x="1507705" y="302942"/>
                  </a:cubicBezTo>
                  <a:cubicBezTo>
                    <a:pt x="1511312" y="298078"/>
                    <a:pt x="1516970" y="298541"/>
                    <a:pt x="1526732" y="297019"/>
                  </a:cubicBezTo>
                  <a:cubicBezTo>
                    <a:pt x="1536494" y="295497"/>
                    <a:pt x="1535964" y="289805"/>
                    <a:pt x="1540597" y="287754"/>
                  </a:cubicBezTo>
                  <a:cubicBezTo>
                    <a:pt x="1545230" y="285702"/>
                    <a:pt x="1556514" y="281334"/>
                    <a:pt x="1558598" y="276701"/>
                  </a:cubicBezTo>
                  <a:cubicBezTo>
                    <a:pt x="1560683" y="272069"/>
                    <a:pt x="1583780" y="264392"/>
                    <a:pt x="1588380" y="264623"/>
                  </a:cubicBezTo>
                  <a:cubicBezTo>
                    <a:pt x="1592980" y="264855"/>
                    <a:pt x="1594005" y="255391"/>
                    <a:pt x="1596586" y="255391"/>
                  </a:cubicBezTo>
                  <a:cubicBezTo>
                    <a:pt x="1599167" y="255391"/>
                    <a:pt x="1612536" y="249468"/>
                    <a:pt x="1617665" y="247152"/>
                  </a:cubicBezTo>
                  <a:cubicBezTo>
                    <a:pt x="1621966" y="245261"/>
                    <a:pt x="1624983" y="241281"/>
                    <a:pt x="1625640" y="236629"/>
                  </a:cubicBezTo>
                  <a:cubicBezTo>
                    <a:pt x="1625904" y="233320"/>
                    <a:pt x="1618691" y="233816"/>
                    <a:pt x="1617930" y="230706"/>
                  </a:cubicBezTo>
                  <a:cubicBezTo>
                    <a:pt x="1617169" y="227595"/>
                    <a:pt x="1621239" y="229680"/>
                    <a:pt x="1626665" y="227628"/>
                  </a:cubicBezTo>
                  <a:cubicBezTo>
                    <a:pt x="1632092" y="225577"/>
                    <a:pt x="1626665" y="218396"/>
                    <a:pt x="1622298" y="219686"/>
                  </a:cubicBezTo>
                  <a:cubicBezTo>
                    <a:pt x="1617930" y="220977"/>
                    <a:pt x="1624614" y="215815"/>
                    <a:pt x="1620742" y="211182"/>
                  </a:cubicBezTo>
                  <a:cubicBezTo>
                    <a:pt x="1616871" y="206549"/>
                    <a:pt x="1609194" y="214028"/>
                    <a:pt x="1609425" y="209131"/>
                  </a:cubicBezTo>
                  <a:cubicBezTo>
                    <a:pt x="1609657" y="204233"/>
                    <a:pt x="1608929" y="198078"/>
                    <a:pt x="1605818" y="195001"/>
                  </a:cubicBezTo>
                  <a:cubicBezTo>
                    <a:pt x="1602708" y="191923"/>
                    <a:pt x="1597116" y="200395"/>
                    <a:pt x="1590696" y="195530"/>
                  </a:cubicBezTo>
                  <a:cubicBezTo>
                    <a:pt x="1584277" y="190666"/>
                    <a:pt x="1565481" y="187556"/>
                    <a:pt x="1565481" y="189607"/>
                  </a:cubicBezTo>
                  <a:cubicBezTo>
                    <a:pt x="1565481" y="191659"/>
                    <a:pt x="1556481" y="186530"/>
                    <a:pt x="1554694" y="188581"/>
                  </a:cubicBezTo>
                  <a:cubicBezTo>
                    <a:pt x="1552907" y="190633"/>
                    <a:pt x="1537983" y="190368"/>
                    <a:pt x="1533350" y="189078"/>
                  </a:cubicBezTo>
                  <a:cubicBezTo>
                    <a:pt x="1528718" y="187787"/>
                    <a:pt x="1522331" y="190898"/>
                    <a:pt x="1522066" y="195530"/>
                  </a:cubicBezTo>
                  <a:cubicBezTo>
                    <a:pt x="1521802" y="200163"/>
                    <a:pt x="1503569" y="198343"/>
                    <a:pt x="1500227" y="197582"/>
                  </a:cubicBezTo>
                  <a:cubicBezTo>
                    <a:pt x="1496884" y="196821"/>
                    <a:pt x="1512834" y="183684"/>
                    <a:pt x="1512834" y="181368"/>
                  </a:cubicBezTo>
                  <a:cubicBezTo>
                    <a:pt x="1512834" y="179051"/>
                    <a:pt x="1485832" y="181897"/>
                    <a:pt x="1484277" y="179349"/>
                  </a:cubicBezTo>
                  <a:cubicBezTo>
                    <a:pt x="1482722" y="176801"/>
                    <a:pt x="1469651" y="176040"/>
                    <a:pt x="1463728" y="176239"/>
                  </a:cubicBezTo>
                  <a:cubicBezTo>
                    <a:pt x="1457804" y="176437"/>
                    <a:pt x="1463496" y="174716"/>
                    <a:pt x="1468890" y="174187"/>
                  </a:cubicBezTo>
                  <a:cubicBezTo>
                    <a:pt x="1474283" y="173657"/>
                    <a:pt x="1479148" y="169058"/>
                    <a:pt x="1485071" y="168032"/>
                  </a:cubicBezTo>
                  <a:cubicBezTo>
                    <a:pt x="1490994" y="167006"/>
                    <a:pt x="1489671" y="164955"/>
                    <a:pt x="1487122" y="161414"/>
                  </a:cubicBezTo>
                  <a:cubicBezTo>
                    <a:pt x="1484575" y="157873"/>
                    <a:pt x="1478354" y="159594"/>
                    <a:pt x="1472464" y="157807"/>
                  </a:cubicBezTo>
                  <a:cubicBezTo>
                    <a:pt x="1466561" y="155642"/>
                    <a:pt x="1460451" y="154089"/>
                    <a:pt x="1454231" y="153174"/>
                  </a:cubicBezTo>
                  <a:cubicBezTo>
                    <a:pt x="1449101" y="152943"/>
                    <a:pt x="1443410" y="155756"/>
                    <a:pt x="1431365" y="158072"/>
                  </a:cubicBezTo>
                  <a:cubicBezTo>
                    <a:pt x="1419320" y="160388"/>
                    <a:pt x="1418129" y="169620"/>
                    <a:pt x="1412073" y="172466"/>
                  </a:cubicBezTo>
                  <a:cubicBezTo>
                    <a:pt x="1406018" y="175312"/>
                    <a:pt x="1395131" y="186596"/>
                    <a:pt x="1400260" y="187622"/>
                  </a:cubicBezTo>
                  <a:cubicBezTo>
                    <a:pt x="1405389" y="188648"/>
                    <a:pt x="1402808" y="191725"/>
                    <a:pt x="1403569" y="195067"/>
                  </a:cubicBezTo>
                  <a:cubicBezTo>
                    <a:pt x="1404330" y="198409"/>
                    <a:pt x="1399697" y="199170"/>
                    <a:pt x="1393642" y="198145"/>
                  </a:cubicBezTo>
                  <a:cubicBezTo>
                    <a:pt x="1387586" y="197119"/>
                    <a:pt x="1366905" y="197383"/>
                    <a:pt x="1367169" y="201751"/>
                  </a:cubicBezTo>
                  <a:cubicBezTo>
                    <a:pt x="1367434" y="206119"/>
                    <a:pt x="1379247" y="208171"/>
                    <a:pt x="1378486" y="210487"/>
                  </a:cubicBezTo>
                  <a:cubicBezTo>
                    <a:pt x="1377725" y="212804"/>
                    <a:pt x="1369486" y="210223"/>
                    <a:pt x="1365250" y="207939"/>
                  </a:cubicBezTo>
                  <a:cubicBezTo>
                    <a:pt x="1361014" y="205656"/>
                    <a:pt x="1352014" y="206880"/>
                    <a:pt x="1350095" y="211248"/>
                  </a:cubicBezTo>
                  <a:cubicBezTo>
                    <a:pt x="1348175" y="215616"/>
                    <a:pt x="1341094" y="214557"/>
                    <a:pt x="1338778" y="213565"/>
                  </a:cubicBezTo>
                  <a:cubicBezTo>
                    <a:pt x="1336461" y="212572"/>
                    <a:pt x="1331332" y="215616"/>
                    <a:pt x="1327494" y="214359"/>
                  </a:cubicBezTo>
                  <a:cubicBezTo>
                    <a:pt x="1323655" y="213101"/>
                    <a:pt x="1335204" y="207410"/>
                    <a:pt x="1332358" y="204432"/>
                  </a:cubicBezTo>
                  <a:cubicBezTo>
                    <a:pt x="1329512" y="201454"/>
                    <a:pt x="1317203" y="204200"/>
                    <a:pt x="1315813" y="208833"/>
                  </a:cubicBezTo>
                  <a:cubicBezTo>
                    <a:pt x="1314423" y="213465"/>
                    <a:pt x="1307044" y="205524"/>
                    <a:pt x="1304231" y="207013"/>
                  </a:cubicBezTo>
                  <a:cubicBezTo>
                    <a:pt x="1300567" y="209108"/>
                    <a:pt x="1296789" y="210997"/>
                    <a:pt x="1292914" y="212671"/>
                  </a:cubicBezTo>
                  <a:cubicBezTo>
                    <a:pt x="1287520" y="214988"/>
                    <a:pt x="1278288" y="210090"/>
                    <a:pt x="1276203" y="214227"/>
                  </a:cubicBezTo>
                  <a:cubicBezTo>
                    <a:pt x="1274119" y="218363"/>
                    <a:pt x="1286494" y="219620"/>
                    <a:pt x="1286759" y="221407"/>
                  </a:cubicBezTo>
                  <a:cubicBezTo>
                    <a:pt x="1287024" y="223194"/>
                    <a:pt x="1258765" y="222929"/>
                    <a:pt x="1257970" y="225775"/>
                  </a:cubicBezTo>
                  <a:cubicBezTo>
                    <a:pt x="1257176" y="228621"/>
                    <a:pt x="1247679" y="228588"/>
                    <a:pt x="1236131" y="228853"/>
                  </a:cubicBezTo>
                  <a:cubicBezTo>
                    <a:pt x="1224582" y="229117"/>
                    <a:pt x="1229182" y="234776"/>
                    <a:pt x="1219916" y="236563"/>
                  </a:cubicBezTo>
                  <a:cubicBezTo>
                    <a:pt x="1210651" y="238350"/>
                    <a:pt x="1206680" y="238614"/>
                    <a:pt x="1203371" y="243181"/>
                  </a:cubicBezTo>
                  <a:cubicBezTo>
                    <a:pt x="1200062" y="247747"/>
                    <a:pt x="1193080" y="248574"/>
                    <a:pt x="1190135" y="244968"/>
                  </a:cubicBezTo>
                  <a:cubicBezTo>
                    <a:pt x="1187190" y="241361"/>
                    <a:pt x="1178553" y="246788"/>
                    <a:pt x="1183186" y="247284"/>
                  </a:cubicBezTo>
                  <a:cubicBezTo>
                    <a:pt x="1187819" y="247780"/>
                    <a:pt x="1183451" y="252446"/>
                    <a:pt x="1180605" y="251387"/>
                  </a:cubicBezTo>
                  <a:cubicBezTo>
                    <a:pt x="1177759" y="250328"/>
                    <a:pt x="1169586" y="256285"/>
                    <a:pt x="1174185" y="255755"/>
                  </a:cubicBezTo>
                  <a:cubicBezTo>
                    <a:pt x="1178785" y="255226"/>
                    <a:pt x="1181134" y="259064"/>
                    <a:pt x="1178818" y="261943"/>
                  </a:cubicBezTo>
                  <a:cubicBezTo>
                    <a:pt x="1176501" y="264822"/>
                    <a:pt x="1166475" y="258634"/>
                    <a:pt x="1163894" y="261182"/>
                  </a:cubicBezTo>
                  <a:cubicBezTo>
                    <a:pt x="1161313" y="263730"/>
                    <a:pt x="1168792" y="267072"/>
                    <a:pt x="1173424" y="266576"/>
                  </a:cubicBezTo>
                  <a:cubicBezTo>
                    <a:pt x="1177027" y="265956"/>
                    <a:pt x="1180449" y="268374"/>
                    <a:pt x="1181069" y="271976"/>
                  </a:cubicBezTo>
                  <a:cubicBezTo>
                    <a:pt x="1181097" y="272138"/>
                    <a:pt x="1181118" y="272302"/>
                    <a:pt x="1181134" y="272466"/>
                  </a:cubicBezTo>
                  <a:cubicBezTo>
                    <a:pt x="1181631" y="275775"/>
                    <a:pt x="1170347" y="270414"/>
                    <a:pt x="1167898" y="273260"/>
                  </a:cubicBezTo>
                  <a:cubicBezTo>
                    <a:pt x="1165449" y="276106"/>
                    <a:pt x="1169685" y="277363"/>
                    <a:pt x="1174516" y="277860"/>
                  </a:cubicBezTo>
                  <a:cubicBezTo>
                    <a:pt x="1179348" y="278356"/>
                    <a:pt x="1175807" y="280176"/>
                    <a:pt x="1180208" y="284048"/>
                  </a:cubicBezTo>
                  <a:lnTo>
                    <a:pt x="1181035" y="284875"/>
                  </a:lnTo>
                  <a:cubicBezTo>
                    <a:pt x="1183682" y="288184"/>
                    <a:pt x="1178686" y="289177"/>
                    <a:pt x="1179182" y="292254"/>
                  </a:cubicBezTo>
                  <a:cubicBezTo>
                    <a:pt x="1179678" y="295331"/>
                    <a:pt x="1174285" y="296887"/>
                    <a:pt x="1174285" y="293809"/>
                  </a:cubicBezTo>
                  <a:cubicBezTo>
                    <a:pt x="1174285" y="290732"/>
                    <a:pt x="1160651" y="289673"/>
                    <a:pt x="1157739" y="293015"/>
                  </a:cubicBezTo>
                  <a:cubicBezTo>
                    <a:pt x="1154827" y="296357"/>
                    <a:pt x="1152842" y="298938"/>
                    <a:pt x="1149500" y="295861"/>
                  </a:cubicBezTo>
                  <a:cubicBezTo>
                    <a:pt x="1146158" y="292783"/>
                    <a:pt x="1136264" y="296622"/>
                    <a:pt x="1123822" y="297151"/>
                  </a:cubicBezTo>
                  <a:cubicBezTo>
                    <a:pt x="1111379" y="297681"/>
                    <a:pt x="1085271" y="298674"/>
                    <a:pt x="1078851" y="300990"/>
                  </a:cubicBezTo>
                  <a:cubicBezTo>
                    <a:pt x="1072432" y="303306"/>
                    <a:pt x="1067005" y="312307"/>
                    <a:pt x="1072928" y="318197"/>
                  </a:cubicBezTo>
                  <a:cubicBezTo>
                    <a:pt x="1078851" y="324087"/>
                    <a:pt x="1073193" y="326701"/>
                    <a:pt x="1073193" y="330540"/>
                  </a:cubicBezTo>
                  <a:cubicBezTo>
                    <a:pt x="1073193" y="334378"/>
                    <a:pt x="1088613" y="342353"/>
                    <a:pt x="1096820" y="343147"/>
                  </a:cubicBezTo>
                  <a:cubicBezTo>
                    <a:pt x="1105026" y="343941"/>
                    <a:pt x="1111743" y="353935"/>
                    <a:pt x="1106747" y="360090"/>
                  </a:cubicBezTo>
                  <a:cubicBezTo>
                    <a:pt x="1101750" y="366245"/>
                    <a:pt x="1086892" y="358303"/>
                    <a:pt x="1077197" y="350593"/>
                  </a:cubicBezTo>
                  <a:cubicBezTo>
                    <a:pt x="1067501" y="342883"/>
                    <a:pt x="1044834" y="339805"/>
                    <a:pt x="1037488" y="340302"/>
                  </a:cubicBezTo>
                  <a:cubicBezTo>
                    <a:pt x="1030142" y="340798"/>
                    <a:pt x="1034378" y="333683"/>
                    <a:pt x="1024881" y="333882"/>
                  </a:cubicBezTo>
                  <a:cubicBezTo>
                    <a:pt x="1015384" y="334081"/>
                    <a:pt x="1007409" y="342618"/>
                    <a:pt x="1013829" y="342618"/>
                  </a:cubicBezTo>
                  <a:cubicBezTo>
                    <a:pt x="1020248" y="342618"/>
                    <a:pt x="1024351" y="342122"/>
                    <a:pt x="1021009" y="345199"/>
                  </a:cubicBezTo>
                  <a:cubicBezTo>
                    <a:pt x="1017667" y="348276"/>
                    <a:pt x="1022829" y="347515"/>
                    <a:pt x="1030539" y="350824"/>
                  </a:cubicBezTo>
                  <a:cubicBezTo>
                    <a:pt x="1038249" y="354133"/>
                    <a:pt x="1024120" y="358799"/>
                    <a:pt x="1016145" y="353405"/>
                  </a:cubicBezTo>
                  <a:cubicBezTo>
                    <a:pt x="1009955" y="349281"/>
                    <a:pt x="1001594" y="350955"/>
                    <a:pt x="997469" y="357145"/>
                  </a:cubicBezTo>
                  <a:cubicBezTo>
                    <a:pt x="997440" y="357189"/>
                    <a:pt x="997411" y="357233"/>
                    <a:pt x="997382" y="357277"/>
                  </a:cubicBezTo>
                  <a:cubicBezTo>
                    <a:pt x="995066" y="361380"/>
                    <a:pt x="1006615" y="373194"/>
                    <a:pt x="1020546" y="375245"/>
                  </a:cubicBezTo>
                  <a:cubicBezTo>
                    <a:pt x="1034477" y="377297"/>
                    <a:pt x="1029811" y="381665"/>
                    <a:pt x="1036231" y="383981"/>
                  </a:cubicBezTo>
                  <a:cubicBezTo>
                    <a:pt x="1042650" y="386297"/>
                    <a:pt x="1038018" y="388878"/>
                    <a:pt x="1033650" y="389143"/>
                  </a:cubicBezTo>
                  <a:cubicBezTo>
                    <a:pt x="1029282" y="389408"/>
                    <a:pt x="1020414" y="382525"/>
                    <a:pt x="1013597" y="378852"/>
                  </a:cubicBezTo>
                  <a:cubicBezTo>
                    <a:pt x="1006780" y="375179"/>
                    <a:pt x="987918" y="380407"/>
                    <a:pt x="984047" y="376271"/>
                  </a:cubicBezTo>
                  <a:cubicBezTo>
                    <a:pt x="980175" y="372135"/>
                    <a:pt x="986628" y="368064"/>
                    <a:pt x="983021" y="364987"/>
                  </a:cubicBezTo>
                  <a:cubicBezTo>
                    <a:pt x="979414" y="361910"/>
                    <a:pt x="982525" y="355060"/>
                    <a:pt x="987157" y="347747"/>
                  </a:cubicBezTo>
                  <a:cubicBezTo>
                    <a:pt x="991790" y="340434"/>
                    <a:pt x="986363" y="328223"/>
                    <a:pt x="979679" y="326172"/>
                  </a:cubicBezTo>
                  <a:cubicBezTo>
                    <a:pt x="972995" y="324120"/>
                    <a:pt x="973524" y="331069"/>
                    <a:pt x="975079" y="333121"/>
                  </a:cubicBezTo>
                  <a:cubicBezTo>
                    <a:pt x="976635" y="335173"/>
                    <a:pt x="975841" y="344934"/>
                    <a:pt x="970678" y="351354"/>
                  </a:cubicBezTo>
                  <a:cubicBezTo>
                    <a:pt x="965516" y="357773"/>
                    <a:pt x="949864" y="357773"/>
                    <a:pt x="949864" y="362141"/>
                  </a:cubicBezTo>
                  <a:cubicBezTo>
                    <a:pt x="949864" y="366509"/>
                    <a:pt x="939342" y="369851"/>
                    <a:pt x="942915" y="372929"/>
                  </a:cubicBezTo>
                  <a:cubicBezTo>
                    <a:pt x="946489" y="376006"/>
                    <a:pt x="960652" y="391956"/>
                    <a:pt x="962770" y="396853"/>
                  </a:cubicBezTo>
                  <a:cubicBezTo>
                    <a:pt x="964888" y="401751"/>
                    <a:pt x="950162" y="417138"/>
                    <a:pt x="952479" y="426138"/>
                  </a:cubicBezTo>
                  <a:cubicBezTo>
                    <a:pt x="954795" y="435139"/>
                    <a:pt x="950427" y="439375"/>
                    <a:pt x="953240" y="443610"/>
                  </a:cubicBezTo>
                  <a:cubicBezTo>
                    <a:pt x="956052" y="447846"/>
                    <a:pt x="962472" y="444107"/>
                    <a:pt x="966476" y="445927"/>
                  </a:cubicBezTo>
                  <a:cubicBezTo>
                    <a:pt x="970480" y="447747"/>
                    <a:pt x="977263" y="443346"/>
                    <a:pt x="986760" y="441559"/>
                  </a:cubicBezTo>
                  <a:cubicBezTo>
                    <a:pt x="996257" y="439772"/>
                    <a:pt x="1013762" y="449765"/>
                    <a:pt x="1020182" y="452843"/>
                  </a:cubicBezTo>
                  <a:cubicBezTo>
                    <a:pt x="1026601" y="455920"/>
                    <a:pt x="1023259" y="461082"/>
                    <a:pt x="1026601" y="466079"/>
                  </a:cubicBezTo>
                  <a:cubicBezTo>
                    <a:pt x="1029944" y="471075"/>
                    <a:pt x="1018891" y="471241"/>
                    <a:pt x="1018627" y="478951"/>
                  </a:cubicBezTo>
                  <a:cubicBezTo>
                    <a:pt x="1018362" y="486661"/>
                    <a:pt x="1037918" y="489970"/>
                    <a:pt x="1038680" y="492187"/>
                  </a:cubicBezTo>
                  <a:cubicBezTo>
                    <a:pt x="1039441" y="494404"/>
                    <a:pt x="1024814" y="492717"/>
                    <a:pt x="1019156" y="490665"/>
                  </a:cubicBezTo>
                  <a:cubicBezTo>
                    <a:pt x="1013497" y="488613"/>
                    <a:pt x="1013001" y="481135"/>
                    <a:pt x="1011181" y="479613"/>
                  </a:cubicBezTo>
                  <a:cubicBezTo>
                    <a:pt x="1009361" y="478091"/>
                    <a:pt x="1015053" y="471903"/>
                    <a:pt x="1015549" y="467005"/>
                  </a:cubicBezTo>
                  <a:cubicBezTo>
                    <a:pt x="1016045" y="462108"/>
                    <a:pt x="1009130" y="459295"/>
                    <a:pt x="1006813" y="455953"/>
                  </a:cubicBezTo>
                  <a:cubicBezTo>
                    <a:pt x="1004497" y="452611"/>
                    <a:pt x="1000394" y="447747"/>
                    <a:pt x="995761" y="448772"/>
                  </a:cubicBezTo>
                  <a:cubicBezTo>
                    <a:pt x="991129" y="449798"/>
                    <a:pt x="974186" y="451320"/>
                    <a:pt x="969057" y="455953"/>
                  </a:cubicBezTo>
                  <a:cubicBezTo>
                    <a:pt x="963928" y="460586"/>
                    <a:pt x="969818" y="473690"/>
                    <a:pt x="972664" y="480109"/>
                  </a:cubicBezTo>
                  <a:cubicBezTo>
                    <a:pt x="975509" y="486529"/>
                    <a:pt x="957740" y="495529"/>
                    <a:pt x="958236" y="500658"/>
                  </a:cubicBezTo>
                  <a:cubicBezTo>
                    <a:pt x="958733" y="505787"/>
                    <a:pt x="952843" y="508137"/>
                    <a:pt x="945000" y="512240"/>
                  </a:cubicBezTo>
                  <a:cubicBezTo>
                    <a:pt x="937158" y="516343"/>
                    <a:pt x="928819" y="519421"/>
                    <a:pt x="929051" y="526105"/>
                  </a:cubicBezTo>
                  <a:cubicBezTo>
                    <a:pt x="929282" y="532789"/>
                    <a:pt x="918792" y="529182"/>
                    <a:pt x="913398" y="526105"/>
                  </a:cubicBezTo>
                  <a:cubicBezTo>
                    <a:pt x="908005" y="523028"/>
                    <a:pt x="901056" y="527892"/>
                    <a:pt x="893346" y="527660"/>
                  </a:cubicBezTo>
                  <a:cubicBezTo>
                    <a:pt x="885636" y="527429"/>
                    <a:pt x="885636" y="521042"/>
                    <a:pt x="879481" y="523259"/>
                  </a:cubicBezTo>
                  <a:cubicBezTo>
                    <a:pt x="876582" y="524853"/>
                    <a:pt x="872940" y="523796"/>
                    <a:pt x="871346" y="520898"/>
                  </a:cubicBezTo>
                  <a:cubicBezTo>
                    <a:pt x="870493" y="519347"/>
                    <a:pt x="870370" y="517498"/>
                    <a:pt x="871009" y="515847"/>
                  </a:cubicBezTo>
                  <a:cubicBezTo>
                    <a:pt x="872797" y="511214"/>
                    <a:pt x="879712" y="514788"/>
                    <a:pt x="880242" y="518130"/>
                  </a:cubicBezTo>
                  <a:cubicBezTo>
                    <a:pt x="880771" y="521472"/>
                    <a:pt x="885139" y="519950"/>
                    <a:pt x="890169" y="517104"/>
                  </a:cubicBezTo>
                  <a:cubicBezTo>
                    <a:pt x="895199" y="514259"/>
                    <a:pt x="892750" y="520711"/>
                    <a:pt x="900096" y="521241"/>
                  </a:cubicBezTo>
                  <a:cubicBezTo>
                    <a:pt x="907442" y="521770"/>
                    <a:pt x="903405" y="517369"/>
                    <a:pt x="909097" y="517932"/>
                  </a:cubicBezTo>
                  <a:cubicBezTo>
                    <a:pt x="914788" y="518494"/>
                    <a:pt x="914987" y="516641"/>
                    <a:pt x="913200" y="513795"/>
                  </a:cubicBezTo>
                  <a:cubicBezTo>
                    <a:pt x="911413" y="510950"/>
                    <a:pt x="917303" y="508931"/>
                    <a:pt x="920910" y="507376"/>
                  </a:cubicBezTo>
                  <a:cubicBezTo>
                    <a:pt x="924517" y="505820"/>
                    <a:pt x="922962" y="499930"/>
                    <a:pt x="926304" y="498144"/>
                  </a:cubicBezTo>
                  <a:cubicBezTo>
                    <a:pt x="929646" y="496357"/>
                    <a:pt x="927330" y="492750"/>
                    <a:pt x="930937" y="492485"/>
                  </a:cubicBezTo>
                  <a:cubicBezTo>
                    <a:pt x="934543" y="492220"/>
                    <a:pt x="936066" y="486826"/>
                    <a:pt x="939408" y="486826"/>
                  </a:cubicBezTo>
                  <a:cubicBezTo>
                    <a:pt x="942750" y="486826"/>
                    <a:pt x="944537" y="481433"/>
                    <a:pt x="942485" y="478587"/>
                  </a:cubicBezTo>
                  <a:cubicBezTo>
                    <a:pt x="940434" y="475741"/>
                    <a:pt x="943776" y="468064"/>
                    <a:pt x="947118" y="467038"/>
                  </a:cubicBezTo>
                  <a:cubicBezTo>
                    <a:pt x="950460" y="466013"/>
                    <a:pt x="950725" y="462935"/>
                    <a:pt x="947647" y="460619"/>
                  </a:cubicBezTo>
                  <a:cubicBezTo>
                    <a:pt x="944570" y="458302"/>
                    <a:pt x="933253" y="450692"/>
                    <a:pt x="934014" y="445728"/>
                  </a:cubicBezTo>
                  <a:cubicBezTo>
                    <a:pt x="934775" y="440764"/>
                    <a:pt x="931963" y="431830"/>
                    <a:pt x="933485" y="427991"/>
                  </a:cubicBezTo>
                  <a:cubicBezTo>
                    <a:pt x="935007" y="424153"/>
                    <a:pt x="933749" y="416178"/>
                    <a:pt x="933253" y="411446"/>
                  </a:cubicBezTo>
                  <a:cubicBezTo>
                    <a:pt x="932757" y="406714"/>
                    <a:pt x="936066" y="401685"/>
                    <a:pt x="937621" y="393213"/>
                  </a:cubicBezTo>
                  <a:cubicBezTo>
                    <a:pt x="939176" y="384742"/>
                    <a:pt x="928620" y="375708"/>
                    <a:pt x="923491" y="373359"/>
                  </a:cubicBezTo>
                  <a:cubicBezTo>
                    <a:pt x="918362" y="371010"/>
                    <a:pt x="921671" y="366410"/>
                    <a:pt x="929150" y="360123"/>
                  </a:cubicBezTo>
                  <a:cubicBezTo>
                    <a:pt x="936628" y="353836"/>
                    <a:pt x="937091" y="334676"/>
                    <a:pt x="936595" y="330573"/>
                  </a:cubicBezTo>
                  <a:cubicBezTo>
                    <a:pt x="936099" y="326470"/>
                    <a:pt x="920910" y="322863"/>
                    <a:pt x="915020" y="323359"/>
                  </a:cubicBezTo>
                  <a:cubicBezTo>
                    <a:pt x="903968" y="323638"/>
                    <a:pt x="892910" y="323129"/>
                    <a:pt x="881930" y="321837"/>
                  </a:cubicBezTo>
                  <a:cubicBezTo>
                    <a:pt x="876536" y="320811"/>
                    <a:pt x="874716" y="326437"/>
                    <a:pt x="872003" y="331599"/>
                  </a:cubicBezTo>
                  <a:cubicBezTo>
                    <a:pt x="867205" y="339342"/>
                    <a:pt x="863318" y="347615"/>
                    <a:pt x="860421" y="356251"/>
                  </a:cubicBezTo>
                  <a:cubicBezTo>
                    <a:pt x="857112" y="367833"/>
                    <a:pt x="843478" y="371407"/>
                    <a:pt x="837257" y="373988"/>
                  </a:cubicBezTo>
                  <a:cubicBezTo>
                    <a:pt x="831036" y="376569"/>
                    <a:pt x="827330" y="385040"/>
                    <a:pt x="830044" y="389143"/>
                  </a:cubicBezTo>
                  <a:cubicBezTo>
                    <a:pt x="832757" y="393246"/>
                    <a:pt x="836992" y="389937"/>
                    <a:pt x="839971" y="391460"/>
                  </a:cubicBezTo>
                  <a:cubicBezTo>
                    <a:pt x="842949" y="392982"/>
                    <a:pt x="839706" y="403802"/>
                    <a:pt x="837886" y="405324"/>
                  </a:cubicBezTo>
                  <a:cubicBezTo>
                    <a:pt x="836066" y="406847"/>
                    <a:pt x="841195" y="410718"/>
                    <a:pt x="836893" y="413564"/>
                  </a:cubicBezTo>
                  <a:cubicBezTo>
                    <a:pt x="832592" y="416410"/>
                    <a:pt x="828389" y="422300"/>
                    <a:pt x="830970" y="425377"/>
                  </a:cubicBezTo>
                  <a:cubicBezTo>
                    <a:pt x="833551" y="428455"/>
                    <a:pt x="846125" y="430010"/>
                    <a:pt x="851519" y="433087"/>
                  </a:cubicBezTo>
                  <a:cubicBezTo>
                    <a:pt x="856913" y="436165"/>
                    <a:pt x="854828" y="441823"/>
                    <a:pt x="858998" y="447217"/>
                  </a:cubicBezTo>
                  <a:cubicBezTo>
                    <a:pt x="863167" y="452611"/>
                    <a:pt x="867469" y="449269"/>
                    <a:pt x="869521" y="452611"/>
                  </a:cubicBezTo>
                  <a:cubicBezTo>
                    <a:pt x="871572" y="455953"/>
                    <a:pt x="862075" y="469322"/>
                    <a:pt x="858700" y="469818"/>
                  </a:cubicBezTo>
                  <a:cubicBezTo>
                    <a:pt x="855325" y="470314"/>
                    <a:pt x="841758" y="456218"/>
                    <a:pt x="837655" y="453273"/>
                  </a:cubicBezTo>
                  <a:cubicBezTo>
                    <a:pt x="833551" y="450328"/>
                    <a:pt x="817601" y="445265"/>
                    <a:pt x="809660" y="441195"/>
                  </a:cubicBezTo>
                  <a:cubicBezTo>
                    <a:pt x="801718" y="437125"/>
                    <a:pt x="795232" y="437588"/>
                    <a:pt x="786496" y="431665"/>
                  </a:cubicBezTo>
                  <a:cubicBezTo>
                    <a:pt x="777760" y="425741"/>
                    <a:pt x="770315" y="422929"/>
                    <a:pt x="754399" y="423193"/>
                  </a:cubicBezTo>
                  <a:cubicBezTo>
                    <a:pt x="738482" y="423458"/>
                    <a:pt x="728191" y="419620"/>
                    <a:pt x="722764" y="420381"/>
                  </a:cubicBezTo>
                  <a:cubicBezTo>
                    <a:pt x="717337" y="421142"/>
                    <a:pt x="719455" y="414987"/>
                    <a:pt x="709925" y="410851"/>
                  </a:cubicBezTo>
                  <a:cubicBezTo>
                    <a:pt x="700395" y="406714"/>
                    <a:pt x="694240" y="401089"/>
                    <a:pt x="688846" y="403935"/>
                  </a:cubicBezTo>
                  <a:cubicBezTo>
                    <a:pt x="683452" y="406780"/>
                    <a:pt x="685537" y="417171"/>
                    <a:pt x="693744" y="418329"/>
                  </a:cubicBezTo>
                  <a:cubicBezTo>
                    <a:pt x="701950" y="419487"/>
                    <a:pt x="697847" y="423954"/>
                    <a:pt x="706582" y="423458"/>
                  </a:cubicBezTo>
                  <a:cubicBezTo>
                    <a:pt x="715318" y="422962"/>
                    <a:pt x="717900" y="426039"/>
                    <a:pt x="717635" y="431400"/>
                  </a:cubicBezTo>
                  <a:cubicBezTo>
                    <a:pt x="717370" y="436761"/>
                    <a:pt x="721738" y="442187"/>
                    <a:pt x="725610" y="445827"/>
                  </a:cubicBezTo>
                  <a:cubicBezTo>
                    <a:pt x="729481" y="449467"/>
                    <a:pt x="727132" y="455324"/>
                    <a:pt x="720216" y="455324"/>
                  </a:cubicBezTo>
                  <a:cubicBezTo>
                    <a:pt x="713300" y="455324"/>
                    <a:pt x="705325" y="456350"/>
                    <a:pt x="708403" y="461214"/>
                  </a:cubicBezTo>
                  <a:cubicBezTo>
                    <a:pt x="711480" y="466079"/>
                    <a:pt x="706351" y="467402"/>
                    <a:pt x="699402" y="464821"/>
                  </a:cubicBezTo>
                  <a:cubicBezTo>
                    <a:pt x="692453" y="462240"/>
                    <a:pt x="696556" y="457376"/>
                    <a:pt x="699402" y="454530"/>
                  </a:cubicBezTo>
                  <a:cubicBezTo>
                    <a:pt x="702248" y="451684"/>
                    <a:pt x="693214" y="448111"/>
                    <a:pt x="688846" y="446555"/>
                  </a:cubicBezTo>
                  <a:cubicBezTo>
                    <a:pt x="684478" y="445000"/>
                    <a:pt x="667006" y="457905"/>
                    <a:pt x="662142" y="459792"/>
                  </a:cubicBezTo>
                  <a:cubicBezTo>
                    <a:pt x="657278" y="461678"/>
                    <a:pt x="645167" y="456714"/>
                    <a:pt x="632824" y="459792"/>
                  </a:cubicBezTo>
                  <a:cubicBezTo>
                    <a:pt x="620481" y="462869"/>
                    <a:pt x="621275" y="472664"/>
                    <a:pt x="616643" y="471638"/>
                  </a:cubicBezTo>
                  <a:cubicBezTo>
                    <a:pt x="612010" y="470612"/>
                    <a:pt x="598410" y="472895"/>
                    <a:pt x="593247" y="469818"/>
                  </a:cubicBezTo>
                  <a:cubicBezTo>
                    <a:pt x="588085" y="466741"/>
                    <a:pt x="592222" y="464954"/>
                    <a:pt x="597616" y="465218"/>
                  </a:cubicBezTo>
                  <a:cubicBezTo>
                    <a:pt x="603009" y="465483"/>
                    <a:pt x="604829" y="463663"/>
                    <a:pt x="601752" y="460056"/>
                  </a:cubicBezTo>
                  <a:cubicBezTo>
                    <a:pt x="598674" y="456449"/>
                    <a:pt x="605855" y="450824"/>
                    <a:pt x="605590" y="448243"/>
                  </a:cubicBezTo>
                  <a:cubicBezTo>
                    <a:pt x="605325" y="445662"/>
                    <a:pt x="585306" y="452346"/>
                    <a:pt x="581964" y="455192"/>
                  </a:cubicBezTo>
                  <a:cubicBezTo>
                    <a:pt x="578622" y="458038"/>
                    <a:pt x="582228" y="463167"/>
                    <a:pt x="578655" y="465119"/>
                  </a:cubicBezTo>
                  <a:cubicBezTo>
                    <a:pt x="575081" y="467071"/>
                    <a:pt x="575048" y="462009"/>
                    <a:pt x="570944" y="460486"/>
                  </a:cubicBezTo>
                  <a:cubicBezTo>
                    <a:pt x="566841" y="458964"/>
                    <a:pt x="536762" y="465880"/>
                    <a:pt x="531236" y="472300"/>
                  </a:cubicBezTo>
                  <a:cubicBezTo>
                    <a:pt x="525710" y="478719"/>
                    <a:pt x="514525" y="478918"/>
                    <a:pt x="514525" y="482591"/>
                  </a:cubicBezTo>
                  <a:cubicBezTo>
                    <a:pt x="514525" y="486264"/>
                    <a:pt x="500925" y="485900"/>
                    <a:pt x="495531" y="488514"/>
                  </a:cubicBezTo>
                  <a:cubicBezTo>
                    <a:pt x="490137" y="491128"/>
                    <a:pt x="493711" y="501585"/>
                    <a:pt x="491659" y="506747"/>
                  </a:cubicBezTo>
                  <a:cubicBezTo>
                    <a:pt x="489608" y="511909"/>
                    <a:pt x="468496" y="510354"/>
                    <a:pt x="462110" y="510585"/>
                  </a:cubicBezTo>
                  <a:cubicBezTo>
                    <a:pt x="455723" y="510817"/>
                    <a:pt x="453374" y="498243"/>
                    <a:pt x="448212" y="497349"/>
                  </a:cubicBezTo>
                  <a:cubicBezTo>
                    <a:pt x="443050" y="496456"/>
                    <a:pt x="446160" y="489408"/>
                    <a:pt x="447715" y="486297"/>
                  </a:cubicBezTo>
                  <a:cubicBezTo>
                    <a:pt x="449271" y="483187"/>
                    <a:pt x="453374" y="485801"/>
                    <a:pt x="459793" y="481697"/>
                  </a:cubicBezTo>
                  <a:cubicBezTo>
                    <a:pt x="466213" y="477594"/>
                    <a:pt x="472632" y="483749"/>
                    <a:pt x="475214" y="480903"/>
                  </a:cubicBezTo>
                  <a:cubicBezTo>
                    <a:pt x="477795" y="478058"/>
                    <a:pt x="465286" y="470645"/>
                    <a:pt x="464691" y="464193"/>
                  </a:cubicBezTo>
                  <a:cubicBezTo>
                    <a:pt x="464095" y="457740"/>
                    <a:pt x="450263" y="455986"/>
                    <a:pt x="442553" y="458038"/>
                  </a:cubicBezTo>
                  <a:cubicBezTo>
                    <a:pt x="435306" y="459713"/>
                    <a:pt x="427705" y="458897"/>
                    <a:pt x="420978" y="455721"/>
                  </a:cubicBezTo>
                  <a:cubicBezTo>
                    <a:pt x="415584" y="453173"/>
                    <a:pt x="416114" y="460354"/>
                    <a:pt x="424056" y="462340"/>
                  </a:cubicBezTo>
                  <a:cubicBezTo>
                    <a:pt x="431997" y="464325"/>
                    <a:pt x="427927" y="470579"/>
                    <a:pt x="429218" y="474418"/>
                  </a:cubicBezTo>
                  <a:cubicBezTo>
                    <a:pt x="430508" y="478256"/>
                    <a:pt x="427133" y="487025"/>
                    <a:pt x="422600" y="493676"/>
                  </a:cubicBezTo>
                  <a:cubicBezTo>
                    <a:pt x="418066" y="500327"/>
                    <a:pt x="421309" y="500129"/>
                    <a:pt x="428258" y="499864"/>
                  </a:cubicBezTo>
                  <a:cubicBezTo>
                    <a:pt x="435207" y="499599"/>
                    <a:pt x="434678" y="508600"/>
                    <a:pt x="434678" y="515251"/>
                  </a:cubicBezTo>
                  <a:cubicBezTo>
                    <a:pt x="434678" y="521903"/>
                    <a:pt x="429284" y="523756"/>
                    <a:pt x="429284" y="528488"/>
                  </a:cubicBezTo>
                  <a:cubicBezTo>
                    <a:pt x="429284" y="533220"/>
                    <a:pt x="423626" y="526204"/>
                    <a:pt x="421805" y="528256"/>
                  </a:cubicBezTo>
                  <a:cubicBezTo>
                    <a:pt x="419985" y="530308"/>
                    <a:pt x="417702" y="527230"/>
                    <a:pt x="416676" y="523094"/>
                  </a:cubicBezTo>
                  <a:cubicBezTo>
                    <a:pt x="415651" y="518957"/>
                    <a:pt x="405128" y="521307"/>
                    <a:pt x="399205" y="519785"/>
                  </a:cubicBezTo>
                  <a:cubicBezTo>
                    <a:pt x="393281" y="518263"/>
                    <a:pt x="390965" y="520844"/>
                    <a:pt x="388152" y="525178"/>
                  </a:cubicBezTo>
                  <a:cubicBezTo>
                    <a:pt x="385340" y="529513"/>
                    <a:pt x="377100" y="531366"/>
                    <a:pt x="372732" y="531797"/>
                  </a:cubicBezTo>
                  <a:cubicBezTo>
                    <a:pt x="368364" y="532227"/>
                    <a:pt x="360654" y="540797"/>
                    <a:pt x="356187" y="543875"/>
                  </a:cubicBezTo>
                  <a:cubicBezTo>
                    <a:pt x="351719" y="546952"/>
                    <a:pt x="350793" y="552875"/>
                    <a:pt x="357213" y="559063"/>
                  </a:cubicBezTo>
                  <a:cubicBezTo>
                    <a:pt x="363632" y="565251"/>
                    <a:pt x="364923" y="569321"/>
                    <a:pt x="364426" y="572663"/>
                  </a:cubicBezTo>
                  <a:cubicBezTo>
                    <a:pt x="363930" y="576006"/>
                    <a:pt x="346425" y="574980"/>
                    <a:pt x="343612" y="571373"/>
                  </a:cubicBezTo>
                  <a:cubicBezTo>
                    <a:pt x="340800" y="567766"/>
                    <a:pt x="329483" y="566509"/>
                    <a:pt x="325611" y="567270"/>
                  </a:cubicBezTo>
                  <a:cubicBezTo>
                    <a:pt x="321740" y="568031"/>
                    <a:pt x="311250" y="555721"/>
                    <a:pt x="305757" y="555456"/>
                  </a:cubicBezTo>
                  <a:cubicBezTo>
                    <a:pt x="300264" y="555192"/>
                    <a:pt x="296988" y="561876"/>
                    <a:pt x="295201" y="565218"/>
                  </a:cubicBezTo>
                  <a:cubicBezTo>
                    <a:pt x="293414" y="568560"/>
                    <a:pt x="297749" y="569586"/>
                    <a:pt x="300330" y="575145"/>
                  </a:cubicBezTo>
                  <a:cubicBezTo>
                    <a:pt x="302911" y="580704"/>
                    <a:pt x="312408" y="581035"/>
                    <a:pt x="317306" y="581035"/>
                  </a:cubicBezTo>
                  <a:cubicBezTo>
                    <a:pt x="322203" y="581035"/>
                    <a:pt x="320383" y="588514"/>
                    <a:pt x="318861" y="591591"/>
                  </a:cubicBezTo>
                  <a:cubicBezTo>
                    <a:pt x="317339" y="594669"/>
                    <a:pt x="308305" y="596985"/>
                    <a:pt x="305625" y="593643"/>
                  </a:cubicBezTo>
                  <a:cubicBezTo>
                    <a:pt x="302944" y="590301"/>
                    <a:pt x="292388" y="593643"/>
                    <a:pt x="291991" y="589540"/>
                  </a:cubicBezTo>
                  <a:cubicBezTo>
                    <a:pt x="291594" y="585436"/>
                    <a:pt x="284016" y="579248"/>
                    <a:pt x="276041" y="580539"/>
                  </a:cubicBezTo>
                  <a:cubicBezTo>
                    <a:pt x="268067" y="581830"/>
                    <a:pt x="266544" y="576667"/>
                    <a:pt x="267041" y="570612"/>
                  </a:cubicBezTo>
                  <a:cubicBezTo>
                    <a:pt x="267537" y="564556"/>
                    <a:pt x="262706" y="560850"/>
                    <a:pt x="262938" y="558037"/>
                  </a:cubicBezTo>
                  <a:cubicBezTo>
                    <a:pt x="263169" y="555225"/>
                    <a:pt x="259331" y="549533"/>
                    <a:pt x="263434" y="546720"/>
                  </a:cubicBezTo>
                  <a:cubicBezTo>
                    <a:pt x="267537" y="543908"/>
                    <a:pt x="264493" y="539540"/>
                    <a:pt x="264725" y="535668"/>
                  </a:cubicBezTo>
                  <a:cubicBezTo>
                    <a:pt x="264956" y="531797"/>
                    <a:pt x="257808" y="525906"/>
                    <a:pt x="251488" y="525906"/>
                  </a:cubicBezTo>
                  <a:cubicBezTo>
                    <a:pt x="245168" y="525906"/>
                    <a:pt x="246359" y="519487"/>
                    <a:pt x="240965" y="518196"/>
                  </a:cubicBezTo>
                  <a:cubicBezTo>
                    <a:pt x="235572" y="516906"/>
                    <a:pt x="224751" y="507905"/>
                    <a:pt x="223990" y="504067"/>
                  </a:cubicBezTo>
                  <a:cubicBezTo>
                    <a:pt x="223229" y="500228"/>
                    <a:pt x="214989" y="499699"/>
                    <a:pt x="217802" y="498408"/>
                  </a:cubicBezTo>
                  <a:cubicBezTo>
                    <a:pt x="220615" y="497118"/>
                    <a:pt x="227068" y="498938"/>
                    <a:pt x="231700" y="503537"/>
                  </a:cubicBezTo>
                  <a:cubicBezTo>
                    <a:pt x="236333" y="508137"/>
                    <a:pt x="243778" y="512273"/>
                    <a:pt x="255823" y="513828"/>
                  </a:cubicBezTo>
                  <a:cubicBezTo>
                    <a:pt x="267868" y="515384"/>
                    <a:pt x="272799" y="521009"/>
                    <a:pt x="286167" y="523325"/>
                  </a:cubicBezTo>
                  <a:cubicBezTo>
                    <a:pt x="299536" y="525642"/>
                    <a:pt x="307510" y="527197"/>
                    <a:pt x="326769" y="529943"/>
                  </a:cubicBezTo>
                  <a:cubicBezTo>
                    <a:pt x="346028" y="532690"/>
                    <a:pt x="371739" y="513233"/>
                    <a:pt x="377166" y="507839"/>
                  </a:cubicBezTo>
                  <a:cubicBezTo>
                    <a:pt x="382593" y="502445"/>
                    <a:pt x="375611" y="491294"/>
                    <a:pt x="375611" y="487290"/>
                  </a:cubicBezTo>
                  <a:cubicBezTo>
                    <a:pt x="375611" y="483286"/>
                    <a:pt x="366875" y="482657"/>
                    <a:pt x="365684" y="479580"/>
                  </a:cubicBezTo>
                  <a:cubicBezTo>
                    <a:pt x="362775" y="474321"/>
                    <a:pt x="357297" y="470997"/>
                    <a:pt x="351290" y="470844"/>
                  </a:cubicBezTo>
                  <a:cubicBezTo>
                    <a:pt x="343844" y="470844"/>
                    <a:pt x="342818" y="462373"/>
                    <a:pt x="336895" y="462902"/>
                  </a:cubicBezTo>
                  <a:cubicBezTo>
                    <a:pt x="330972" y="463431"/>
                    <a:pt x="326968" y="460321"/>
                    <a:pt x="311448" y="450030"/>
                  </a:cubicBezTo>
                  <a:cubicBezTo>
                    <a:pt x="295929" y="439739"/>
                    <a:pt x="274718" y="432293"/>
                    <a:pt x="270846" y="434080"/>
                  </a:cubicBezTo>
                  <a:cubicBezTo>
                    <a:pt x="266975" y="435867"/>
                    <a:pt x="264427" y="436926"/>
                    <a:pt x="261846" y="433087"/>
                  </a:cubicBezTo>
                  <a:cubicBezTo>
                    <a:pt x="259265" y="429249"/>
                    <a:pt x="253374" y="429778"/>
                    <a:pt x="249271" y="432823"/>
                  </a:cubicBezTo>
                  <a:cubicBezTo>
                    <a:pt x="245168" y="435867"/>
                    <a:pt x="241065" y="430010"/>
                    <a:pt x="233322" y="431797"/>
                  </a:cubicBezTo>
                  <a:cubicBezTo>
                    <a:pt x="225578" y="433584"/>
                    <a:pt x="221508" y="428488"/>
                    <a:pt x="223395" y="426138"/>
                  </a:cubicBezTo>
                  <a:cubicBezTo>
                    <a:pt x="225281" y="423789"/>
                    <a:pt x="236631" y="425874"/>
                    <a:pt x="236234" y="422035"/>
                  </a:cubicBezTo>
                  <a:cubicBezTo>
                    <a:pt x="235837" y="418197"/>
                    <a:pt x="231634" y="422035"/>
                    <a:pt x="224685" y="417403"/>
                  </a:cubicBezTo>
                  <a:cubicBezTo>
                    <a:pt x="217736" y="412770"/>
                    <a:pt x="213898" y="415847"/>
                    <a:pt x="212342" y="419719"/>
                  </a:cubicBezTo>
                  <a:cubicBezTo>
                    <a:pt x="210787" y="423590"/>
                    <a:pt x="205426" y="422532"/>
                    <a:pt x="201819" y="419223"/>
                  </a:cubicBezTo>
                  <a:cubicBezTo>
                    <a:pt x="201456" y="418892"/>
                    <a:pt x="201056" y="418604"/>
                    <a:pt x="200628" y="418362"/>
                  </a:cubicBezTo>
                  <a:cubicBezTo>
                    <a:pt x="199437" y="424815"/>
                    <a:pt x="195632" y="425444"/>
                    <a:pt x="191793" y="424583"/>
                  </a:cubicBezTo>
                  <a:cubicBezTo>
                    <a:pt x="187160" y="423557"/>
                    <a:pt x="182527" y="431201"/>
                    <a:pt x="177399" y="431201"/>
                  </a:cubicBezTo>
                  <a:cubicBezTo>
                    <a:pt x="171775" y="432001"/>
                    <a:pt x="167148" y="436032"/>
                    <a:pt x="165585" y="441492"/>
                  </a:cubicBezTo>
                  <a:cubicBezTo>
                    <a:pt x="164559" y="446092"/>
                    <a:pt x="158967" y="443544"/>
                    <a:pt x="158967" y="446621"/>
                  </a:cubicBezTo>
                  <a:cubicBezTo>
                    <a:pt x="159343" y="449928"/>
                    <a:pt x="158418" y="453251"/>
                    <a:pt x="156386" y="455887"/>
                  </a:cubicBezTo>
                  <a:cubicBezTo>
                    <a:pt x="153838" y="458964"/>
                    <a:pt x="156386" y="460520"/>
                    <a:pt x="158967" y="465814"/>
                  </a:cubicBezTo>
                  <a:cubicBezTo>
                    <a:pt x="161548" y="471108"/>
                    <a:pt x="167174" y="470447"/>
                    <a:pt x="169754" y="471969"/>
                  </a:cubicBezTo>
                  <a:cubicBezTo>
                    <a:pt x="172336" y="473491"/>
                    <a:pt x="182097" y="481896"/>
                    <a:pt x="182097" y="484841"/>
                  </a:cubicBezTo>
                  <a:cubicBezTo>
                    <a:pt x="182097" y="487786"/>
                    <a:pt x="174387" y="495629"/>
                    <a:pt x="171310" y="497680"/>
                  </a:cubicBezTo>
                  <a:cubicBezTo>
                    <a:pt x="168232" y="499732"/>
                    <a:pt x="164096" y="504861"/>
                    <a:pt x="166148" y="507938"/>
                  </a:cubicBezTo>
                  <a:cubicBezTo>
                    <a:pt x="168199" y="511016"/>
                    <a:pt x="176968" y="523888"/>
                    <a:pt x="182693" y="534179"/>
                  </a:cubicBezTo>
                  <a:cubicBezTo>
                    <a:pt x="188418" y="544470"/>
                    <a:pt x="180675" y="539805"/>
                    <a:pt x="177068" y="544437"/>
                  </a:cubicBezTo>
                  <a:cubicBezTo>
                    <a:pt x="173461" y="549070"/>
                    <a:pt x="178590" y="554728"/>
                    <a:pt x="179615" y="557673"/>
                  </a:cubicBezTo>
                  <a:cubicBezTo>
                    <a:pt x="180641" y="560619"/>
                    <a:pt x="174983" y="560254"/>
                    <a:pt x="175512" y="562802"/>
                  </a:cubicBezTo>
                  <a:cubicBezTo>
                    <a:pt x="176042" y="565350"/>
                    <a:pt x="183752" y="566409"/>
                    <a:pt x="184248" y="568461"/>
                  </a:cubicBezTo>
                  <a:cubicBezTo>
                    <a:pt x="184745" y="570513"/>
                    <a:pt x="179119" y="573094"/>
                    <a:pt x="181667" y="577197"/>
                  </a:cubicBezTo>
                  <a:cubicBezTo>
                    <a:pt x="184215" y="581300"/>
                    <a:pt x="190403" y="581300"/>
                    <a:pt x="190933" y="586429"/>
                  </a:cubicBezTo>
                  <a:cubicBezTo>
                    <a:pt x="191462" y="591558"/>
                    <a:pt x="179615" y="592088"/>
                    <a:pt x="180145" y="596356"/>
                  </a:cubicBezTo>
                  <a:cubicBezTo>
                    <a:pt x="180675" y="600625"/>
                    <a:pt x="195565" y="605589"/>
                    <a:pt x="202250" y="613299"/>
                  </a:cubicBezTo>
                  <a:cubicBezTo>
                    <a:pt x="208934" y="621009"/>
                    <a:pt x="208404" y="623226"/>
                    <a:pt x="206882" y="627197"/>
                  </a:cubicBezTo>
                  <a:cubicBezTo>
                    <a:pt x="203772" y="635469"/>
                    <a:pt x="185274" y="642617"/>
                    <a:pt x="181171" y="651849"/>
                  </a:cubicBezTo>
                  <a:cubicBezTo>
                    <a:pt x="177068" y="661081"/>
                    <a:pt x="161647" y="666244"/>
                    <a:pt x="154434" y="673424"/>
                  </a:cubicBezTo>
                  <a:cubicBezTo>
                    <a:pt x="151342" y="676668"/>
                    <a:pt x="148572" y="680203"/>
                    <a:pt x="146161" y="683980"/>
                  </a:cubicBezTo>
                  <a:cubicBezTo>
                    <a:pt x="148663" y="683383"/>
                    <a:pt x="151092" y="682518"/>
                    <a:pt x="153408" y="681399"/>
                  </a:cubicBezTo>
                  <a:cubicBezTo>
                    <a:pt x="157511" y="679314"/>
                    <a:pt x="160357" y="689341"/>
                    <a:pt x="164460" y="692716"/>
                  </a:cubicBezTo>
                  <a:cubicBezTo>
                    <a:pt x="168563" y="696091"/>
                    <a:pt x="176803" y="692948"/>
                    <a:pt x="179615" y="696025"/>
                  </a:cubicBezTo>
                  <a:cubicBezTo>
                    <a:pt x="182428" y="699102"/>
                    <a:pt x="177299" y="699334"/>
                    <a:pt x="171409" y="698308"/>
                  </a:cubicBezTo>
                  <a:cubicBezTo>
                    <a:pt x="165519" y="697282"/>
                    <a:pt x="163931" y="700889"/>
                    <a:pt x="154864" y="703967"/>
                  </a:cubicBezTo>
                  <a:cubicBezTo>
                    <a:pt x="147948" y="706283"/>
                    <a:pt x="148643" y="708732"/>
                    <a:pt x="146327" y="710585"/>
                  </a:cubicBezTo>
                  <a:cubicBezTo>
                    <a:pt x="150496" y="716640"/>
                    <a:pt x="144903" y="717435"/>
                    <a:pt x="142786" y="722001"/>
                  </a:cubicBezTo>
                  <a:cubicBezTo>
                    <a:pt x="140668" y="726568"/>
                    <a:pt x="137392" y="727792"/>
                    <a:pt x="136995" y="730869"/>
                  </a:cubicBezTo>
                  <a:cubicBezTo>
                    <a:pt x="137075" y="734207"/>
                    <a:pt x="137463" y="737530"/>
                    <a:pt x="138153" y="740797"/>
                  </a:cubicBezTo>
                  <a:cubicBezTo>
                    <a:pt x="138284" y="744245"/>
                    <a:pt x="139645" y="747532"/>
                    <a:pt x="141992" y="750062"/>
                  </a:cubicBezTo>
                  <a:cubicBezTo>
                    <a:pt x="144705" y="753900"/>
                    <a:pt x="139708" y="753900"/>
                    <a:pt x="137392" y="755820"/>
                  </a:cubicBezTo>
                  <a:cubicBezTo>
                    <a:pt x="135076" y="757739"/>
                    <a:pt x="136598" y="762008"/>
                    <a:pt x="139708" y="765085"/>
                  </a:cubicBezTo>
                  <a:cubicBezTo>
                    <a:pt x="142306" y="767574"/>
                    <a:pt x="143072" y="771420"/>
                    <a:pt x="141628" y="774714"/>
                  </a:cubicBezTo>
                  <a:cubicBezTo>
                    <a:pt x="140469" y="777395"/>
                    <a:pt x="144308" y="782060"/>
                    <a:pt x="147021" y="784642"/>
                  </a:cubicBezTo>
                  <a:cubicBezTo>
                    <a:pt x="149735" y="787223"/>
                    <a:pt x="149338" y="794569"/>
                    <a:pt x="151654" y="796587"/>
                  </a:cubicBezTo>
                  <a:cubicBezTo>
                    <a:pt x="154009" y="799125"/>
                    <a:pt x="157573" y="800156"/>
                    <a:pt x="160920" y="799268"/>
                  </a:cubicBezTo>
                  <a:cubicBezTo>
                    <a:pt x="164528" y="798160"/>
                    <a:pt x="168380" y="800021"/>
                    <a:pt x="169755" y="803536"/>
                  </a:cubicBezTo>
                  <a:cubicBezTo>
                    <a:pt x="171707" y="806845"/>
                    <a:pt x="174784" y="805455"/>
                    <a:pt x="179020" y="803536"/>
                  </a:cubicBezTo>
                  <a:cubicBezTo>
                    <a:pt x="183256" y="801617"/>
                    <a:pt x="192885" y="806845"/>
                    <a:pt x="195201" y="808136"/>
                  </a:cubicBezTo>
                  <a:cubicBezTo>
                    <a:pt x="197518" y="809426"/>
                    <a:pt x="196359" y="815846"/>
                    <a:pt x="196757" y="820082"/>
                  </a:cubicBezTo>
                  <a:cubicBezTo>
                    <a:pt x="197154" y="824317"/>
                    <a:pt x="194440" y="829744"/>
                    <a:pt x="198676" y="832424"/>
                  </a:cubicBezTo>
                  <a:cubicBezTo>
                    <a:pt x="202911" y="835105"/>
                    <a:pt x="201753" y="841293"/>
                    <a:pt x="206750" y="843245"/>
                  </a:cubicBezTo>
                  <a:cubicBezTo>
                    <a:pt x="211747" y="845197"/>
                    <a:pt x="213699" y="852080"/>
                    <a:pt x="216677" y="852874"/>
                  </a:cubicBezTo>
                  <a:cubicBezTo>
                    <a:pt x="220945" y="854403"/>
                    <a:pt x="224417" y="857588"/>
                    <a:pt x="226307" y="861709"/>
                  </a:cubicBezTo>
                  <a:cubicBezTo>
                    <a:pt x="227068" y="865184"/>
                    <a:pt x="220913" y="868328"/>
                    <a:pt x="217438" y="869817"/>
                  </a:cubicBezTo>
                  <a:cubicBezTo>
                    <a:pt x="213963" y="871306"/>
                    <a:pt x="207511" y="865184"/>
                    <a:pt x="205095" y="867897"/>
                  </a:cubicBezTo>
                  <a:cubicBezTo>
                    <a:pt x="202680" y="870611"/>
                    <a:pt x="205890" y="875608"/>
                    <a:pt x="207776" y="884079"/>
                  </a:cubicBezTo>
                  <a:cubicBezTo>
                    <a:pt x="209662" y="892550"/>
                    <a:pt x="211283" y="893311"/>
                    <a:pt x="215122" y="893311"/>
                  </a:cubicBezTo>
                  <a:cubicBezTo>
                    <a:pt x="218960" y="893311"/>
                    <a:pt x="220516" y="890631"/>
                    <a:pt x="223229" y="889108"/>
                  </a:cubicBezTo>
                  <a:cubicBezTo>
                    <a:pt x="225942" y="887586"/>
                    <a:pt x="232097" y="889870"/>
                    <a:pt x="234778" y="888711"/>
                  </a:cubicBezTo>
                  <a:cubicBezTo>
                    <a:pt x="237458" y="887553"/>
                    <a:pt x="247120" y="887156"/>
                    <a:pt x="249040" y="890233"/>
                  </a:cubicBezTo>
                  <a:cubicBezTo>
                    <a:pt x="250959" y="893311"/>
                    <a:pt x="252878" y="900657"/>
                    <a:pt x="251356" y="903470"/>
                  </a:cubicBezTo>
                  <a:cubicBezTo>
                    <a:pt x="249834" y="906282"/>
                    <a:pt x="253275" y="909227"/>
                    <a:pt x="255228" y="913099"/>
                  </a:cubicBezTo>
                  <a:cubicBezTo>
                    <a:pt x="257180" y="916971"/>
                    <a:pt x="265155" y="915018"/>
                    <a:pt x="267934" y="916176"/>
                  </a:cubicBezTo>
                  <a:cubicBezTo>
                    <a:pt x="270714" y="917335"/>
                    <a:pt x="276803" y="925806"/>
                    <a:pt x="275644" y="929644"/>
                  </a:cubicBezTo>
                  <a:cubicBezTo>
                    <a:pt x="274486" y="933483"/>
                    <a:pt x="279483" y="934277"/>
                    <a:pt x="282262" y="933119"/>
                  </a:cubicBezTo>
                  <a:cubicBezTo>
                    <a:pt x="285042" y="931961"/>
                    <a:pt x="287656" y="935071"/>
                    <a:pt x="290734" y="936990"/>
                  </a:cubicBezTo>
                  <a:cubicBezTo>
                    <a:pt x="293550" y="938673"/>
                    <a:pt x="297130" y="938353"/>
                    <a:pt x="299602" y="936196"/>
                  </a:cubicBezTo>
                  <a:cubicBezTo>
                    <a:pt x="302679" y="934277"/>
                    <a:pt x="307709" y="932887"/>
                    <a:pt x="309231" y="935435"/>
                  </a:cubicBezTo>
                  <a:cubicBezTo>
                    <a:pt x="310753" y="937983"/>
                    <a:pt x="316941" y="943145"/>
                    <a:pt x="316941" y="944701"/>
                  </a:cubicBezTo>
                  <a:cubicBezTo>
                    <a:pt x="316941" y="946256"/>
                    <a:pt x="326604" y="944701"/>
                    <a:pt x="331203" y="947017"/>
                  </a:cubicBezTo>
                  <a:cubicBezTo>
                    <a:pt x="335803" y="949333"/>
                    <a:pt x="340866" y="948142"/>
                    <a:pt x="345863" y="950855"/>
                  </a:cubicBezTo>
                  <a:cubicBezTo>
                    <a:pt x="350859" y="953569"/>
                    <a:pt x="355492" y="953966"/>
                    <a:pt x="355790" y="957043"/>
                  </a:cubicBezTo>
                  <a:cubicBezTo>
                    <a:pt x="356088" y="960121"/>
                    <a:pt x="351058" y="963628"/>
                    <a:pt x="351058" y="965217"/>
                  </a:cubicBezTo>
                  <a:cubicBezTo>
                    <a:pt x="351058" y="966805"/>
                    <a:pt x="355293" y="967897"/>
                    <a:pt x="355293" y="970213"/>
                  </a:cubicBezTo>
                  <a:cubicBezTo>
                    <a:pt x="355293" y="972530"/>
                    <a:pt x="349900" y="972530"/>
                    <a:pt x="349139" y="974449"/>
                  </a:cubicBezTo>
                  <a:cubicBezTo>
                    <a:pt x="348377" y="976368"/>
                    <a:pt x="352216" y="979082"/>
                    <a:pt x="352977" y="981067"/>
                  </a:cubicBezTo>
                  <a:cubicBezTo>
                    <a:pt x="353738" y="983053"/>
                    <a:pt x="349900" y="989571"/>
                    <a:pt x="349900" y="991491"/>
                  </a:cubicBezTo>
                  <a:cubicBezTo>
                    <a:pt x="349900" y="993410"/>
                    <a:pt x="338351" y="991094"/>
                    <a:pt x="335637" y="991094"/>
                  </a:cubicBezTo>
                  <a:cubicBezTo>
                    <a:pt x="332924" y="991094"/>
                    <a:pt x="324850" y="999962"/>
                    <a:pt x="322170" y="1000359"/>
                  </a:cubicBezTo>
                  <a:cubicBezTo>
                    <a:pt x="319489" y="1000756"/>
                    <a:pt x="320945" y="1004958"/>
                    <a:pt x="321773" y="1008598"/>
                  </a:cubicBezTo>
                  <a:cubicBezTo>
                    <a:pt x="330078" y="1007010"/>
                    <a:pt x="338583" y="1006348"/>
                    <a:pt x="339509" y="1008201"/>
                  </a:cubicBezTo>
                  <a:cubicBezTo>
                    <a:pt x="341064" y="1011279"/>
                    <a:pt x="321508" y="1019518"/>
                    <a:pt x="317934" y="1020776"/>
                  </a:cubicBezTo>
                  <a:cubicBezTo>
                    <a:pt x="314360" y="1022033"/>
                    <a:pt x="324850" y="1027394"/>
                    <a:pt x="324552" y="1030537"/>
                  </a:cubicBezTo>
                  <a:cubicBezTo>
                    <a:pt x="324255" y="1033681"/>
                    <a:pt x="313235" y="1034409"/>
                    <a:pt x="314261" y="1040465"/>
                  </a:cubicBezTo>
                  <a:cubicBezTo>
                    <a:pt x="315287" y="1046520"/>
                    <a:pt x="310654" y="1047943"/>
                    <a:pt x="304731" y="1047943"/>
                  </a:cubicBezTo>
                  <a:cubicBezTo>
                    <a:pt x="298808" y="1047943"/>
                    <a:pt x="297286" y="1051517"/>
                    <a:pt x="300131" y="1052013"/>
                  </a:cubicBezTo>
                  <a:cubicBezTo>
                    <a:pt x="302977" y="1052510"/>
                    <a:pt x="302679" y="1060253"/>
                    <a:pt x="313732" y="1063066"/>
                  </a:cubicBezTo>
                  <a:cubicBezTo>
                    <a:pt x="324784" y="1065878"/>
                    <a:pt x="336630" y="1076302"/>
                    <a:pt x="346127" y="1086461"/>
                  </a:cubicBezTo>
                  <a:cubicBezTo>
                    <a:pt x="347447" y="1087868"/>
                    <a:pt x="348976" y="1089062"/>
                    <a:pt x="350661" y="1090001"/>
                  </a:cubicBezTo>
                  <a:cubicBezTo>
                    <a:pt x="352695" y="1088655"/>
                    <a:pt x="354928" y="1087639"/>
                    <a:pt x="357279" y="1086990"/>
                  </a:cubicBezTo>
                  <a:cubicBezTo>
                    <a:pt x="364684" y="1086858"/>
                    <a:pt x="371950" y="1089007"/>
                    <a:pt x="378093" y="1093145"/>
                  </a:cubicBezTo>
                  <a:cubicBezTo>
                    <a:pt x="383487" y="1096983"/>
                    <a:pt x="402745" y="1092384"/>
                    <a:pt x="405061" y="1095461"/>
                  </a:cubicBezTo>
                  <a:cubicBezTo>
                    <a:pt x="407378" y="1098539"/>
                    <a:pt x="412011" y="1102410"/>
                    <a:pt x="415882" y="1102410"/>
                  </a:cubicBezTo>
                  <a:cubicBezTo>
                    <a:pt x="419754" y="1102410"/>
                    <a:pt x="423592" y="1110087"/>
                    <a:pt x="426670" y="1107771"/>
                  </a:cubicBezTo>
                  <a:cubicBezTo>
                    <a:pt x="429747" y="1105455"/>
                    <a:pt x="441296" y="1105488"/>
                    <a:pt x="444373" y="1105488"/>
                  </a:cubicBezTo>
                  <a:cubicBezTo>
                    <a:pt x="447451" y="1105488"/>
                    <a:pt x="447484" y="1107771"/>
                    <a:pt x="450561" y="1107771"/>
                  </a:cubicBezTo>
                  <a:cubicBezTo>
                    <a:pt x="453638" y="1107771"/>
                    <a:pt x="453638" y="1119352"/>
                    <a:pt x="455955" y="1118591"/>
                  </a:cubicBezTo>
                  <a:cubicBezTo>
                    <a:pt x="458271" y="1117830"/>
                    <a:pt x="466742" y="1125507"/>
                    <a:pt x="472136" y="1126302"/>
                  </a:cubicBezTo>
                  <a:cubicBezTo>
                    <a:pt x="477530" y="1127096"/>
                    <a:pt x="482924" y="1136229"/>
                    <a:pt x="485372" y="1135534"/>
                  </a:cubicBezTo>
                  <a:cubicBezTo>
                    <a:pt x="487821" y="1134839"/>
                    <a:pt x="491560" y="1139372"/>
                    <a:pt x="493083" y="1135534"/>
                  </a:cubicBezTo>
                  <a:cubicBezTo>
                    <a:pt x="494605" y="1131695"/>
                    <a:pt x="502182" y="1133681"/>
                    <a:pt x="504300" y="1127327"/>
                  </a:cubicBezTo>
                  <a:cubicBezTo>
                    <a:pt x="494373" y="1115382"/>
                    <a:pt x="484049" y="1102112"/>
                    <a:pt x="484446" y="1096983"/>
                  </a:cubicBezTo>
                  <a:cubicBezTo>
                    <a:pt x="484975" y="1088247"/>
                    <a:pt x="488582" y="1082622"/>
                    <a:pt x="477828" y="1073357"/>
                  </a:cubicBezTo>
                  <a:cubicBezTo>
                    <a:pt x="467073" y="1064091"/>
                    <a:pt x="478853" y="1057936"/>
                    <a:pt x="486597" y="1048175"/>
                  </a:cubicBezTo>
                  <a:cubicBezTo>
                    <a:pt x="493480" y="1039439"/>
                    <a:pt x="508139" y="1035633"/>
                    <a:pt x="517404" y="1029412"/>
                  </a:cubicBezTo>
                  <a:cubicBezTo>
                    <a:pt x="515636" y="1028136"/>
                    <a:pt x="513753" y="1027028"/>
                    <a:pt x="511779" y="1026103"/>
                  </a:cubicBezTo>
                  <a:cubicBezTo>
                    <a:pt x="504829" y="1023026"/>
                    <a:pt x="502513" y="1019949"/>
                    <a:pt x="507907" y="1018393"/>
                  </a:cubicBezTo>
                  <a:cubicBezTo>
                    <a:pt x="513301" y="1016838"/>
                    <a:pt x="510984" y="1013794"/>
                    <a:pt x="505590" y="1007606"/>
                  </a:cubicBezTo>
                  <a:cubicBezTo>
                    <a:pt x="500197" y="1001418"/>
                    <a:pt x="497881" y="995263"/>
                    <a:pt x="494803" y="995263"/>
                  </a:cubicBezTo>
                  <a:cubicBezTo>
                    <a:pt x="490674" y="994794"/>
                    <a:pt x="486495" y="995063"/>
                    <a:pt x="482460" y="996057"/>
                  </a:cubicBezTo>
                  <a:cubicBezTo>
                    <a:pt x="477828" y="997579"/>
                    <a:pt x="478622" y="992185"/>
                    <a:pt x="479383" y="986792"/>
                  </a:cubicBezTo>
                  <a:cubicBezTo>
                    <a:pt x="480144" y="981398"/>
                    <a:pt x="470912" y="982159"/>
                    <a:pt x="469456" y="979843"/>
                  </a:cubicBezTo>
                  <a:cubicBezTo>
                    <a:pt x="468000" y="977526"/>
                    <a:pt x="471772" y="969916"/>
                    <a:pt x="473327" y="969055"/>
                  </a:cubicBezTo>
                  <a:cubicBezTo>
                    <a:pt x="474883" y="968195"/>
                    <a:pt x="479482" y="965978"/>
                    <a:pt x="479482" y="963661"/>
                  </a:cubicBezTo>
                  <a:cubicBezTo>
                    <a:pt x="479482" y="961345"/>
                    <a:pt x="471011" y="960584"/>
                    <a:pt x="474089" y="955190"/>
                  </a:cubicBezTo>
                  <a:cubicBezTo>
                    <a:pt x="477166" y="949796"/>
                    <a:pt x="483321" y="949796"/>
                    <a:pt x="483321" y="944403"/>
                  </a:cubicBezTo>
                  <a:cubicBezTo>
                    <a:pt x="483321" y="939009"/>
                    <a:pt x="487953" y="934476"/>
                    <a:pt x="493248" y="938215"/>
                  </a:cubicBezTo>
                  <a:cubicBezTo>
                    <a:pt x="498542" y="941954"/>
                    <a:pt x="500958" y="952113"/>
                    <a:pt x="507146" y="949796"/>
                  </a:cubicBezTo>
                  <a:cubicBezTo>
                    <a:pt x="513334" y="947480"/>
                    <a:pt x="509429" y="942086"/>
                    <a:pt x="508668" y="939009"/>
                  </a:cubicBezTo>
                  <a:cubicBezTo>
                    <a:pt x="507907" y="935932"/>
                    <a:pt x="506352" y="931299"/>
                    <a:pt x="513301" y="929744"/>
                  </a:cubicBezTo>
                  <a:cubicBezTo>
                    <a:pt x="520250" y="928188"/>
                    <a:pt x="517172" y="921272"/>
                    <a:pt x="522566" y="921272"/>
                  </a:cubicBezTo>
                  <a:cubicBezTo>
                    <a:pt x="527960" y="921272"/>
                    <a:pt x="537986" y="914357"/>
                    <a:pt x="541064" y="912801"/>
                  </a:cubicBezTo>
                  <a:cubicBezTo>
                    <a:pt x="544141" y="911246"/>
                    <a:pt x="550991" y="907407"/>
                    <a:pt x="554300" y="908930"/>
                  </a:cubicBezTo>
                  <a:cubicBezTo>
                    <a:pt x="557609" y="910452"/>
                    <a:pt x="561249" y="914357"/>
                    <a:pt x="563565" y="908930"/>
                  </a:cubicBezTo>
                  <a:cubicBezTo>
                    <a:pt x="565882" y="903503"/>
                    <a:pt x="575114" y="905852"/>
                    <a:pt x="575875" y="908930"/>
                  </a:cubicBezTo>
                  <a:cubicBezTo>
                    <a:pt x="576636" y="912007"/>
                    <a:pt x="591295" y="912040"/>
                    <a:pt x="595928" y="915118"/>
                  </a:cubicBezTo>
                  <a:cubicBezTo>
                    <a:pt x="600561" y="918195"/>
                    <a:pt x="610587" y="924350"/>
                    <a:pt x="610587" y="927427"/>
                  </a:cubicBezTo>
                  <a:cubicBezTo>
                    <a:pt x="610587" y="930505"/>
                    <a:pt x="615186" y="935137"/>
                    <a:pt x="615186" y="929744"/>
                  </a:cubicBezTo>
                  <a:cubicBezTo>
                    <a:pt x="615186" y="924350"/>
                    <a:pt x="619058" y="925905"/>
                    <a:pt x="625114" y="929744"/>
                  </a:cubicBezTo>
                  <a:cubicBezTo>
                    <a:pt x="631169" y="933582"/>
                    <a:pt x="639773" y="932060"/>
                    <a:pt x="641328" y="928221"/>
                  </a:cubicBezTo>
                  <a:cubicBezTo>
                    <a:pt x="642883" y="924383"/>
                    <a:pt x="654399" y="919750"/>
                    <a:pt x="658270" y="922828"/>
                  </a:cubicBezTo>
                  <a:cubicBezTo>
                    <a:pt x="662142" y="925905"/>
                    <a:pt x="663664" y="928221"/>
                    <a:pt x="668198" y="923589"/>
                  </a:cubicBezTo>
                  <a:cubicBezTo>
                    <a:pt x="672731" y="918956"/>
                    <a:pt x="683618" y="919750"/>
                    <a:pt x="685173" y="924350"/>
                  </a:cubicBezTo>
                  <a:cubicBezTo>
                    <a:pt x="686728" y="928949"/>
                    <a:pt x="692089" y="929744"/>
                    <a:pt x="696722" y="929744"/>
                  </a:cubicBezTo>
                  <a:cubicBezTo>
                    <a:pt x="701354" y="929744"/>
                    <a:pt x="702115" y="936693"/>
                    <a:pt x="705193" y="935137"/>
                  </a:cubicBezTo>
                  <a:cubicBezTo>
                    <a:pt x="708270" y="933582"/>
                    <a:pt x="707509" y="925905"/>
                    <a:pt x="711381" y="926666"/>
                  </a:cubicBezTo>
                  <a:cubicBezTo>
                    <a:pt x="715253" y="927427"/>
                    <a:pt x="718297" y="932060"/>
                    <a:pt x="724617" y="932060"/>
                  </a:cubicBezTo>
                  <a:cubicBezTo>
                    <a:pt x="730937" y="932060"/>
                    <a:pt x="735438" y="930505"/>
                    <a:pt x="735438" y="925905"/>
                  </a:cubicBezTo>
                  <a:cubicBezTo>
                    <a:pt x="735438" y="921306"/>
                    <a:pt x="734677" y="913562"/>
                    <a:pt x="730805" y="913562"/>
                  </a:cubicBezTo>
                  <a:cubicBezTo>
                    <a:pt x="726933" y="913562"/>
                    <a:pt x="723095" y="909724"/>
                    <a:pt x="718462" y="909724"/>
                  </a:cubicBezTo>
                  <a:cubicBezTo>
                    <a:pt x="713830" y="909724"/>
                    <a:pt x="709230" y="901981"/>
                    <a:pt x="713830" y="900458"/>
                  </a:cubicBezTo>
                  <a:cubicBezTo>
                    <a:pt x="718429" y="898936"/>
                    <a:pt x="726172" y="895065"/>
                    <a:pt x="724617" y="891193"/>
                  </a:cubicBezTo>
                  <a:cubicBezTo>
                    <a:pt x="723062" y="887321"/>
                    <a:pt x="721573" y="879645"/>
                    <a:pt x="727727" y="878883"/>
                  </a:cubicBezTo>
                  <a:cubicBezTo>
                    <a:pt x="733882" y="878122"/>
                    <a:pt x="746986" y="878089"/>
                    <a:pt x="746225" y="875806"/>
                  </a:cubicBezTo>
                  <a:cubicBezTo>
                    <a:pt x="745464" y="873523"/>
                    <a:pt x="732989" y="871934"/>
                    <a:pt x="730805" y="868096"/>
                  </a:cubicBezTo>
                  <a:cubicBezTo>
                    <a:pt x="728621" y="864257"/>
                    <a:pt x="727727" y="854860"/>
                    <a:pt x="730044" y="853437"/>
                  </a:cubicBezTo>
                  <a:cubicBezTo>
                    <a:pt x="732360" y="852014"/>
                    <a:pt x="739971" y="854198"/>
                    <a:pt x="744703" y="852676"/>
                  </a:cubicBezTo>
                  <a:cubicBezTo>
                    <a:pt x="749435" y="851154"/>
                    <a:pt x="759329" y="854992"/>
                    <a:pt x="765517" y="850359"/>
                  </a:cubicBezTo>
                  <a:cubicBezTo>
                    <a:pt x="771705" y="845727"/>
                    <a:pt x="784775" y="844966"/>
                    <a:pt x="791725" y="844966"/>
                  </a:cubicBezTo>
                  <a:cubicBezTo>
                    <a:pt x="798674" y="844966"/>
                    <a:pt x="804034" y="840333"/>
                    <a:pt x="809461" y="839572"/>
                  </a:cubicBezTo>
                  <a:cubicBezTo>
                    <a:pt x="817767" y="838539"/>
                    <a:pt x="826000" y="836991"/>
                    <a:pt x="834114" y="834939"/>
                  </a:cubicBezTo>
                  <a:cubicBezTo>
                    <a:pt x="837985" y="833384"/>
                    <a:pt x="858799" y="830307"/>
                    <a:pt x="859560" y="826468"/>
                  </a:cubicBezTo>
                  <a:cubicBezTo>
                    <a:pt x="860321" y="822630"/>
                    <a:pt x="876900" y="819519"/>
                    <a:pt x="881135" y="821438"/>
                  </a:cubicBezTo>
                  <a:cubicBezTo>
                    <a:pt x="885371" y="823357"/>
                    <a:pt x="890798" y="824747"/>
                    <a:pt x="894636" y="823357"/>
                  </a:cubicBezTo>
                  <a:cubicBezTo>
                    <a:pt x="898475" y="821968"/>
                    <a:pt x="906582" y="826071"/>
                    <a:pt x="905821" y="830307"/>
                  </a:cubicBezTo>
                  <a:cubicBezTo>
                    <a:pt x="905060" y="834542"/>
                    <a:pt x="909130" y="839175"/>
                    <a:pt x="908898" y="842649"/>
                  </a:cubicBezTo>
                  <a:cubicBezTo>
                    <a:pt x="908667" y="846124"/>
                    <a:pt x="904663" y="847282"/>
                    <a:pt x="906979" y="849962"/>
                  </a:cubicBezTo>
                  <a:cubicBezTo>
                    <a:pt x="909295" y="852643"/>
                    <a:pt x="919686" y="850723"/>
                    <a:pt x="922763" y="847282"/>
                  </a:cubicBezTo>
                  <a:cubicBezTo>
                    <a:pt x="925841" y="843841"/>
                    <a:pt x="929381" y="848804"/>
                    <a:pt x="929381" y="851518"/>
                  </a:cubicBezTo>
                  <a:cubicBezTo>
                    <a:pt x="929381" y="854231"/>
                    <a:pt x="934411" y="856150"/>
                    <a:pt x="934411" y="852676"/>
                  </a:cubicBezTo>
                  <a:cubicBezTo>
                    <a:pt x="934411" y="849201"/>
                    <a:pt x="940566" y="851518"/>
                    <a:pt x="942485" y="853834"/>
                  </a:cubicBezTo>
                  <a:cubicBezTo>
                    <a:pt x="944405" y="856150"/>
                    <a:pt x="951751" y="851120"/>
                    <a:pt x="951751" y="854992"/>
                  </a:cubicBezTo>
                  <a:cubicBezTo>
                    <a:pt x="951751" y="858864"/>
                    <a:pt x="940963" y="861908"/>
                    <a:pt x="945596" y="866144"/>
                  </a:cubicBezTo>
                  <a:cubicBezTo>
                    <a:pt x="950228" y="870379"/>
                    <a:pt x="952909" y="861147"/>
                    <a:pt x="958832" y="863066"/>
                  </a:cubicBezTo>
                  <a:cubicBezTo>
                    <a:pt x="964755" y="864985"/>
                    <a:pt x="972300" y="856448"/>
                    <a:pt x="977727" y="855356"/>
                  </a:cubicBezTo>
                  <a:cubicBezTo>
                    <a:pt x="983154" y="854264"/>
                    <a:pt x="988878" y="849201"/>
                    <a:pt x="993511" y="846488"/>
                  </a:cubicBezTo>
                  <a:cubicBezTo>
                    <a:pt x="998144" y="843774"/>
                    <a:pt x="1008170" y="844569"/>
                    <a:pt x="1005093" y="847646"/>
                  </a:cubicBezTo>
                  <a:cubicBezTo>
                    <a:pt x="1002015" y="850723"/>
                    <a:pt x="998475" y="856514"/>
                    <a:pt x="1010089" y="860882"/>
                  </a:cubicBezTo>
                  <a:cubicBezTo>
                    <a:pt x="1021704" y="865250"/>
                    <a:pt x="1034775" y="887355"/>
                    <a:pt x="1042088" y="898672"/>
                  </a:cubicBezTo>
                  <a:cubicBezTo>
                    <a:pt x="1049401" y="909989"/>
                    <a:pt x="1056350" y="929876"/>
                    <a:pt x="1060189" y="929876"/>
                  </a:cubicBezTo>
                  <a:cubicBezTo>
                    <a:pt x="1064027" y="929876"/>
                    <a:pt x="1065218" y="919949"/>
                    <a:pt x="1070116" y="918725"/>
                  </a:cubicBezTo>
                  <a:cubicBezTo>
                    <a:pt x="1075013" y="917500"/>
                    <a:pt x="1078223" y="927196"/>
                    <a:pt x="1083616" y="928354"/>
                  </a:cubicBezTo>
                  <a:cubicBezTo>
                    <a:pt x="1089010" y="929512"/>
                    <a:pt x="1096323" y="932589"/>
                    <a:pt x="1100592" y="931034"/>
                  </a:cubicBezTo>
                  <a:cubicBezTo>
                    <a:pt x="1104861" y="929479"/>
                    <a:pt x="1114457" y="924085"/>
                    <a:pt x="1117931" y="926037"/>
                  </a:cubicBezTo>
                  <a:cubicBezTo>
                    <a:pt x="1121406" y="927990"/>
                    <a:pt x="1126038" y="927957"/>
                    <a:pt x="1129116" y="935270"/>
                  </a:cubicBezTo>
                  <a:cubicBezTo>
                    <a:pt x="1132194" y="942583"/>
                    <a:pt x="1136826" y="944138"/>
                    <a:pt x="1139904" y="944138"/>
                  </a:cubicBezTo>
                  <a:cubicBezTo>
                    <a:pt x="1142981" y="944138"/>
                    <a:pt x="1143643" y="947612"/>
                    <a:pt x="1143643" y="950756"/>
                  </a:cubicBezTo>
                  <a:cubicBezTo>
                    <a:pt x="1143643" y="953900"/>
                    <a:pt x="1149268" y="957970"/>
                    <a:pt x="1152346" y="957970"/>
                  </a:cubicBezTo>
                  <a:cubicBezTo>
                    <a:pt x="1157091" y="957899"/>
                    <a:pt x="1161790" y="957026"/>
                    <a:pt x="1166243" y="955389"/>
                  </a:cubicBezTo>
                  <a:cubicBezTo>
                    <a:pt x="1168792" y="953867"/>
                    <a:pt x="1171902" y="952311"/>
                    <a:pt x="1172398" y="955918"/>
                  </a:cubicBezTo>
                  <a:cubicBezTo>
                    <a:pt x="1172895" y="959525"/>
                    <a:pt x="1177561" y="965151"/>
                    <a:pt x="1180638" y="965151"/>
                  </a:cubicBezTo>
                  <a:cubicBezTo>
                    <a:pt x="1183715" y="965151"/>
                    <a:pt x="1189870" y="967732"/>
                    <a:pt x="1190565" y="965151"/>
                  </a:cubicBezTo>
                  <a:cubicBezTo>
                    <a:pt x="1191260" y="962569"/>
                    <a:pt x="1199301" y="961047"/>
                    <a:pt x="1202379" y="960518"/>
                  </a:cubicBezTo>
                  <a:cubicBezTo>
                    <a:pt x="1205456" y="959988"/>
                    <a:pt x="1216276" y="957970"/>
                    <a:pt x="1218328" y="953337"/>
                  </a:cubicBezTo>
                  <a:cubicBezTo>
                    <a:pt x="1220380" y="948705"/>
                    <a:pt x="1229116" y="948705"/>
                    <a:pt x="1231564" y="945627"/>
                  </a:cubicBezTo>
                  <a:cubicBezTo>
                    <a:pt x="1234013" y="942550"/>
                    <a:pt x="1241293" y="940994"/>
                    <a:pt x="1242848" y="937917"/>
                  </a:cubicBezTo>
                  <a:cubicBezTo>
                    <a:pt x="1244403" y="934840"/>
                    <a:pt x="1253636" y="935369"/>
                    <a:pt x="1254694" y="932788"/>
                  </a:cubicBezTo>
                  <a:cubicBezTo>
                    <a:pt x="1255754" y="930207"/>
                    <a:pt x="1263397" y="929710"/>
                    <a:pt x="1267004" y="930703"/>
                  </a:cubicBezTo>
                  <a:cubicBezTo>
                    <a:pt x="1270611" y="931696"/>
                    <a:pt x="1288612" y="935336"/>
                    <a:pt x="1291160" y="934840"/>
                  </a:cubicBezTo>
                  <a:cubicBezTo>
                    <a:pt x="1293708" y="934343"/>
                    <a:pt x="1294238" y="944105"/>
                    <a:pt x="1296819" y="944601"/>
                  </a:cubicBezTo>
                  <a:cubicBezTo>
                    <a:pt x="1299400" y="945098"/>
                    <a:pt x="1308665" y="952311"/>
                    <a:pt x="1311213" y="950260"/>
                  </a:cubicBezTo>
                  <a:cubicBezTo>
                    <a:pt x="1315242" y="947258"/>
                    <a:pt x="1320640" y="946846"/>
                    <a:pt x="1325078" y="949201"/>
                  </a:cubicBezTo>
                  <a:cubicBezTo>
                    <a:pt x="1330240" y="952311"/>
                    <a:pt x="1335369" y="956415"/>
                    <a:pt x="1337421" y="952808"/>
                  </a:cubicBezTo>
                  <a:cubicBezTo>
                    <a:pt x="1339472" y="949201"/>
                    <a:pt x="1350260" y="947679"/>
                    <a:pt x="1351816" y="945627"/>
                  </a:cubicBezTo>
                  <a:cubicBezTo>
                    <a:pt x="1353371" y="943575"/>
                    <a:pt x="1354893" y="937421"/>
                    <a:pt x="1352312" y="935336"/>
                  </a:cubicBezTo>
                  <a:cubicBezTo>
                    <a:pt x="1349731" y="933251"/>
                    <a:pt x="1347183" y="925078"/>
                    <a:pt x="1346157" y="920942"/>
                  </a:cubicBezTo>
                  <a:cubicBezTo>
                    <a:pt x="1345131" y="916805"/>
                    <a:pt x="1352312" y="915813"/>
                    <a:pt x="1353371" y="912239"/>
                  </a:cubicBezTo>
                  <a:cubicBezTo>
                    <a:pt x="1354429" y="908665"/>
                    <a:pt x="1360551" y="908102"/>
                    <a:pt x="1362603" y="906051"/>
                  </a:cubicBezTo>
                  <a:cubicBezTo>
                    <a:pt x="1364655" y="903999"/>
                    <a:pt x="1365184" y="899433"/>
                    <a:pt x="1368791" y="900392"/>
                  </a:cubicBezTo>
                  <a:cubicBezTo>
                    <a:pt x="1373280" y="901538"/>
                    <a:pt x="1377598" y="903273"/>
                    <a:pt x="1381630" y="905554"/>
                  </a:cubicBezTo>
                  <a:cubicBezTo>
                    <a:pt x="1384932" y="907355"/>
                    <a:pt x="1388658" y="908236"/>
                    <a:pt x="1392418" y="908102"/>
                  </a:cubicBezTo>
                  <a:cubicBezTo>
                    <a:pt x="1397013" y="908899"/>
                    <a:pt x="1401389" y="910658"/>
                    <a:pt x="1405257" y="913264"/>
                  </a:cubicBezTo>
                  <a:cubicBezTo>
                    <a:pt x="1408864" y="915316"/>
                    <a:pt x="1420180" y="915316"/>
                    <a:pt x="1422232" y="918394"/>
                  </a:cubicBezTo>
                  <a:cubicBezTo>
                    <a:pt x="1424284" y="921471"/>
                    <a:pt x="1421703" y="930207"/>
                    <a:pt x="1424284" y="933317"/>
                  </a:cubicBezTo>
                  <a:cubicBezTo>
                    <a:pt x="1426865" y="936428"/>
                    <a:pt x="1433020" y="943046"/>
                    <a:pt x="1435071" y="941524"/>
                  </a:cubicBezTo>
                  <a:cubicBezTo>
                    <a:pt x="1437123" y="940002"/>
                    <a:pt x="1446918" y="946653"/>
                    <a:pt x="1450525" y="946123"/>
                  </a:cubicBezTo>
                  <a:cubicBezTo>
                    <a:pt x="1454131" y="945594"/>
                    <a:pt x="1459757" y="939969"/>
                    <a:pt x="1462834" y="939969"/>
                  </a:cubicBezTo>
                  <a:cubicBezTo>
                    <a:pt x="1465912" y="939969"/>
                    <a:pt x="1475673" y="937421"/>
                    <a:pt x="1478784" y="937917"/>
                  </a:cubicBezTo>
                  <a:cubicBezTo>
                    <a:pt x="1481894" y="938413"/>
                    <a:pt x="1493145" y="942550"/>
                    <a:pt x="1494700" y="941524"/>
                  </a:cubicBezTo>
                  <a:cubicBezTo>
                    <a:pt x="1496255" y="940498"/>
                    <a:pt x="1506514" y="942020"/>
                    <a:pt x="1507937" y="945131"/>
                  </a:cubicBezTo>
                  <a:cubicBezTo>
                    <a:pt x="1509360" y="948241"/>
                    <a:pt x="1522331" y="948208"/>
                    <a:pt x="1522331" y="951749"/>
                  </a:cubicBezTo>
                  <a:cubicBezTo>
                    <a:pt x="1522331" y="955290"/>
                    <a:pt x="1529512" y="957374"/>
                    <a:pt x="1531563" y="961477"/>
                  </a:cubicBezTo>
                  <a:cubicBezTo>
                    <a:pt x="1533615" y="965581"/>
                    <a:pt x="1550590" y="963033"/>
                    <a:pt x="1553668" y="965614"/>
                  </a:cubicBezTo>
                  <a:cubicBezTo>
                    <a:pt x="1556745" y="968195"/>
                    <a:pt x="1576302" y="967665"/>
                    <a:pt x="1576831" y="965614"/>
                  </a:cubicBezTo>
                  <a:cubicBezTo>
                    <a:pt x="1577360" y="963562"/>
                    <a:pt x="1595858" y="962536"/>
                    <a:pt x="1599432" y="959955"/>
                  </a:cubicBezTo>
                  <a:cubicBezTo>
                    <a:pt x="1603006" y="957374"/>
                    <a:pt x="1612668" y="958433"/>
                    <a:pt x="1613330" y="954826"/>
                  </a:cubicBezTo>
                  <a:cubicBezTo>
                    <a:pt x="1613992" y="951219"/>
                    <a:pt x="1623257" y="948638"/>
                    <a:pt x="1627195" y="945561"/>
                  </a:cubicBezTo>
                  <a:cubicBezTo>
                    <a:pt x="1631133" y="942483"/>
                    <a:pt x="1647777" y="942980"/>
                    <a:pt x="1648803" y="946587"/>
                  </a:cubicBezTo>
                  <a:cubicBezTo>
                    <a:pt x="1649829" y="950194"/>
                    <a:pt x="1659590" y="951219"/>
                    <a:pt x="1663694" y="949664"/>
                  </a:cubicBezTo>
                  <a:cubicBezTo>
                    <a:pt x="1667797" y="948109"/>
                    <a:pt x="1678585" y="950194"/>
                    <a:pt x="1680239" y="953800"/>
                  </a:cubicBezTo>
                  <a:cubicBezTo>
                    <a:pt x="1681894" y="957407"/>
                    <a:pt x="1694104" y="959426"/>
                    <a:pt x="1697215" y="958400"/>
                  </a:cubicBezTo>
                  <a:cubicBezTo>
                    <a:pt x="1700325" y="957374"/>
                    <a:pt x="1710054" y="950194"/>
                    <a:pt x="1713760" y="949664"/>
                  </a:cubicBezTo>
                  <a:cubicBezTo>
                    <a:pt x="1717466" y="949135"/>
                    <a:pt x="1722462" y="945561"/>
                    <a:pt x="1721470" y="941954"/>
                  </a:cubicBezTo>
                  <a:cubicBezTo>
                    <a:pt x="1720477" y="938347"/>
                    <a:pt x="1728651" y="928089"/>
                    <a:pt x="1729676" y="923986"/>
                  </a:cubicBezTo>
                  <a:cubicBezTo>
                    <a:pt x="1730702" y="919883"/>
                    <a:pt x="1737916" y="908566"/>
                    <a:pt x="1740464" y="907441"/>
                  </a:cubicBezTo>
                  <a:cubicBezTo>
                    <a:pt x="1743012" y="906316"/>
                    <a:pt x="1748703" y="901782"/>
                    <a:pt x="1748174" y="898705"/>
                  </a:cubicBezTo>
                  <a:cubicBezTo>
                    <a:pt x="1747645" y="895627"/>
                    <a:pt x="1746122" y="886362"/>
                    <a:pt x="1743045" y="886362"/>
                  </a:cubicBezTo>
                  <a:cubicBezTo>
                    <a:pt x="1739967" y="886362"/>
                    <a:pt x="1734309" y="886891"/>
                    <a:pt x="1741523" y="877097"/>
                  </a:cubicBezTo>
                  <a:cubicBezTo>
                    <a:pt x="1748737" y="867302"/>
                    <a:pt x="1761377" y="869916"/>
                    <a:pt x="1763627" y="869916"/>
                  </a:cubicBezTo>
                  <a:cubicBezTo>
                    <a:pt x="1765878" y="869916"/>
                    <a:pt x="1782125" y="865813"/>
                    <a:pt x="1789306" y="867864"/>
                  </a:cubicBezTo>
                  <a:cubicBezTo>
                    <a:pt x="1796486" y="869916"/>
                    <a:pt x="1801119" y="866838"/>
                    <a:pt x="1808829" y="870942"/>
                  </a:cubicBezTo>
                  <a:cubicBezTo>
                    <a:pt x="1816539" y="875045"/>
                    <a:pt x="1827360" y="873523"/>
                    <a:pt x="1829908" y="877097"/>
                  </a:cubicBezTo>
                  <a:cubicBezTo>
                    <a:pt x="1832456" y="880670"/>
                    <a:pt x="1842747" y="883715"/>
                    <a:pt x="1841225" y="889969"/>
                  </a:cubicBezTo>
                  <a:cubicBezTo>
                    <a:pt x="1839702" y="896223"/>
                    <a:pt x="1846883" y="892550"/>
                    <a:pt x="1849431" y="905885"/>
                  </a:cubicBezTo>
                  <a:cubicBezTo>
                    <a:pt x="1851979" y="919221"/>
                    <a:pt x="1858167" y="920280"/>
                    <a:pt x="1859722" y="926435"/>
                  </a:cubicBezTo>
                  <a:cubicBezTo>
                    <a:pt x="1861278" y="932589"/>
                    <a:pt x="1869650" y="943939"/>
                    <a:pt x="1868458" y="947513"/>
                  </a:cubicBezTo>
                  <a:cubicBezTo>
                    <a:pt x="1867267" y="951087"/>
                    <a:pt x="1866406" y="956746"/>
                    <a:pt x="1875076" y="957275"/>
                  </a:cubicBezTo>
                  <a:cubicBezTo>
                    <a:pt x="1883746" y="957804"/>
                    <a:pt x="1890000" y="964489"/>
                    <a:pt x="1892052" y="963463"/>
                  </a:cubicBezTo>
                  <a:cubicBezTo>
                    <a:pt x="1894104" y="962437"/>
                    <a:pt x="1904395" y="966011"/>
                    <a:pt x="1909523" y="971140"/>
                  </a:cubicBezTo>
                  <a:cubicBezTo>
                    <a:pt x="1914653" y="976269"/>
                    <a:pt x="1922396" y="973721"/>
                    <a:pt x="1921866" y="979413"/>
                  </a:cubicBezTo>
                  <a:cubicBezTo>
                    <a:pt x="1921337" y="985104"/>
                    <a:pt x="1926002" y="989638"/>
                    <a:pt x="1925473" y="994270"/>
                  </a:cubicBezTo>
                  <a:cubicBezTo>
                    <a:pt x="1924944" y="998903"/>
                    <a:pt x="1935400" y="1002013"/>
                    <a:pt x="1942449" y="1000888"/>
                  </a:cubicBezTo>
                  <a:cubicBezTo>
                    <a:pt x="1949497" y="999763"/>
                    <a:pt x="1954758" y="1003436"/>
                    <a:pt x="1957836" y="997248"/>
                  </a:cubicBezTo>
                  <a:cubicBezTo>
                    <a:pt x="1960913" y="991060"/>
                    <a:pt x="1971072" y="993675"/>
                    <a:pt x="1974811" y="991094"/>
                  </a:cubicBezTo>
                  <a:cubicBezTo>
                    <a:pt x="1978550" y="988512"/>
                    <a:pt x="1989206" y="985435"/>
                    <a:pt x="1988709" y="994700"/>
                  </a:cubicBezTo>
                  <a:cubicBezTo>
                    <a:pt x="1988213" y="1003966"/>
                    <a:pt x="1994335" y="1006017"/>
                    <a:pt x="1989206" y="1009095"/>
                  </a:cubicBezTo>
                  <a:cubicBezTo>
                    <a:pt x="1984077" y="1012172"/>
                    <a:pt x="1981495" y="1025640"/>
                    <a:pt x="1979940" y="1031199"/>
                  </a:cubicBezTo>
                  <a:cubicBezTo>
                    <a:pt x="1978385" y="1036758"/>
                    <a:pt x="1970708" y="1038380"/>
                    <a:pt x="1969682" y="1044435"/>
                  </a:cubicBezTo>
                  <a:cubicBezTo>
                    <a:pt x="1968656" y="1050491"/>
                    <a:pt x="1961443" y="1051054"/>
                    <a:pt x="1961443" y="1055752"/>
                  </a:cubicBezTo>
                  <a:cubicBezTo>
                    <a:pt x="1961443" y="1060451"/>
                    <a:pt x="1951185" y="1059359"/>
                    <a:pt x="1946022" y="1055752"/>
                  </a:cubicBezTo>
                  <a:cubicBezTo>
                    <a:pt x="1940860" y="1052146"/>
                    <a:pt x="1935764" y="1062371"/>
                    <a:pt x="1931661" y="1062371"/>
                  </a:cubicBezTo>
                  <a:cubicBezTo>
                    <a:pt x="1927558" y="1062371"/>
                    <a:pt x="1928021" y="1071107"/>
                    <a:pt x="1929047" y="1074713"/>
                  </a:cubicBezTo>
                  <a:cubicBezTo>
                    <a:pt x="1930073" y="1078320"/>
                    <a:pt x="1927525" y="1082920"/>
                    <a:pt x="1930106" y="1089108"/>
                  </a:cubicBezTo>
                  <a:cubicBezTo>
                    <a:pt x="1931463" y="1092417"/>
                    <a:pt x="1930635" y="1098704"/>
                    <a:pt x="1931330" y="1105653"/>
                  </a:cubicBezTo>
                  <a:cubicBezTo>
                    <a:pt x="1937584" y="1101120"/>
                    <a:pt x="1943276" y="1097744"/>
                    <a:pt x="1945791" y="1097744"/>
                  </a:cubicBezTo>
                  <a:cubicBezTo>
                    <a:pt x="1952210" y="1097744"/>
                    <a:pt x="1958630" y="1108830"/>
                    <a:pt x="1965645" y="1109061"/>
                  </a:cubicBezTo>
                  <a:cubicBezTo>
                    <a:pt x="1972660" y="1109293"/>
                    <a:pt x="2005354" y="1087486"/>
                    <a:pt x="2005751" y="1083879"/>
                  </a:cubicBezTo>
                  <a:cubicBezTo>
                    <a:pt x="2006148" y="1080273"/>
                    <a:pt x="2025010" y="1062040"/>
                    <a:pt x="2034010" y="1052543"/>
                  </a:cubicBezTo>
                  <a:cubicBezTo>
                    <a:pt x="2043011" y="1043046"/>
                    <a:pt x="2054824" y="1029148"/>
                    <a:pt x="2059457" y="1018360"/>
                  </a:cubicBezTo>
                  <a:cubicBezTo>
                    <a:pt x="2062303" y="1011742"/>
                    <a:pt x="2074877" y="998837"/>
                    <a:pt x="2077954" y="993708"/>
                  </a:cubicBezTo>
                  <a:cubicBezTo>
                    <a:pt x="2081032" y="988579"/>
                    <a:pt x="2083084" y="988049"/>
                    <a:pt x="2088742" y="975971"/>
                  </a:cubicBezTo>
                  <a:cubicBezTo>
                    <a:pt x="2094400" y="963893"/>
                    <a:pt x="2094400" y="932292"/>
                    <a:pt x="2096220" y="930207"/>
                  </a:cubicBezTo>
                  <a:cubicBezTo>
                    <a:pt x="2098040" y="928122"/>
                    <a:pt x="2096982" y="922795"/>
                    <a:pt x="2099530" y="919453"/>
                  </a:cubicBezTo>
                  <a:cubicBezTo>
                    <a:pt x="2102078" y="916110"/>
                    <a:pt x="2100820" y="911478"/>
                    <a:pt x="2105949" y="907110"/>
                  </a:cubicBezTo>
                  <a:cubicBezTo>
                    <a:pt x="2109740" y="904559"/>
                    <a:pt x="2110971" y="899545"/>
                    <a:pt x="2108795" y="895528"/>
                  </a:cubicBezTo>
                  <a:cubicBezTo>
                    <a:pt x="2107505" y="892219"/>
                    <a:pt x="2109060" y="884740"/>
                    <a:pt x="2107769" y="882292"/>
                  </a:cubicBezTo>
                  <a:cubicBezTo>
                    <a:pt x="2106479" y="879843"/>
                    <a:pt x="2106743" y="878983"/>
                    <a:pt x="2109821" y="877163"/>
                  </a:cubicBezTo>
                  <a:cubicBezTo>
                    <a:pt x="2112898" y="875343"/>
                    <a:pt x="2107769" y="870743"/>
                    <a:pt x="2103401" y="868692"/>
                  </a:cubicBezTo>
                  <a:cubicBezTo>
                    <a:pt x="2099033" y="866640"/>
                    <a:pt x="2093474" y="864820"/>
                    <a:pt x="2092845" y="859956"/>
                  </a:cubicBezTo>
                  <a:cubicBezTo>
                    <a:pt x="2092217" y="855091"/>
                    <a:pt x="2084903" y="849168"/>
                    <a:pt x="2079245" y="849664"/>
                  </a:cubicBezTo>
                  <a:cubicBezTo>
                    <a:pt x="2073587" y="850161"/>
                    <a:pt x="2063031" y="846587"/>
                    <a:pt x="2064321" y="850194"/>
                  </a:cubicBezTo>
                  <a:cubicBezTo>
                    <a:pt x="2065612" y="853801"/>
                    <a:pt x="2063825" y="856812"/>
                    <a:pt x="2061012" y="856084"/>
                  </a:cubicBezTo>
                  <a:cubicBezTo>
                    <a:pt x="2058199" y="855356"/>
                    <a:pt x="2056876" y="857639"/>
                    <a:pt x="2053534" y="862702"/>
                  </a:cubicBezTo>
                  <a:cubicBezTo>
                    <a:pt x="2050191" y="867765"/>
                    <a:pt x="2038378" y="868361"/>
                    <a:pt x="2043606" y="863463"/>
                  </a:cubicBezTo>
                  <a:cubicBezTo>
                    <a:pt x="2048835" y="858566"/>
                    <a:pt x="2041819" y="858334"/>
                    <a:pt x="2042845" y="853205"/>
                  </a:cubicBezTo>
                  <a:cubicBezTo>
                    <a:pt x="2043871" y="848076"/>
                    <a:pt x="2048239" y="842914"/>
                    <a:pt x="2042316" y="846256"/>
                  </a:cubicBezTo>
                  <a:cubicBezTo>
                    <a:pt x="2036393" y="849598"/>
                    <a:pt x="2036426" y="857573"/>
                    <a:pt x="2031528" y="858599"/>
                  </a:cubicBezTo>
                  <a:cubicBezTo>
                    <a:pt x="2026631" y="859625"/>
                    <a:pt x="2028219" y="844734"/>
                    <a:pt x="2029477" y="840862"/>
                  </a:cubicBezTo>
                  <a:cubicBezTo>
                    <a:pt x="2030734" y="836991"/>
                    <a:pt x="2020476" y="841127"/>
                    <a:pt x="2009622" y="840366"/>
                  </a:cubicBezTo>
                  <a:cubicBezTo>
                    <a:pt x="1998769" y="839605"/>
                    <a:pt x="2001648" y="832126"/>
                    <a:pt x="2010383" y="827494"/>
                  </a:cubicBezTo>
                  <a:cubicBezTo>
                    <a:pt x="2019119" y="822861"/>
                    <a:pt x="2017597" y="818526"/>
                    <a:pt x="2021965" y="816706"/>
                  </a:cubicBezTo>
                  <a:cubicBezTo>
                    <a:pt x="2026333" y="814886"/>
                    <a:pt x="2037650" y="807441"/>
                    <a:pt x="2044301" y="803470"/>
                  </a:cubicBezTo>
                  <a:cubicBezTo>
                    <a:pt x="2049111" y="800812"/>
                    <a:pt x="2052573" y="796245"/>
                    <a:pt x="2053831" y="790896"/>
                  </a:cubicBezTo>
                  <a:cubicBezTo>
                    <a:pt x="2055354" y="786528"/>
                    <a:pt x="2067696" y="780969"/>
                    <a:pt x="2078749" y="772133"/>
                  </a:cubicBezTo>
                  <a:cubicBezTo>
                    <a:pt x="2089801" y="763298"/>
                    <a:pt x="2095294" y="758004"/>
                    <a:pt x="2097776" y="752610"/>
                  </a:cubicBezTo>
                  <a:cubicBezTo>
                    <a:pt x="2100258" y="747216"/>
                    <a:pt x="2116770" y="740532"/>
                    <a:pt x="2117035" y="736429"/>
                  </a:cubicBezTo>
                  <a:cubicBezTo>
                    <a:pt x="2117299" y="732325"/>
                    <a:pt x="2136558" y="722034"/>
                    <a:pt x="2149662" y="719453"/>
                  </a:cubicBezTo>
                  <a:cubicBezTo>
                    <a:pt x="2162766" y="716872"/>
                    <a:pt x="2183613" y="720214"/>
                    <a:pt x="2187451" y="724086"/>
                  </a:cubicBezTo>
                  <a:cubicBezTo>
                    <a:pt x="2189131" y="726524"/>
                    <a:pt x="2192468" y="727139"/>
                    <a:pt x="2194907" y="725460"/>
                  </a:cubicBezTo>
                  <a:cubicBezTo>
                    <a:pt x="2195532" y="725029"/>
                    <a:pt x="2196059" y="724471"/>
                    <a:pt x="2196452" y="723821"/>
                  </a:cubicBezTo>
                  <a:cubicBezTo>
                    <a:pt x="2198768" y="721240"/>
                    <a:pt x="2203897" y="722531"/>
                    <a:pt x="2212633" y="723556"/>
                  </a:cubicBezTo>
                  <a:cubicBezTo>
                    <a:pt x="2221369" y="724582"/>
                    <a:pt x="2223454" y="719453"/>
                    <a:pt x="2229178" y="721240"/>
                  </a:cubicBezTo>
                  <a:cubicBezTo>
                    <a:pt x="2234903" y="723027"/>
                    <a:pt x="2239966" y="724086"/>
                    <a:pt x="2243573" y="717137"/>
                  </a:cubicBezTo>
                  <a:cubicBezTo>
                    <a:pt x="2247180" y="710188"/>
                    <a:pt x="2264122" y="711478"/>
                    <a:pt x="2267994" y="714324"/>
                  </a:cubicBezTo>
                  <a:cubicBezTo>
                    <a:pt x="2271865" y="717170"/>
                    <a:pt x="2274943" y="720942"/>
                    <a:pt x="2281230" y="716872"/>
                  </a:cubicBezTo>
                  <a:cubicBezTo>
                    <a:pt x="2287517" y="712802"/>
                    <a:pt x="2287385" y="722266"/>
                    <a:pt x="2293308" y="723060"/>
                  </a:cubicBezTo>
                  <a:cubicBezTo>
                    <a:pt x="2299231" y="723854"/>
                    <a:pt x="2295359" y="728950"/>
                    <a:pt x="2290197" y="728454"/>
                  </a:cubicBezTo>
                  <a:cubicBezTo>
                    <a:pt x="2285035" y="727957"/>
                    <a:pt x="2278649" y="731002"/>
                    <a:pt x="2284572" y="734377"/>
                  </a:cubicBezTo>
                  <a:cubicBezTo>
                    <a:pt x="2290495" y="737752"/>
                    <a:pt x="2297411" y="731266"/>
                    <a:pt x="2302044" y="731796"/>
                  </a:cubicBezTo>
                  <a:cubicBezTo>
                    <a:pt x="2308294" y="732911"/>
                    <a:pt x="2314738" y="731823"/>
                    <a:pt x="2320277" y="728718"/>
                  </a:cubicBezTo>
                  <a:cubicBezTo>
                    <a:pt x="2326895" y="724582"/>
                    <a:pt x="2328516" y="732028"/>
                    <a:pt x="2332619" y="728454"/>
                  </a:cubicBezTo>
                  <a:cubicBezTo>
                    <a:pt x="2336722" y="724880"/>
                    <a:pt x="2345855" y="723821"/>
                    <a:pt x="2350621" y="724086"/>
                  </a:cubicBezTo>
                  <a:cubicBezTo>
                    <a:pt x="2355386" y="724351"/>
                    <a:pt x="2351382" y="718692"/>
                    <a:pt x="2343672" y="718692"/>
                  </a:cubicBezTo>
                  <a:cubicBezTo>
                    <a:pt x="2335961" y="718692"/>
                    <a:pt x="2336226" y="714589"/>
                    <a:pt x="2342381" y="704033"/>
                  </a:cubicBezTo>
                  <a:cubicBezTo>
                    <a:pt x="2348536" y="693477"/>
                    <a:pt x="2360382" y="687852"/>
                    <a:pt x="2367828" y="681432"/>
                  </a:cubicBezTo>
                  <a:cubicBezTo>
                    <a:pt x="2375273" y="675012"/>
                    <a:pt x="2380667" y="678123"/>
                    <a:pt x="2380667" y="673954"/>
                  </a:cubicBezTo>
                  <a:cubicBezTo>
                    <a:pt x="2380667" y="669784"/>
                    <a:pt x="2384274" y="658302"/>
                    <a:pt x="2389932" y="658037"/>
                  </a:cubicBezTo>
                  <a:cubicBezTo>
                    <a:pt x="2395591" y="657772"/>
                    <a:pt x="2409787" y="660353"/>
                    <a:pt x="2418456" y="655456"/>
                  </a:cubicBezTo>
                  <a:cubicBezTo>
                    <a:pt x="2427126" y="650559"/>
                    <a:pt x="2426398" y="659063"/>
                    <a:pt x="2430038" y="660353"/>
                  </a:cubicBezTo>
                  <a:cubicBezTo>
                    <a:pt x="2433678" y="661644"/>
                    <a:pt x="2438509" y="652908"/>
                    <a:pt x="2442612" y="655456"/>
                  </a:cubicBezTo>
                  <a:cubicBezTo>
                    <a:pt x="2446716" y="658004"/>
                    <a:pt x="2436457" y="664225"/>
                    <a:pt x="2434141" y="671637"/>
                  </a:cubicBezTo>
                  <a:cubicBezTo>
                    <a:pt x="2431825" y="679050"/>
                    <a:pt x="2439535" y="676303"/>
                    <a:pt x="2444068" y="678255"/>
                  </a:cubicBezTo>
                  <a:cubicBezTo>
                    <a:pt x="2448602" y="680208"/>
                    <a:pt x="2438410" y="683384"/>
                    <a:pt x="2439436" y="685436"/>
                  </a:cubicBezTo>
                  <a:cubicBezTo>
                    <a:pt x="2440462" y="687488"/>
                    <a:pt x="2449363" y="687488"/>
                    <a:pt x="2460514" y="676204"/>
                  </a:cubicBezTo>
                  <a:cubicBezTo>
                    <a:pt x="2471666" y="664920"/>
                    <a:pt x="2482089" y="661809"/>
                    <a:pt x="2489303" y="662571"/>
                  </a:cubicBezTo>
                  <a:cubicBezTo>
                    <a:pt x="2496517" y="663332"/>
                    <a:pt x="2492381" y="656151"/>
                    <a:pt x="2492877" y="645628"/>
                  </a:cubicBezTo>
                  <a:cubicBezTo>
                    <a:pt x="2493373" y="635105"/>
                    <a:pt x="2515478" y="631995"/>
                    <a:pt x="2522658" y="635072"/>
                  </a:cubicBezTo>
                  <a:cubicBezTo>
                    <a:pt x="2529839" y="638150"/>
                    <a:pt x="2529277" y="640995"/>
                    <a:pt x="2522394" y="639175"/>
                  </a:cubicBezTo>
                  <a:cubicBezTo>
                    <a:pt x="2515511" y="637356"/>
                    <a:pt x="2509158" y="643543"/>
                    <a:pt x="2509158" y="652412"/>
                  </a:cubicBezTo>
                  <a:cubicBezTo>
                    <a:pt x="2509158" y="661280"/>
                    <a:pt x="2503002" y="663993"/>
                    <a:pt x="2506345" y="667336"/>
                  </a:cubicBezTo>
                  <a:cubicBezTo>
                    <a:pt x="2509687" y="670678"/>
                    <a:pt x="2501447" y="671439"/>
                    <a:pt x="2501216" y="675046"/>
                  </a:cubicBezTo>
                  <a:cubicBezTo>
                    <a:pt x="2500984" y="678652"/>
                    <a:pt x="2501216" y="681465"/>
                    <a:pt x="2496054" y="682987"/>
                  </a:cubicBezTo>
                  <a:cubicBezTo>
                    <a:pt x="2490892" y="684510"/>
                    <a:pt x="2473684" y="686296"/>
                    <a:pt x="2473188" y="692914"/>
                  </a:cubicBezTo>
                  <a:cubicBezTo>
                    <a:pt x="2472692" y="699533"/>
                    <a:pt x="2463261" y="700360"/>
                    <a:pt x="2459059" y="708599"/>
                  </a:cubicBezTo>
                  <a:cubicBezTo>
                    <a:pt x="2454856" y="716839"/>
                    <a:pt x="2437980" y="721836"/>
                    <a:pt x="2426927" y="738149"/>
                  </a:cubicBezTo>
                  <a:cubicBezTo>
                    <a:pt x="2415875" y="754463"/>
                    <a:pt x="2398403" y="754695"/>
                    <a:pt x="2398403" y="757673"/>
                  </a:cubicBezTo>
                  <a:cubicBezTo>
                    <a:pt x="2398403" y="760651"/>
                    <a:pt x="2386326" y="760519"/>
                    <a:pt x="2382222" y="760982"/>
                  </a:cubicBezTo>
                  <a:cubicBezTo>
                    <a:pt x="2378119" y="761445"/>
                    <a:pt x="2386061" y="771505"/>
                    <a:pt x="2376299" y="782060"/>
                  </a:cubicBezTo>
                  <a:cubicBezTo>
                    <a:pt x="2366174" y="792814"/>
                    <a:pt x="2360488" y="806999"/>
                    <a:pt x="2360382" y="821769"/>
                  </a:cubicBezTo>
                  <a:cubicBezTo>
                    <a:pt x="2360614" y="836428"/>
                    <a:pt x="2365511" y="878553"/>
                    <a:pt x="2369879" y="886031"/>
                  </a:cubicBezTo>
                  <a:cubicBezTo>
                    <a:pt x="2374247" y="893509"/>
                    <a:pt x="2371699" y="911709"/>
                    <a:pt x="2375273" y="915581"/>
                  </a:cubicBezTo>
                  <a:cubicBezTo>
                    <a:pt x="2378847" y="919453"/>
                    <a:pt x="2377590" y="925839"/>
                    <a:pt x="2379906" y="928155"/>
                  </a:cubicBezTo>
                  <a:cubicBezTo>
                    <a:pt x="2382222" y="930472"/>
                    <a:pt x="2391719" y="917864"/>
                    <a:pt x="2398139" y="912470"/>
                  </a:cubicBezTo>
                  <a:cubicBezTo>
                    <a:pt x="2404558" y="907077"/>
                    <a:pt x="2402506" y="905290"/>
                    <a:pt x="2406875" y="902543"/>
                  </a:cubicBezTo>
                  <a:cubicBezTo>
                    <a:pt x="2411242" y="899797"/>
                    <a:pt x="2409456" y="887884"/>
                    <a:pt x="2410746" y="884807"/>
                  </a:cubicBezTo>
                  <a:cubicBezTo>
                    <a:pt x="2412037" y="881729"/>
                    <a:pt x="2420012" y="880174"/>
                    <a:pt x="2422560" y="876832"/>
                  </a:cubicBezTo>
                  <a:cubicBezTo>
                    <a:pt x="2425108" y="873490"/>
                    <a:pt x="2431825" y="875541"/>
                    <a:pt x="2435432" y="874251"/>
                  </a:cubicBezTo>
                  <a:cubicBezTo>
                    <a:pt x="2439039" y="872960"/>
                    <a:pt x="2435167" y="864324"/>
                    <a:pt x="2433877" y="859625"/>
                  </a:cubicBezTo>
                  <a:cubicBezTo>
                    <a:pt x="2432586" y="854926"/>
                    <a:pt x="2444399" y="848043"/>
                    <a:pt x="2450422" y="843675"/>
                  </a:cubicBezTo>
                  <a:cubicBezTo>
                    <a:pt x="2456444" y="839307"/>
                    <a:pt x="2464287" y="846521"/>
                    <a:pt x="2471236" y="840101"/>
                  </a:cubicBezTo>
                  <a:cubicBezTo>
                    <a:pt x="2478185" y="833682"/>
                    <a:pt x="2470706" y="826203"/>
                    <a:pt x="2468125" y="822894"/>
                  </a:cubicBezTo>
                  <a:cubicBezTo>
                    <a:pt x="2465544" y="819585"/>
                    <a:pt x="2475074" y="803338"/>
                    <a:pt x="2480468" y="801782"/>
                  </a:cubicBezTo>
                  <a:cubicBezTo>
                    <a:pt x="2485862" y="800227"/>
                    <a:pt x="2488708" y="805654"/>
                    <a:pt x="2493704" y="801021"/>
                  </a:cubicBezTo>
                  <a:cubicBezTo>
                    <a:pt x="2498701" y="796389"/>
                    <a:pt x="2489071" y="788943"/>
                    <a:pt x="2485498" y="789473"/>
                  </a:cubicBezTo>
                  <a:cubicBezTo>
                    <a:pt x="2481924" y="790002"/>
                    <a:pt x="2480601" y="776237"/>
                    <a:pt x="2489071" y="769949"/>
                  </a:cubicBezTo>
                  <a:cubicBezTo>
                    <a:pt x="2497543" y="763662"/>
                    <a:pt x="2494201" y="762239"/>
                    <a:pt x="2488575" y="760684"/>
                  </a:cubicBezTo>
                  <a:cubicBezTo>
                    <a:pt x="2482950" y="759129"/>
                    <a:pt x="2481957" y="761213"/>
                    <a:pt x="2477523" y="761478"/>
                  </a:cubicBezTo>
                  <a:cubicBezTo>
                    <a:pt x="2473089" y="761743"/>
                    <a:pt x="2468787" y="752477"/>
                    <a:pt x="2475471" y="743477"/>
                  </a:cubicBezTo>
                  <a:cubicBezTo>
                    <a:pt x="2482156" y="734476"/>
                    <a:pt x="2488708" y="735502"/>
                    <a:pt x="2490097" y="728057"/>
                  </a:cubicBezTo>
                  <a:cubicBezTo>
                    <a:pt x="2491487" y="720611"/>
                    <a:pt x="2500918" y="710055"/>
                    <a:pt x="2503334" y="706217"/>
                  </a:cubicBezTo>
                  <a:cubicBezTo>
                    <a:pt x="2505749" y="702378"/>
                    <a:pt x="2514915" y="706217"/>
                    <a:pt x="2518522" y="705456"/>
                  </a:cubicBezTo>
                  <a:cubicBezTo>
                    <a:pt x="2522129" y="704695"/>
                    <a:pt x="2520838" y="712372"/>
                    <a:pt x="2525140" y="708533"/>
                  </a:cubicBezTo>
                  <a:cubicBezTo>
                    <a:pt x="2529442" y="704695"/>
                    <a:pt x="2536722" y="691988"/>
                    <a:pt x="2542645" y="691988"/>
                  </a:cubicBezTo>
                  <a:cubicBezTo>
                    <a:pt x="2548568" y="691988"/>
                    <a:pt x="2544697" y="701485"/>
                    <a:pt x="2546219" y="707143"/>
                  </a:cubicBezTo>
                  <a:cubicBezTo>
                    <a:pt x="2547741" y="712802"/>
                    <a:pt x="2551116" y="705621"/>
                    <a:pt x="2562433" y="697911"/>
                  </a:cubicBezTo>
                  <a:cubicBezTo>
                    <a:pt x="2573750" y="690201"/>
                    <a:pt x="2598403" y="690962"/>
                    <a:pt x="2605848" y="694602"/>
                  </a:cubicBezTo>
                  <a:cubicBezTo>
                    <a:pt x="2613294" y="698242"/>
                    <a:pt x="2614584" y="706680"/>
                    <a:pt x="2618687" y="705654"/>
                  </a:cubicBezTo>
                  <a:cubicBezTo>
                    <a:pt x="2624975" y="704099"/>
                    <a:pt x="2619713" y="697150"/>
                    <a:pt x="2625901" y="695363"/>
                  </a:cubicBezTo>
                  <a:cubicBezTo>
                    <a:pt x="2634899" y="691822"/>
                    <a:pt x="2643371" y="687068"/>
                    <a:pt x="2651083" y="681234"/>
                  </a:cubicBezTo>
                  <a:cubicBezTo>
                    <a:pt x="2659290" y="675310"/>
                    <a:pt x="2657006" y="679711"/>
                    <a:pt x="2661374" y="674318"/>
                  </a:cubicBezTo>
                  <a:cubicBezTo>
                    <a:pt x="2665742" y="668924"/>
                    <a:pt x="2670110" y="671207"/>
                    <a:pt x="2671301" y="667699"/>
                  </a:cubicBezTo>
                  <a:cubicBezTo>
                    <a:pt x="2672493" y="664192"/>
                    <a:pt x="2684538" y="658169"/>
                    <a:pt x="2700620" y="654463"/>
                  </a:cubicBezTo>
                  <a:cubicBezTo>
                    <a:pt x="2716702" y="650757"/>
                    <a:pt x="2737880" y="640102"/>
                    <a:pt x="2737019" y="636760"/>
                  </a:cubicBezTo>
                  <a:cubicBezTo>
                    <a:pt x="2736159" y="633418"/>
                    <a:pt x="2743174" y="631862"/>
                    <a:pt x="2743935" y="635205"/>
                  </a:cubicBezTo>
                  <a:cubicBezTo>
                    <a:pt x="2744696" y="638547"/>
                    <a:pt x="2750884" y="637256"/>
                    <a:pt x="2759355" y="639043"/>
                  </a:cubicBezTo>
                  <a:cubicBezTo>
                    <a:pt x="2767826" y="640830"/>
                    <a:pt x="2771731" y="644205"/>
                    <a:pt x="2778382" y="637521"/>
                  </a:cubicBezTo>
                  <a:cubicBezTo>
                    <a:pt x="2785034" y="630837"/>
                    <a:pt x="2777621" y="628520"/>
                    <a:pt x="2777853" y="623391"/>
                  </a:cubicBezTo>
                  <a:cubicBezTo>
                    <a:pt x="2778084" y="618262"/>
                    <a:pt x="2766304" y="612835"/>
                    <a:pt x="2767926" y="607475"/>
                  </a:cubicBezTo>
                  <a:cubicBezTo>
                    <a:pt x="2769547" y="602114"/>
                    <a:pt x="2759190" y="587620"/>
                    <a:pt x="2756112" y="590499"/>
                  </a:cubicBezTo>
                  <a:cubicBezTo>
                    <a:pt x="2753035" y="593378"/>
                    <a:pt x="2745821" y="588183"/>
                    <a:pt x="2745821" y="584080"/>
                  </a:cubicBezTo>
                  <a:cubicBezTo>
                    <a:pt x="2745821" y="579976"/>
                    <a:pt x="2745292" y="575079"/>
                    <a:pt x="2740427" y="578156"/>
                  </a:cubicBezTo>
                  <a:cubicBezTo>
                    <a:pt x="2735563" y="581234"/>
                    <a:pt x="2727191" y="579712"/>
                    <a:pt x="2725768" y="575079"/>
                  </a:cubicBezTo>
                  <a:cubicBezTo>
                    <a:pt x="2724345" y="570446"/>
                    <a:pt x="2735298" y="567104"/>
                    <a:pt x="2742975" y="570215"/>
                  </a:cubicBezTo>
                  <a:cubicBezTo>
                    <a:pt x="2750652" y="573325"/>
                    <a:pt x="2748402" y="576370"/>
                    <a:pt x="2752241" y="578686"/>
                  </a:cubicBezTo>
                  <a:cubicBezTo>
                    <a:pt x="2756079" y="581002"/>
                    <a:pt x="2766635" y="579976"/>
                    <a:pt x="2772095" y="577395"/>
                  </a:cubicBezTo>
                  <a:cubicBezTo>
                    <a:pt x="2777555" y="574814"/>
                    <a:pt x="2792644" y="569950"/>
                    <a:pt x="2795258" y="565582"/>
                  </a:cubicBezTo>
                  <a:cubicBezTo>
                    <a:pt x="2797873" y="561214"/>
                    <a:pt x="2794994" y="559163"/>
                    <a:pt x="2800156" y="556581"/>
                  </a:cubicBezTo>
                  <a:cubicBezTo>
                    <a:pt x="2805318" y="554000"/>
                    <a:pt x="2801413" y="548607"/>
                    <a:pt x="2797045" y="546323"/>
                  </a:cubicBezTo>
                  <a:cubicBezTo>
                    <a:pt x="2794775" y="545457"/>
                    <a:pt x="2793636" y="542914"/>
                    <a:pt x="2794502" y="540643"/>
                  </a:cubicBezTo>
                  <a:cubicBezTo>
                    <a:pt x="2795116" y="539032"/>
                    <a:pt x="2796615" y="537928"/>
                    <a:pt x="2798336" y="537819"/>
                  </a:cubicBezTo>
                  <a:cubicBezTo>
                    <a:pt x="2802968" y="537819"/>
                    <a:pt x="2801645" y="532425"/>
                    <a:pt x="2804755" y="532161"/>
                  </a:cubicBezTo>
                  <a:cubicBezTo>
                    <a:pt x="2807866" y="531896"/>
                    <a:pt x="2808362" y="534477"/>
                    <a:pt x="2814021" y="531664"/>
                  </a:cubicBezTo>
                  <a:cubicBezTo>
                    <a:pt x="2819679" y="528852"/>
                    <a:pt x="2814252" y="535999"/>
                    <a:pt x="2811704" y="540896"/>
                  </a:cubicBezTo>
                  <a:cubicBezTo>
                    <a:pt x="2809156" y="545794"/>
                    <a:pt x="2817098" y="549897"/>
                    <a:pt x="2817859" y="552743"/>
                  </a:cubicBezTo>
                  <a:cubicBezTo>
                    <a:pt x="2818620" y="555589"/>
                    <a:pt x="2829673" y="556581"/>
                    <a:pt x="2835861" y="553239"/>
                  </a:cubicBezTo>
                  <a:cubicBezTo>
                    <a:pt x="2842049" y="549897"/>
                    <a:pt x="2861804" y="557342"/>
                    <a:pt x="2863094" y="562240"/>
                  </a:cubicBezTo>
                  <a:cubicBezTo>
                    <a:pt x="2864708" y="568833"/>
                    <a:pt x="2869257" y="574322"/>
                    <a:pt x="2875437" y="577131"/>
                  </a:cubicBezTo>
                  <a:cubicBezTo>
                    <a:pt x="2883676" y="581234"/>
                    <a:pt x="2891122" y="579447"/>
                    <a:pt x="2892644" y="583319"/>
                  </a:cubicBezTo>
                  <a:cubicBezTo>
                    <a:pt x="2893880" y="587203"/>
                    <a:pt x="2898010" y="589371"/>
                    <a:pt x="2901909" y="588183"/>
                  </a:cubicBezTo>
                  <a:cubicBezTo>
                    <a:pt x="2906542" y="587157"/>
                    <a:pt x="2909090" y="592286"/>
                    <a:pt x="2912432" y="589209"/>
                  </a:cubicBezTo>
                  <a:cubicBezTo>
                    <a:pt x="2915774" y="586131"/>
                    <a:pt x="2917594" y="591029"/>
                    <a:pt x="2921962" y="587157"/>
                  </a:cubicBezTo>
                  <a:cubicBezTo>
                    <a:pt x="2926330" y="583285"/>
                    <a:pt x="2912432" y="580738"/>
                    <a:pt x="2914252" y="577660"/>
                  </a:cubicBezTo>
                  <a:cubicBezTo>
                    <a:pt x="2916072" y="574583"/>
                    <a:pt x="2918885" y="579976"/>
                    <a:pt x="2922723" y="579712"/>
                  </a:cubicBezTo>
                  <a:cubicBezTo>
                    <a:pt x="2926562" y="579447"/>
                    <a:pt x="2921697" y="572002"/>
                    <a:pt x="2924510" y="571241"/>
                  </a:cubicBezTo>
                  <a:cubicBezTo>
                    <a:pt x="2927323" y="570479"/>
                    <a:pt x="2925040" y="555059"/>
                    <a:pt x="2921962" y="554033"/>
                  </a:cubicBezTo>
                  <a:cubicBezTo>
                    <a:pt x="2918885" y="553008"/>
                    <a:pt x="2921433" y="547415"/>
                    <a:pt x="2927356" y="551949"/>
                  </a:cubicBezTo>
                  <a:cubicBezTo>
                    <a:pt x="2933279" y="556482"/>
                    <a:pt x="2942511" y="556052"/>
                    <a:pt x="2946879" y="556052"/>
                  </a:cubicBezTo>
                  <a:cubicBezTo>
                    <a:pt x="2951247" y="556052"/>
                    <a:pt x="2947144" y="551949"/>
                    <a:pt x="2942776" y="551188"/>
                  </a:cubicBezTo>
                  <a:cubicBezTo>
                    <a:pt x="2938408" y="550427"/>
                    <a:pt x="2943537" y="546820"/>
                    <a:pt x="2946615" y="549632"/>
                  </a:cubicBezTo>
                  <a:cubicBezTo>
                    <a:pt x="2949692" y="552445"/>
                    <a:pt x="2955615" y="553769"/>
                    <a:pt x="2956145" y="550658"/>
                  </a:cubicBezTo>
                  <a:cubicBezTo>
                    <a:pt x="2956674" y="547548"/>
                    <a:pt x="2959718" y="540896"/>
                    <a:pt x="2965112" y="541161"/>
                  </a:cubicBezTo>
                  <a:cubicBezTo>
                    <a:pt x="2970506" y="541426"/>
                    <a:pt x="2972194" y="538878"/>
                    <a:pt x="2967032" y="537091"/>
                  </a:cubicBezTo>
                  <a:close/>
                  <a:moveTo>
                    <a:pt x="1533846" y="874218"/>
                  </a:moveTo>
                  <a:cubicBezTo>
                    <a:pt x="1519187" y="887454"/>
                    <a:pt x="1489902" y="890399"/>
                    <a:pt x="1489902" y="901220"/>
                  </a:cubicBezTo>
                  <a:cubicBezTo>
                    <a:pt x="1489902" y="912040"/>
                    <a:pt x="1454429" y="917401"/>
                    <a:pt x="1451352" y="912768"/>
                  </a:cubicBezTo>
                  <a:cubicBezTo>
                    <a:pt x="1448638" y="908698"/>
                    <a:pt x="1477560" y="907374"/>
                    <a:pt x="1484442" y="891954"/>
                  </a:cubicBezTo>
                  <a:cubicBezTo>
                    <a:pt x="1491325" y="876534"/>
                    <a:pt x="1517533" y="868592"/>
                    <a:pt x="1530769" y="848010"/>
                  </a:cubicBezTo>
                  <a:cubicBezTo>
                    <a:pt x="1540002" y="833351"/>
                    <a:pt x="1547711" y="811015"/>
                    <a:pt x="1553105" y="812537"/>
                  </a:cubicBezTo>
                  <a:cubicBezTo>
                    <a:pt x="1558499" y="814059"/>
                    <a:pt x="1548506" y="861114"/>
                    <a:pt x="1533846" y="874218"/>
                  </a:cubicBezTo>
                  <a:close/>
                  <a:moveTo>
                    <a:pt x="1599101" y="270646"/>
                  </a:moveTo>
                  <a:cubicBezTo>
                    <a:pt x="1597050" y="274749"/>
                    <a:pt x="1585865" y="275014"/>
                    <a:pt x="1588843" y="278852"/>
                  </a:cubicBezTo>
                  <a:cubicBezTo>
                    <a:pt x="1593972" y="285470"/>
                    <a:pt x="1619683" y="281963"/>
                    <a:pt x="1620213" y="273723"/>
                  </a:cubicBezTo>
                  <a:cubicBezTo>
                    <a:pt x="1620742" y="265484"/>
                    <a:pt x="1601186" y="266543"/>
                    <a:pt x="1599101" y="270646"/>
                  </a:cubicBezTo>
                  <a:close/>
                  <a:moveTo>
                    <a:pt x="663168" y="16775"/>
                  </a:moveTo>
                  <a:cubicBezTo>
                    <a:pt x="675511" y="16775"/>
                    <a:pt x="671904" y="9065"/>
                    <a:pt x="680143" y="10157"/>
                  </a:cubicBezTo>
                  <a:cubicBezTo>
                    <a:pt x="688383" y="11249"/>
                    <a:pt x="699137" y="10653"/>
                    <a:pt x="695034" y="5524"/>
                  </a:cubicBezTo>
                  <a:cubicBezTo>
                    <a:pt x="690931" y="395"/>
                    <a:pt x="661116" y="2447"/>
                    <a:pt x="664194" y="6550"/>
                  </a:cubicBezTo>
                  <a:cubicBezTo>
                    <a:pt x="667271" y="10653"/>
                    <a:pt x="640037" y="9131"/>
                    <a:pt x="640567" y="10653"/>
                  </a:cubicBezTo>
                  <a:cubicBezTo>
                    <a:pt x="641593" y="13698"/>
                    <a:pt x="650858" y="16775"/>
                    <a:pt x="663168" y="16775"/>
                  </a:cubicBezTo>
                  <a:close/>
                  <a:moveTo>
                    <a:pt x="599436" y="51189"/>
                  </a:moveTo>
                  <a:cubicBezTo>
                    <a:pt x="599436" y="42983"/>
                    <a:pt x="572698" y="52050"/>
                    <a:pt x="577861" y="53770"/>
                  </a:cubicBezTo>
                  <a:cubicBezTo>
                    <a:pt x="582493" y="55226"/>
                    <a:pt x="599436" y="59429"/>
                    <a:pt x="599436" y="51189"/>
                  </a:cubicBezTo>
                  <a:close/>
                  <a:moveTo>
                    <a:pt x="665617" y="44571"/>
                  </a:moveTo>
                  <a:cubicBezTo>
                    <a:pt x="667139" y="48708"/>
                    <a:pt x="663036" y="49204"/>
                    <a:pt x="652778" y="49204"/>
                  </a:cubicBezTo>
                  <a:cubicBezTo>
                    <a:pt x="642519" y="49204"/>
                    <a:pt x="637125" y="55028"/>
                    <a:pt x="642486" y="59495"/>
                  </a:cubicBezTo>
                  <a:cubicBezTo>
                    <a:pt x="648641" y="64624"/>
                    <a:pt x="675875" y="62572"/>
                    <a:pt x="680540" y="56385"/>
                  </a:cubicBezTo>
                  <a:cubicBezTo>
                    <a:pt x="685206" y="50197"/>
                    <a:pt x="697086" y="55392"/>
                    <a:pt x="699005" y="49204"/>
                  </a:cubicBezTo>
                  <a:cubicBezTo>
                    <a:pt x="700924" y="43016"/>
                    <a:pt x="664194" y="40402"/>
                    <a:pt x="665749" y="44505"/>
                  </a:cubicBezTo>
                  <a:close/>
                  <a:moveTo>
                    <a:pt x="753505" y="34644"/>
                  </a:moveTo>
                  <a:cubicBezTo>
                    <a:pt x="757112" y="30044"/>
                    <a:pt x="746887" y="30044"/>
                    <a:pt x="745795" y="25412"/>
                  </a:cubicBezTo>
                  <a:cubicBezTo>
                    <a:pt x="744703" y="20779"/>
                    <a:pt x="716014" y="19753"/>
                    <a:pt x="717536" y="24882"/>
                  </a:cubicBezTo>
                  <a:cubicBezTo>
                    <a:pt x="719058" y="30011"/>
                    <a:pt x="697681" y="35637"/>
                    <a:pt x="704299" y="40832"/>
                  </a:cubicBezTo>
                  <a:cubicBezTo>
                    <a:pt x="716642" y="50693"/>
                    <a:pt x="750030" y="39376"/>
                    <a:pt x="753638" y="34743"/>
                  </a:cubicBezTo>
                  <a:close/>
                  <a:moveTo>
                    <a:pt x="671772" y="26438"/>
                  </a:moveTo>
                  <a:cubicBezTo>
                    <a:pt x="673327" y="15650"/>
                    <a:pt x="655226" y="24386"/>
                    <a:pt x="641990" y="18728"/>
                  </a:cubicBezTo>
                  <a:cubicBezTo>
                    <a:pt x="628754" y="13069"/>
                    <a:pt x="620779" y="13499"/>
                    <a:pt x="629680" y="21309"/>
                  </a:cubicBezTo>
                  <a:cubicBezTo>
                    <a:pt x="633783" y="24882"/>
                    <a:pt x="606782" y="27695"/>
                    <a:pt x="611149" y="32096"/>
                  </a:cubicBezTo>
                  <a:cubicBezTo>
                    <a:pt x="621043" y="41990"/>
                    <a:pt x="670382" y="37324"/>
                    <a:pt x="672036" y="26537"/>
                  </a:cubicBezTo>
                  <a:close/>
                  <a:moveTo>
                    <a:pt x="595200" y="311645"/>
                  </a:moveTo>
                  <a:cubicBezTo>
                    <a:pt x="595729" y="316807"/>
                    <a:pt x="592619" y="320381"/>
                    <a:pt x="582890" y="320381"/>
                  </a:cubicBezTo>
                  <a:cubicBezTo>
                    <a:pt x="573162" y="320381"/>
                    <a:pt x="587490" y="326569"/>
                    <a:pt x="588516" y="332194"/>
                  </a:cubicBezTo>
                  <a:cubicBezTo>
                    <a:pt x="589541" y="337820"/>
                    <a:pt x="578588" y="333750"/>
                    <a:pt x="578258" y="342486"/>
                  </a:cubicBezTo>
                  <a:cubicBezTo>
                    <a:pt x="577927" y="351221"/>
                    <a:pt x="559231" y="342486"/>
                    <a:pt x="556649" y="353802"/>
                  </a:cubicBezTo>
                  <a:cubicBezTo>
                    <a:pt x="554068" y="365119"/>
                    <a:pt x="565915" y="363730"/>
                    <a:pt x="574121" y="364061"/>
                  </a:cubicBezTo>
                  <a:cubicBezTo>
                    <a:pt x="582328" y="364391"/>
                    <a:pt x="571044" y="372300"/>
                    <a:pt x="577199" y="376900"/>
                  </a:cubicBezTo>
                  <a:cubicBezTo>
                    <a:pt x="583353" y="381499"/>
                    <a:pt x="588019" y="380010"/>
                    <a:pt x="583817" y="371274"/>
                  </a:cubicBezTo>
                  <a:cubicBezTo>
                    <a:pt x="579614" y="362538"/>
                    <a:pt x="605425" y="374352"/>
                    <a:pt x="597715" y="381201"/>
                  </a:cubicBezTo>
                  <a:cubicBezTo>
                    <a:pt x="590005" y="388051"/>
                    <a:pt x="610058" y="393015"/>
                    <a:pt x="619819" y="393544"/>
                  </a:cubicBezTo>
                  <a:cubicBezTo>
                    <a:pt x="629581" y="394074"/>
                    <a:pt x="664227" y="401618"/>
                    <a:pt x="665021" y="393544"/>
                  </a:cubicBezTo>
                  <a:cubicBezTo>
                    <a:pt x="665551" y="388382"/>
                    <a:pt x="652182" y="383617"/>
                    <a:pt x="641394" y="372466"/>
                  </a:cubicBezTo>
                  <a:cubicBezTo>
                    <a:pt x="630607" y="361314"/>
                    <a:pt x="622897" y="342684"/>
                    <a:pt x="635239" y="334941"/>
                  </a:cubicBezTo>
                  <a:cubicBezTo>
                    <a:pt x="647582" y="327198"/>
                    <a:pt x="636762" y="323624"/>
                    <a:pt x="649104" y="314888"/>
                  </a:cubicBezTo>
                  <a:cubicBezTo>
                    <a:pt x="661447" y="306152"/>
                    <a:pt x="654267" y="297946"/>
                    <a:pt x="664525" y="296920"/>
                  </a:cubicBezTo>
                  <a:cubicBezTo>
                    <a:pt x="674783" y="295894"/>
                    <a:pt x="663499" y="286629"/>
                    <a:pt x="673790" y="285106"/>
                  </a:cubicBezTo>
                  <a:cubicBezTo>
                    <a:pt x="684081" y="283584"/>
                    <a:pt x="686100" y="272234"/>
                    <a:pt x="684578" y="268131"/>
                  </a:cubicBezTo>
                  <a:cubicBezTo>
                    <a:pt x="683055" y="264028"/>
                    <a:pt x="695365" y="268660"/>
                    <a:pt x="701123" y="262473"/>
                  </a:cubicBezTo>
                  <a:cubicBezTo>
                    <a:pt x="706881" y="256285"/>
                    <a:pt x="720150" y="260421"/>
                    <a:pt x="724286" y="251685"/>
                  </a:cubicBezTo>
                  <a:cubicBezTo>
                    <a:pt x="728423" y="242949"/>
                    <a:pt x="787522" y="222896"/>
                    <a:pt x="820944" y="215285"/>
                  </a:cubicBezTo>
                  <a:cubicBezTo>
                    <a:pt x="854365" y="207675"/>
                    <a:pt x="877462" y="193710"/>
                    <a:pt x="865649" y="184478"/>
                  </a:cubicBezTo>
                  <a:cubicBezTo>
                    <a:pt x="853835" y="175246"/>
                    <a:pt x="820414" y="188052"/>
                    <a:pt x="812208" y="194736"/>
                  </a:cubicBezTo>
                  <a:cubicBezTo>
                    <a:pt x="804001" y="201420"/>
                    <a:pt x="792155" y="196788"/>
                    <a:pt x="783948" y="201354"/>
                  </a:cubicBezTo>
                  <a:cubicBezTo>
                    <a:pt x="775742" y="205921"/>
                    <a:pt x="758237" y="210090"/>
                    <a:pt x="749501" y="204432"/>
                  </a:cubicBezTo>
                  <a:cubicBezTo>
                    <a:pt x="740765" y="198773"/>
                    <a:pt x="730474" y="211050"/>
                    <a:pt x="723790" y="210620"/>
                  </a:cubicBezTo>
                  <a:cubicBezTo>
                    <a:pt x="717105" y="210189"/>
                    <a:pt x="709429" y="217238"/>
                    <a:pt x="702215" y="216775"/>
                  </a:cubicBezTo>
                  <a:cubicBezTo>
                    <a:pt x="695001" y="216311"/>
                    <a:pt x="680640" y="222433"/>
                    <a:pt x="679614" y="226702"/>
                  </a:cubicBezTo>
                  <a:cubicBezTo>
                    <a:pt x="678588" y="230970"/>
                    <a:pt x="666378" y="229779"/>
                    <a:pt x="666378" y="234941"/>
                  </a:cubicBezTo>
                  <a:cubicBezTo>
                    <a:pt x="666378" y="240103"/>
                    <a:pt x="656451" y="244868"/>
                    <a:pt x="651454" y="240070"/>
                  </a:cubicBezTo>
                  <a:cubicBezTo>
                    <a:pt x="646457" y="235272"/>
                    <a:pt x="640137" y="245199"/>
                    <a:pt x="647351" y="251884"/>
                  </a:cubicBezTo>
                  <a:cubicBezTo>
                    <a:pt x="654564" y="258568"/>
                    <a:pt x="634114" y="259097"/>
                    <a:pt x="637424" y="263201"/>
                  </a:cubicBezTo>
                  <a:cubicBezTo>
                    <a:pt x="640733" y="267304"/>
                    <a:pt x="629713" y="269819"/>
                    <a:pt x="632294" y="274484"/>
                  </a:cubicBezTo>
                  <a:cubicBezTo>
                    <a:pt x="634876" y="279150"/>
                    <a:pt x="625081" y="280672"/>
                    <a:pt x="617370" y="282228"/>
                  </a:cubicBezTo>
                  <a:cubicBezTo>
                    <a:pt x="609661" y="283783"/>
                    <a:pt x="605557" y="294041"/>
                    <a:pt x="615319" y="294537"/>
                  </a:cubicBezTo>
                  <a:cubicBezTo>
                    <a:pt x="625081" y="295034"/>
                    <a:pt x="609661" y="296622"/>
                    <a:pt x="610686" y="304299"/>
                  </a:cubicBezTo>
                  <a:cubicBezTo>
                    <a:pt x="611712" y="311976"/>
                    <a:pt x="594836" y="306715"/>
                    <a:pt x="595332" y="31174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8D4585B-D1D2-2F45-A364-11E168BCAA60}"/>
                </a:ext>
              </a:extLst>
            </p:cNvPr>
            <p:cNvSpPr/>
            <p:nvPr/>
          </p:nvSpPr>
          <p:spPr>
            <a:xfrm>
              <a:off x="4740464" y="1231784"/>
              <a:ext cx="2971532" cy="1138315"/>
            </a:xfrm>
            <a:custGeom>
              <a:avLst/>
              <a:gdLst>
                <a:gd name="connsiteX0" fmla="*/ 47452 w 2971531"/>
                <a:gd name="connsiteY0" fmla="*/ 823721 h 1138315"/>
                <a:gd name="connsiteX1" fmla="*/ 37028 w 2971531"/>
                <a:gd name="connsiteY1" fmla="*/ 819883 h 1138315"/>
                <a:gd name="connsiteX2" fmla="*/ 26472 w 2971531"/>
                <a:gd name="connsiteY2" fmla="*/ 818923 h 1138315"/>
                <a:gd name="connsiteX3" fmla="*/ 29186 w 2971531"/>
                <a:gd name="connsiteY3" fmla="*/ 821538 h 1138315"/>
                <a:gd name="connsiteX4" fmla="*/ 23561 w 2971531"/>
                <a:gd name="connsiteY4" fmla="*/ 831068 h 1138315"/>
                <a:gd name="connsiteX5" fmla="*/ 15321 w 2971531"/>
                <a:gd name="connsiteY5" fmla="*/ 831068 h 1138315"/>
                <a:gd name="connsiteX6" fmla="*/ 3508 w 2971531"/>
                <a:gd name="connsiteY6" fmla="*/ 831829 h 1138315"/>
                <a:gd name="connsiteX7" fmla="*/ 2482 w 2971531"/>
                <a:gd name="connsiteY7" fmla="*/ 835932 h 1138315"/>
                <a:gd name="connsiteX8" fmla="*/ 11251 w 2971531"/>
                <a:gd name="connsiteY8" fmla="*/ 839241 h 1138315"/>
                <a:gd name="connsiteX9" fmla="*/ 56452 w 2971531"/>
                <a:gd name="connsiteY9" fmla="*/ 841127 h 1138315"/>
                <a:gd name="connsiteX10" fmla="*/ 57081 w 2971531"/>
                <a:gd name="connsiteY10" fmla="*/ 829612 h 1138315"/>
                <a:gd name="connsiteX11" fmla="*/ 47452 w 2971531"/>
                <a:gd name="connsiteY11" fmla="*/ 823721 h 1138315"/>
                <a:gd name="connsiteX12" fmla="*/ 791162 w 2971531"/>
                <a:gd name="connsiteY12" fmla="*/ 32063 h 1138315"/>
                <a:gd name="connsiteX13" fmla="*/ 799898 w 2971531"/>
                <a:gd name="connsiteY13" fmla="*/ 17139 h 1138315"/>
                <a:gd name="connsiteX14" fmla="*/ 782923 w 2971531"/>
                <a:gd name="connsiteY14" fmla="*/ 22798 h 1138315"/>
                <a:gd name="connsiteX15" fmla="*/ 762374 w 2971531"/>
                <a:gd name="connsiteY15" fmla="*/ 30508 h 1138315"/>
                <a:gd name="connsiteX16" fmla="*/ 791162 w 2971531"/>
                <a:gd name="connsiteY16" fmla="*/ 32063 h 1138315"/>
                <a:gd name="connsiteX17" fmla="*/ 890434 w 2971531"/>
                <a:gd name="connsiteY17" fmla="*/ 317800 h 1138315"/>
                <a:gd name="connsiteX18" fmla="*/ 917171 w 2971531"/>
                <a:gd name="connsiteY18" fmla="*/ 311612 h 1138315"/>
                <a:gd name="connsiteX19" fmla="*/ 898144 w 2971531"/>
                <a:gd name="connsiteY19" fmla="*/ 303902 h 1138315"/>
                <a:gd name="connsiteX20" fmla="*/ 890434 w 2971531"/>
                <a:gd name="connsiteY20" fmla="*/ 317932 h 1138315"/>
                <a:gd name="connsiteX21" fmla="*/ 1270181 w 2971531"/>
                <a:gd name="connsiteY21" fmla="*/ 55226 h 1138315"/>
                <a:gd name="connsiteX22" fmla="*/ 1266078 w 2971531"/>
                <a:gd name="connsiteY22" fmla="*/ 61844 h 1138315"/>
                <a:gd name="connsiteX23" fmla="*/ 1253735 w 2971531"/>
                <a:gd name="connsiteY23" fmla="*/ 67999 h 1138315"/>
                <a:gd name="connsiteX24" fmla="*/ 1269155 w 2971531"/>
                <a:gd name="connsiteY24" fmla="*/ 78257 h 1138315"/>
                <a:gd name="connsiteX25" fmla="*/ 1289705 w 2971531"/>
                <a:gd name="connsiteY25" fmla="*/ 65948 h 1138315"/>
                <a:gd name="connsiteX26" fmla="*/ 1337520 w 2971531"/>
                <a:gd name="connsiteY26" fmla="*/ 51553 h 1138315"/>
                <a:gd name="connsiteX27" fmla="*/ 1342120 w 2971531"/>
                <a:gd name="connsiteY27" fmla="*/ 37159 h 1138315"/>
                <a:gd name="connsiteX28" fmla="*/ 1334939 w 2971531"/>
                <a:gd name="connsiteY28" fmla="*/ 28919 h 1138315"/>
                <a:gd name="connsiteX29" fmla="*/ 1322100 w 2971531"/>
                <a:gd name="connsiteY29" fmla="*/ 10951 h 1138315"/>
                <a:gd name="connsiteX30" fmla="*/ 1296918 w 2971531"/>
                <a:gd name="connsiteY30" fmla="*/ 19687 h 1138315"/>
                <a:gd name="connsiteX31" fmla="*/ 1277362 w 2971531"/>
                <a:gd name="connsiteY31" fmla="*/ 31500 h 1138315"/>
                <a:gd name="connsiteX32" fmla="*/ 1269685 w 2971531"/>
                <a:gd name="connsiteY32" fmla="*/ 43347 h 1138315"/>
                <a:gd name="connsiteX33" fmla="*/ 1270181 w 2971531"/>
                <a:gd name="connsiteY33" fmla="*/ 55226 h 1138315"/>
                <a:gd name="connsiteX34" fmla="*/ 1297414 w 2971531"/>
                <a:gd name="connsiteY34" fmla="*/ 69588 h 1138315"/>
                <a:gd name="connsiteX35" fmla="*/ 1285601 w 2971531"/>
                <a:gd name="connsiteY35" fmla="*/ 85008 h 1138315"/>
                <a:gd name="connsiteX36" fmla="*/ 1298440 w 2971531"/>
                <a:gd name="connsiteY36" fmla="*/ 88615 h 1138315"/>
                <a:gd name="connsiteX37" fmla="*/ 1315416 w 2971531"/>
                <a:gd name="connsiteY37" fmla="*/ 100428 h 1138315"/>
                <a:gd name="connsiteX38" fmla="*/ 1364754 w 2971531"/>
                <a:gd name="connsiteY38" fmla="*/ 110719 h 1138315"/>
                <a:gd name="connsiteX39" fmla="*/ 1376567 w 2971531"/>
                <a:gd name="connsiteY39" fmla="*/ 97847 h 1138315"/>
                <a:gd name="connsiteX40" fmla="*/ 1384277 w 2971531"/>
                <a:gd name="connsiteY40" fmla="*/ 78324 h 1138315"/>
                <a:gd name="connsiteX41" fmla="*/ 1358566 w 2971531"/>
                <a:gd name="connsiteY41" fmla="*/ 67040 h 1138315"/>
                <a:gd name="connsiteX42" fmla="*/ 1345727 w 2971531"/>
                <a:gd name="connsiteY42" fmla="*/ 59330 h 1138315"/>
                <a:gd name="connsiteX43" fmla="*/ 1297448 w 2971531"/>
                <a:gd name="connsiteY43" fmla="*/ 69687 h 1138315"/>
                <a:gd name="connsiteX44" fmla="*/ 1040433 w 2971531"/>
                <a:gd name="connsiteY44" fmla="*/ 325543 h 1138315"/>
                <a:gd name="connsiteX45" fmla="*/ 1053669 w 2971531"/>
                <a:gd name="connsiteY45" fmla="*/ 319885 h 1138315"/>
                <a:gd name="connsiteX46" fmla="*/ 1040433 w 2971531"/>
                <a:gd name="connsiteY46" fmla="*/ 325642 h 1138315"/>
                <a:gd name="connsiteX47" fmla="*/ 1256812 w 2971531"/>
                <a:gd name="connsiteY47" fmla="*/ 18827 h 1138315"/>
                <a:gd name="connsiteX48" fmla="*/ 1233649 w 2971531"/>
                <a:gd name="connsiteY48" fmla="*/ 21904 h 1138315"/>
                <a:gd name="connsiteX49" fmla="*/ 1256812 w 2971531"/>
                <a:gd name="connsiteY49" fmla="*/ 18827 h 1138315"/>
                <a:gd name="connsiteX50" fmla="*/ 2769415 w 2971531"/>
                <a:gd name="connsiteY50" fmla="*/ 391393 h 1138315"/>
                <a:gd name="connsiteX51" fmla="*/ 2794100 w 2971531"/>
                <a:gd name="connsiteY51" fmla="*/ 390897 h 1138315"/>
                <a:gd name="connsiteX52" fmla="*/ 2830500 w 2971531"/>
                <a:gd name="connsiteY52" fmla="*/ 386794 h 1138315"/>
                <a:gd name="connsiteX53" fmla="*/ 2811473 w 2971531"/>
                <a:gd name="connsiteY53" fmla="*/ 371870 h 1138315"/>
                <a:gd name="connsiteX54" fmla="*/ 2769415 w 2971531"/>
                <a:gd name="connsiteY54" fmla="*/ 391393 h 1138315"/>
                <a:gd name="connsiteX55" fmla="*/ 1377096 w 2971531"/>
                <a:gd name="connsiteY55" fmla="*/ 142155 h 1138315"/>
                <a:gd name="connsiteX56" fmla="*/ 1422828 w 2971531"/>
                <a:gd name="connsiteY56" fmla="*/ 137523 h 1138315"/>
                <a:gd name="connsiteX57" fmla="*/ 1482953 w 2971531"/>
                <a:gd name="connsiteY57" fmla="*/ 117503 h 1138315"/>
                <a:gd name="connsiteX58" fmla="*/ 1460352 w 2971531"/>
                <a:gd name="connsiteY58" fmla="*/ 102579 h 1138315"/>
                <a:gd name="connsiteX59" fmla="*/ 1435170 w 2971531"/>
                <a:gd name="connsiteY59" fmla="*/ 107741 h 1138315"/>
                <a:gd name="connsiteX60" fmla="*/ 1437222 w 2971531"/>
                <a:gd name="connsiteY60" fmla="*/ 98476 h 1138315"/>
                <a:gd name="connsiteX61" fmla="*/ 1426931 w 2971531"/>
                <a:gd name="connsiteY61" fmla="*/ 87159 h 1138315"/>
                <a:gd name="connsiteX62" fmla="*/ 1408433 w 2971531"/>
                <a:gd name="connsiteY62" fmla="*/ 93777 h 1138315"/>
                <a:gd name="connsiteX63" fmla="*/ 1402279 w 2971531"/>
                <a:gd name="connsiteY63" fmla="*/ 107675 h 1138315"/>
                <a:gd name="connsiteX64" fmla="*/ 1389406 w 2971531"/>
                <a:gd name="connsiteY64" fmla="*/ 117437 h 1138315"/>
                <a:gd name="connsiteX65" fmla="*/ 1377096 w 2971531"/>
                <a:gd name="connsiteY65" fmla="*/ 142155 h 1138315"/>
                <a:gd name="connsiteX66" fmla="*/ 2040099 w 2971531"/>
                <a:gd name="connsiteY66" fmla="*/ 248045 h 1138315"/>
                <a:gd name="connsiteX67" fmla="*/ 2053964 w 2971531"/>
                <a:gd name="connsiteY67" fmla="*/ 259362 h 1138315"/>
                <a:gd name="connsiteX68" fmla="*/ 2079675 w 2971531"/>
                <a:gd name="connsiteY68" fmla="*/ 255259 h 1138315"/>
                <a:gd name="connsiteX69" fmla="*/ 2096220 w 2971531"/>
                <a:gd name="connsiteY69" fmla="*/ 258336 h 1138315"/>
                <a:gd name="connsiteX70" fmla="*/ 2127061 w 2971531"/>
                <a:gd name="connsiteY70" fmla="*/ 255259 h 1138315"/>
                <a:gd name="connsiteX71" fmla="*/ 2125539 w 2971531"/>
                <a:gd name="connsiteY71" fmla="*/ 235206 h 1138315"/>
                <a:gd name="connsiteX72" fmla="*/ 2134771 w 2971531"/>
                <a:gd name="connsiteY72" fmla="*/ 238283 h 1138315"/>
                <a:gd name="connsiteX73" fmla="*/ 2157372 w 2971531"/>
                <a:gd name="connsiteY73" fmla="*/ 254233 h 1138315"/>
                <a:gd name="connsiteX74" fmla="*/ 2169715 w 2971531"/>
                <a:gd name="connsiteY74" fmla="*/ 239342 h 1138315"/>
                <a:gd name="connsiteX75" fmla="*/ 2165082 w 2971531"/>
                <a:gd name="connsiteY75" fmla="*/ 224418 h 1138315"/>
                <a:gd name="connsiteX76" fmla="*/ 2127557 w 2971531"/>
                <a:gd name="connsiteY76" fmla="*/ 217238 h 1138315"/>
                <a:gd name="connsiteX77" fmla="*/ 2102905 w 2971531"/>
                <a:gd name="connsiteY77" fmla="*/ 223393 h 1138315"/>
                <a:gd name="connsiteX78" fmla="*/ 2069483 w 2971531"/>
                <a:gd name="connsiteY78" fmla="*/ 207476 h 1138315"/>
                <a:gd name="connsiteX79" fmla="*/ 2040099 w 2971531"/>
                <a:gd name="connsiteY79" fmla="*/ 248012 h 1138315"/>
                <a:gd name="connsiteX80" fmla="*/ 2147511 w 2971531"/>
                <a:gd name="connsiteY80" fmla="*/ 313829 h 1138315"/>
                <a:gd name="connsiteX81" fmla="*/ 2124910 w 2971531"/>
                <a:gd name="connsiteY81" fmla="*/ 292254 h 1138315"/>
                <a:gd name="connsiteX82" fmla="*/ 2096121 w 2971531"/>
                <a:gd name="connsiteY82" fmla="*/ 305490 h 1138315"/>
                <a:gd name="connsiteX83" fmla="*/ 2147511 w 2971531"/>
                <a:gd name="connsiteY83" fmla="*/ 313796 h 1138315"/>
                <a:gd name="connsiteX84" fmla="*/ 2106412 w 2971531"/>
                <a:gd name="connsiteY84" fmla="*/ 279911 h 1138315"/>
                <a:gd name="connsiteX85" fmla="*/ 2089867 w 2971531"/>
                <a:gd name="connsiteY85" fmla="*/ 286529 h 1138315"/>
                <a:gd name="connsiteX86" fmla="*/ 2106412 w 2971531"/>
                <a:gd name="connsiteY86" fmla="*/ 279878 h 1138315"/>
                <a:gd name="connsiteX87" fmla="*/ 2195757 w 2971531"/>
                <a:gd name="connsiteY87" fmla="*/ 247549 h 1138315"/>
                <a:gd name="connsiteX88" fmla="*/ 2237914 w 2971531"/>
                <a:gd name="connsiteY88" fmla="*/ 261943 h 1138315"/>
                <a:gd name="connsiteX89" fmla="*/ 2279542 w 2971531"/>
                <a:gd name="connsiteY89" fmla="*/ 253704 h 1138315"/>
                <a:gd name="connsiteX90" fmla="*/ 2251283 w 2971531"/>
                <a:gd name="connsiteY90" fmla="*/ 244968 h 1138315"/>
                <a:gd name="connsiteX91" fmla="*/ 2231230 w 2971531"/>
                <a:gd name="connsiteY91" fmla="*/ 240864 h 1138315"/>
                <a:gd name="connsiteX92" fmla="*/ 2207603 w 2971531"/>
                <a:gd name="connsiteY92" fmla="*/ 235735 h 1138315"/>
                <a:gd name="connsiteX93" fmla="*/ 2195823 w 2971531"/>
                <a:gd name="connsiteY93" fmla="*/ 247516 h 1138315"/>
                <a:gd name="connsiteX94" fmla="*/ 478589 w 2971531"/>
                <a:gd name="connsiteY94" fmla="*/ 38913 h 1138315"/>
                <a:gd name="connsiteX95" fmla="*/ 507874 w 2971531"/>
                <a:gd name="connsiteY95" fmla="*/ 33254 h 1138315"/>
                <a:gd name="connsiteX96" fmla="*/ 477066 w 2971531"/>
                <a:gd name="connsiteY96" fmla="*/ 31203 h 1138315"/>
                <a:gd name="connsiteX97" fmla="*/ 450329 w 2971531"/>
                <a:gd name="connsiteY97" fmla="*/ 37821 h 1138315"/>
                <a:gd name="connsiteX98" fmla="*/ 478655 w 2971531"/>
                <a:gd name="connsiteY98" fmla="*/ 38880 h 1138315"/>
                <a:gd name="connsiteX99" fmla="*/ 2143341 w 2971531"/>
                <a:gd name="connsiteY99" fmla="*/ 907407 h 1138315"/>
                <a:gd name="connsiteX100" fmla="*/ 2141290 w 2971531"/>
                <a:gd name="connsiteY100" fmla="*/ 870379 h 1138315"/>
                <a:gd name="connsiteX101" fmla="*/ 2129973 w 2971531"/>
                <a:gd name="connsiteY101" fmla="*/ 849830 h 1138315"/>
                <a:gd name="connsiteX102" fmla="*/ 2121766 w 2971531"/>
                <a:gd name="connsiteY102" fmla="*/ 867831 h 1138315"/>
                <a:gd name="connsiteX103" fmla="*/ 2118160 w 2971531"/>
                <a:gd name="connsiteY103" fmla="*/ 886858 h 1138315"/>
                <a:gd name="connsiteX104" fmla="*/ 2123818 w 2971531"/>
                <a:gd name="connsiteY104" fmla="*/ 921272 h 1138315"/>
                <a:gd name="connsiteX105" fmla="*/ 2122296 w 2971531"/>
                <a:gd name="connsiteY105" fmla="*/ 988082 h 1138315"/>
                <a:gd name="connsiteX106" fmla="*/ 2119185 w 2971531"/>
                <a:gd name="connsiteY106" fmla="*/ 1036891 h 1138315"/>
                <a:gd name="connsiteX107" fmla="*/ 2130469 w 2971531"/>
                <a:gd name="connsiteY107" fmla="*/ 1025607 h 1138315"/>
                <a:gd name="connsiteX108" fmla="*/ 2145393 w 2971531"/>
                <a:gd name="connsiteY108" fmla="*/ 1038446 h 1138315"/>
                <a:gd name="connsiteX109" fmla="*/ 2142315 w 2971531"/>
                <a:gd name="connsiteY109" fmla="*/ 1023026 h 1138315"/>
                <a:gd name="connsiteX110" fmla="*/ 2130469 w 2971531"/>
                <a:gd name="connsiteY110" fmla="*/ 1002477 h 1138315"/>
                <a:gd name="connsiteX111" fmla="*/ 2135632 w 2971531"/>
                <a:gd name="connsiteY111" fmla="*/ 974217 h 1138315"/>
                <a:gd name="connsiteX112" fmla="*/ 2156181 w 2971531"/>
                <a:gd name="connsiteY112" fmla="*/ 972133 h 1138315"/>
                <a:gd name="connsiteX113" fmla="*/ 2161839 w 2971531"/>
                <a:gd name="connsiteY113" fmla="*/ 969055 h 1138315"/>
                <a:gd name="connsiteX114" fmla="*/ 2143408 w 2971531"/>
                <a:gd name="connsiteY114" fmla="*/ 907374 h 1138315"/>
                <a:gd name="connsiteX115" fmla="*/ 526967 w 2971531"/>
                <a:gd name="connsiteY115" fmla="*/ 34247 h 1138315"/>
                <a:gd name="connsiteX116" fmla="*/ 503341 w 2971531"/>
                <a:gd name="connsiteY116" fmla="*/ 42983 h 1138315"/>
                <a:gd name="connsiteX117" fmla="*/ 486795 w 2971531"/>
                <a:gd name="connsiteY117" fmla="*/ 52215 h 1138315"/>
                <a:gd name="connsiteX118" fmla="*/ 515551 w 2971531"/>
                <a:gd name="connsiteY118" fmla="*/ 53770 h 1138315"/>
                <a:gd name="connsiteX119" fmla="*/ 529449 w 2971531"/>
                <a:gd name="connsiteY119" fmla="*/ 48641 h 1138315"/>
                <a:gd name="connsiteX120" fmla="*/ 549998 w 2971531"/>
                <a:gd name="connsiteY120" fmla="*/ 37821 h 1138315"/>
                <a:gd name="connsiteX121" fmla="*/ 551024 w 2971531"/>
                <a:gd name="connsiteY121" fmla="*/ 25511 h 1138315"/>
                <a:gd name="connsiteX122" fmla="*/ 526967 w 2971531"/>
                <a:gd name="connsiteY122" fmla="*/ 34247 h 1138315"/>
                <a:gd name="connsiteX123" fmla="*/ 504863 w 2971531"/>
                <a:gd name="connsiteY123" fmla="*/ 449467 h 1138315"/>
                <a:gd name="connsiteX124" fmla="*/ 537258 w 2971531"/>
                <a:gd name="connsiteY124" fmla="*/ 442849 h 1138315"/>
                <a:gd name="connsiteX125" fmla="*/ 521838 w 2971531"/>
                <a:gd name="connsiteY125" fmla="*/ 431532 h 1138315"/>
                <a:gd name="connsiteX126" fmla="*/ 504863 w 2971531"/>
                <a:gd name="connsiteY126" fmla="*/ 449467 h 1138315"/>
                <a:gd name="connsiteX127" fmla="*/ 2967032 w 2971531"/>
                <a:gd name="connsiteY127" fmla="*/ 537091 h 1138315"/>
                <a:gd name="connsiteX128" fmla="*/ 2941353 w 2971531"/>
                <a:gd name="connsiteY128" fmla="*/ 518858 h 1138315"/>
                <a:gd name="connsiteX129" fmla="*/ 2917462 w 2971531"/>
                <a:gd name="connsiteY129" fmla="*/ 513200 h 1138315"/>
                <a:gd name="connsiteX130" fmla="*/ 2909487 w 2971531"/>
                <a:gd name="connsiteY130" fmla="*/ 509096 h 1138315"/>
                <a:gd name="connsiteX131" fmla="*/ 2886853 w 2971531"/>
                <a:gd name="connsiteY131" fmla="*/ 508832 h 1138315"/>
                <a:gd name="connsiteX132" fmla="*/ 2894828 w 2971531"/>
                <a:gd name="connsiteY132" fmla="*/ 516807 h 1138315"/>
                <a:gd name="connsiteX133" fmla="*/ 2892247 w 2971531"/>
                <a:gd name="connsiteY133" fmla="*/ 527859 h 1138315"/>
                <a:gd name="connsiteX134" fmla="*/ 2881195 w 2971531"/>
                <a:gd name="connsiteY134" fmla="*/ 522961 h 1138315"/>
                <a:gd name="connsiteX135" fmla="*/ 2880434 w 2971531"/>
                <a:gd name="connsiteY135" fmla="*/ 505225 h 1138315"/>
                <a:gd name="connsiteX136" fmla="*/ 2873815 w 2971531"/>
                <a:gd name="connsiteY136" fmla="*/ 495993 h 1138315"/>
                <a:gd name="connsiteX137" fmla="*/ 2840162 w 2971531"/>
                <a:gd name="connsiteY137" fmla="*/ 476138 h 1138315"/>
                <a:gd name="connsiteX138" fmla="*/ 2814451 w 2971531"/>
                <a:gd name="connsiteY138" fmla="*/ 463299 h 1138315"/>
                <a:gd name="connsiteX139" fmla="*/ 2786986 w 2971531"/>
                <a:gd name="connsiteY139" fmla="*/ 450692 h 1138315"/>
                <a:gd name="connsiteX140" fmla="*/ 2738409 w 2971531"/>
                <a:gd name="connsiteY140" fmla="*/ 430672 h 1138315"/>
                <a:gd name="connsiteX141" fmla="*/ 2722459 w 2971531"/>
                <a:gd name="connsiteY141" fmla="*/ 424054 h 1138315"/>
                <a:gd name="connsiteX142" fmla="*/ 2681593 w 2971531"/>
                <a:gd name="connsiteY142" fmla="*/ 422532 h 1138315"/>
                <a:gd name="connsiteX143" fmla="*/ 2665676 w 2971531"/>
                <a:gd name="connsiteY143" fmla="*/ 425113 h 1138315"/>
                <a:gd name="connsiteX144" fmla="*/ 2625570 w 2971531"/>
                <a:gd name="connsiteY144" fmla="*/ 415847 h 1138315"/>
                <a:gd name="connsiteX145" fmla="*/ 2619912 w 2971531"/>
                <a:gd name="connsiteY145" fmla="*/ 426900 h 1138315"/>
                <a:gd name="connsiteX146" fmla="*/ 2628416 w 2971531"/>
                <a:gd name="connsiteY146" fmla="*/ 440764 h 1138315"/>
                <a:gd name="connsiteX147" fmla="*/ 2624048 w 2971531"/>
                <a:gd name="connsiteY147" fmla="*/ 457740 h 1138315"/>
                <a:gd name="connsiteX148" fmla="*/ 2600124 w 2971531"/>
                <a:gd name="connsiteY148" fmla="*/ 448739 h 1138315"/>
                <a:gd name="connsiteX149" fmla="*/ 2583181 w 2971531"/>
                <a:gd name="connsiteY149" fmla="*/ 437687 h 1138315"/>
                <a:gd name="connsiteX150" fmla="*/ 2591388 w 2971531"/>
                <a:gd name="connsiteY150" fmla="*/ 433054 h 1138315"/>
                <a:gd name="connsiteX151" fmla="*/ 2602406 w 2971531"/>
                <a:gd name="connsiteY151" fmla="*/ 432297 h 1138315"/>
                <a:gd name="connsiteX152" fmla="*/ 2604260 w 2971531"/>
                <a:gd name="connsiteY152" fmla="*/ 428190 h 1138315"/>
                <a:gd name="connsiteX153" fmla="*/ 2582387 w 2971531"/>
                <a:gd name="connsiteY153" fmla="*/ 419189 h 1138315"/>
                <a:gd name="connsiteX154" fmla="*/ 2561838 w 2971531"/>
                <a:gd name="connsiteY154" fmla="*/ 435404 h 1138315"/>
                <a:gd name="connsiteX155" fmla="*/ 2518423 w 2971531"/>
                <a:gd name="connsiteY155" fmla="*/ 430506 h 1138315"/>
                <a:gd name="connsiteX156" fmla="*/ 2465974 w 2971531"/>
                <a:gd name="connsiteY156" fmla="*/ 433584 h 1138315"/>
                <a:gd name="connsiteX157" fmla="*/ 2462401 w 2971531"/>
                <a:gd name="connsiteY157" fmla="*/ 449765 h 1138315"/>
                <a:gd name="connsiteX158" fmla="*/ 2457768 w 2971531"/>
                <a:gd name="connsiteY158" fmla="*/ 433054 h 1138315"/>
                <a:gd name="connsiteX159" fmla="*/ 2444532 w 2971531"/>
                <a:gd name="connsiteY159" fmla="*/ 428190 h 1138315"/>
                <a:gd name="connsiteX160" fmla="*/ 2435299 w 2971531"/>
                <a:gd name="connsiteY160" fmla="*/ 424583 h 1138315"/>
                <a:gd name="connsiteX161" fmla="*/ 2438377 w 2971531"/>
                <a:gd name="connsiteY161" fmla="*/ 413531 h 1138315"/>
                <a:gd name="connsiteX162" fmla="*/ 2410117 w 2971531"/>
                <a:gd name="connsiteY162" fmla="*/ 388878 h 1138315"/>
                <a:gd name="connsiteX163" fmla="*/ 2344300 w 2971531"/>
                <a:gd name="connsiteY163" fmla="*/ 389143 h 1138315"/>
                <a:gd name="connsiteX164" fmla="*/ 2303698 w 2971531"/>
                <a:gd name="connsiteY164" fmla="*/ 391426 h 1138315"/>
                <a:gd name="connsiteX165" fmla="*/ 2299099 w 2971531"/>
                <a:gd name="connsiteY165" fmla="*/ 382955 h 1138315"/>
                <a:gd name="connsiteX166" fmla="*/ 2277226 w 2971531"/>
                <a:gd name="connsiteY166" fmla="*/ 376536 h 1138315"/>
                <a:gd name="connsiteX167" fmla="*/ 2270608 w 2971531"/>
                <a:gd name="connsiteY167" fmla="*/ 373723 h 1138315"/>
                <a:gd name="connsiteX168" fmla="*/ 2248735 w 2971531"/>
                <a:gd name="connsiteY168" fmla="*/ 366509 h 1138315"/>
                <a:gd name="connsiteX169" fmla="*/ 2246948 w 2971531"/>
                <a:gd name="connsiteY169" fmla="*/ 360851 h 1138315"/>
                <a:gd name="connsiteX170" fmla="*/ 2261078 w 2971531"/>
                <a:gd name="connsiteY170" fmla="*/ 354233 h 1138315"/>
                <a:gd name="connsiteX171" fmla="*/ 2205055 w 2971531"/>
                <a:gd name="connsiteY171" fmla="*/ 344967 h 1138315"/>
                <a:gd name="connsiteX172" fmla="*/ 2194797 w 2971531"/>
                <a:gd name="connsiteY172" fmla="*/ 361943 h 1138315"/>
                <a:gd name="connsiteX173" fmla="*/ 2176266 w 2971531"/>
                <a:gd name="connsiteY173" fmla="*/ 360388 h 1138315"/>
                <a:gd name="connsiteX174" fmla="*/ 2189900 w 2971531"/>
                <a:gd name="connsiteY174" fmla="*/ 351916 h 1138315"/>
                <a:gd name="connsiteX175" fmla="*/ 2170377 w 2971531"/>
                <a:gd name="connsiteY175" fmla="*/ 345993 h 1138315"/>
                <a:gd name="connsiteX176" fmla="*/ 2180304 w 2971531"/>
                <a:gd name="connsiteY176" fmla="*/ 341360 h 1138315"/>
                <a:gd name="connsiteX177" fmla="*/ 2197775 w 2971531"/>
                <a:gd name="connsiteY177" fmla="*/ 341360 h 1138315"/>
                <a:gd name="connsiteX178" fmla="*/ 2181230 w 2971531"/>
                <a:gd name="connsiteY178" fmla="*/ 336231 h 1138315"/>
                <a:gd name="connsiteX179" fmla="*/ 2132918 w 2971531"/>
                <a:gd name="connsiteY179" fmla="*/ 329812 h 1138315"/>
                <a:gd name="connsiteX180" fmla="*/ 2106710 w 2971531"/>
                <a:gd name="connsiteY180" fmla="*/ 324418 h 1138315"/>
                <a:gd name="connsiteX181" fmla="*/ 2102872 w 2971531"/>
                <a:gd name="connsiteY181" fmla="*/ 332360 h 1138315"/>
                <a:gd name="connsiteX182" fmla="*/ 2087451 w 2971531"/>
                <a:gd name="connsiteY182" fmla="*/ 337754 h 1138315"/>
                <a:gd name="connsiteX183" fmla="*/ 2071502 w 2971531"/>
                <a:gd name="connsiteY183" fmla="*/ 348574 h 1138315"/>
                <a:gd name="connsiteX184" fmla="*/ 2085367 w 2971531"/>
                <a:gd name="connsiteY184" fmla="*/ 348839 h 1138315"/>
                <a:gd name="connsiteX185" fmla="*/ 2080767 w 2971531"/>
                <a:gd name="connsiteY185" fmla="*/ 358071 h 1138315"/>
                <a:gd name="connsiteX186" fmla="*/ 2086161 w 2971531"/>
                <a:gd name="connsiteY186" fmla="*/ 369884 h 1138315"/>
                <a:gd name="connsiteX187" fmla="*/ 2072031 w 2971531"/>
                <a:gd name="connsiteY187" fmla="*/ 369884 h 1138315"/>
                <a:gd name="connsiteX188" fmla="*/ 2055486 w 2971531"/>
                <a:gd name="connsiteY188" fmla="*/ 368859 h 1138315"/>
                <a:gd name="connsiteX189" fmla="*/ 2050622 w 2971531"/>
                <a:gd name="connsiteY189" fmla="*/ 372730 h 1138315"/>
                <a:gd name="connsiteX190" fmla="*/ 2050622 w 2971531"/>
                <a:gd name="connsiteY190" fmla="*/ 379646 h 1138315"/>
                <a:gd name="connsiteX191" fmla="*/ 2036757 w 2971531"/>
                <a:gd name="connsiteY191" fmla="*/ 371440 h 1138315"/>
                <a:gd name="connsiteX192" fmla="*/ 2010019 w 2971531"/>
                <a:gd name="connsiteY192" fmla="*/ 366807 h 1138315"/>
                <a:gd name="connsiteX193" fmla="*/ 1989967 w 2971531"/>
                <a:gd name="connsiteY193" fmla="*/ 373425 h 1138315"/>
                <a:gd name="connsiteX194" fmla="*/ 1963759 w 2971531"/>
                <a:gd name="connsiteY194" fmla="*/ 363498 h 1138315"/>
                <a:gd name="connsiteX195" fmla="*/ 1953832 w 2971531"/>
                <a:gd name="connsiteY195" fmla="*/ 362737 h 1138315"/>
                <a:gd name="connsiteX196" fmla="*/ 1944335 w 2971531"/>
                <a:gd name="connsiteY196" fmla="*/ 380705 h 1138315"/>
                <a:gd name="connsiteX197" fmla="*/ 1933283 w 2971531"/>
                <a:gd name="connsiteY197" fmla="*/ 393941 h 1138315"/>
                <a:gd name="connsiteX198" fmla="*/ 1922495 w 2971531"/>
                <a:gd name="connsiteY198" fmla="*/ 390632 h 1138315"/>
                <a:gd name="connsiteX199" fmla="*/ 1896519 w 2971531"/>
                <a:gd name="connsiteY199" fmla="*/ 367270 h 1138315"/>
                <a:gd name="connsiteX200" fmla="*/ 1880602 w 2971531"/>
                <a:gd name="connsiteY200" fmla="*/ 349534 h 1138315"/>
                <a:gd name="connsiteX201" fmla="*/ 1887518 w 2971531"/>
                <a:gd name="connsiteY201" fmla="*/ 349799 h 1138315"/>
                <a:gd name="connsiteX202" fmla="*/ 1900126 w 2971531"/>
                <a:gd name="connsiteY202" fmla="*/ 351056 h 1138315"/>
                <a:gd name="connsiteX203" fmla="*/ 1896817 w 2971531"/>
                <a:gd name="connsiteY203" fmla="*/ 339243 h 1138315"/>
                <a:gd name="connsiteX204" fmla="*/ 1896056 w 2971531"/>
                <a:gd name="connsiteY204" fmla="*/ 332294 h 1138315"/>
                <a:gd name="connsiteX205" fmla="*/ 1892449 w 2971531"/>
                <a:gd name="connsiteY205" fmla="*/ 320249 h 1138315"/>
                <a:gd name="connsiteX206" fmla="*/ 1889140 w 2971531"/>
                <a:gd name="connsiteY206" fmla="*/ 314061 h 1138315"/>
                <a:gd name="connsiteX207" fmla="*/ 1877293 w 2971531"/>
                <a:gd name="connsiteY207" fmla="*/ 305854 h 1138315"/>
                <a:gd name="connsiteX208" fmla="*/ 1854130 w 2971531"/>
                <a:gd name="connsiteY208" fmla="*/ 306086 h 1138315"/>
                <a:gd name="connsiteX209" fmla="*/ 1847744 w 2971531"/>
                <a:gd name="connsiteY209" fmla="*/ 305590 h 1138315"/>
                <a:gd name="connsiteX210" fmla="*/ 1827889 w 2971531"/>
                <a:gd name="connsiteY210" fmla="*/ 300196 h 1138315"/>
                <a:gd name="connsiteX211" fmla="*/ 1812469 w 2971531"/>
                <a:gd name="connsiteY211" fmla="*/ 288647 h 1138315"/>
                <a:gd name="connsiteX212" fmla="*/ 1804263 w 2971531"/>
                <a:gd name="connsiteY212" fmla="*/ 297118 h 1138315"/>
                <a:gd name="connsiteX213" fmla="*/ 1795451 w 2971531"/>
                <a:gd name="connsiteY213" fmla="*/ 300272 h 1138315"/>
                <a:gd name="connsiteX214" fmla="*/ 1795527 w 2971531"/>
                <a:gd name="connsiteY214" fmla="*/ 306086 h 1138315"/>
                <a:gd name="connsiteX215" fmla="*/ 1795262 w 2971531"/>
                <a:gd name="connsiteY215" fmla="*/ 319322 h 1138315"/>
                <a:gd name="connsiteX216" fmla="*/ 1785004 w 2971531"/>
                <a:gd name="connsiteY216" fmla="*/ 320116 h 1138315"/>
                <a:gd name="connsiteX217" fmla="*/ 1763925 w 2971531"/>
                <a:gd name="connsiteY217" fmla="*/ 322168 h 1138315"/>
                <a:gd name="connsiteX218" fmla="*/ 1740530 w 2971531"/>
                <a:gd name="connsiteY218" fmla="*/ 317800 h 1138315"/>
                <a:gd name="connsiteX219" fmla="*/ 1733085 w 2971531"/>
                <a:gd name="connsiteY219" fmla="*/ 316509 h 1138315"/>
                <a:gd name="connsiteX220" fmla="*/ 1708664 w 2971531"/>
                <a:gd name="connsiteY220" fmla="*/ 313200 h 1138315"/>
                <a:gd name="connsiteX221" fmla="*/ 1715877 w 2971531"/>
                <a:gd name="connsiteY221" fmla="*/ 304994 h 1138315"/>
                <a:gd name="connsiteX222" fmla="*/ 1700193 w 2971531"/>
                <a:gd name="connsiteY222" fmla="*/ 301917 h 1138315"/>
                <a:gd name="connsiteX223" fmla="*/ 1668062 w 2971531"/>
                <a:gd name="connsiteY223" fmla="*/ 297019 h 1138315"/>
                <a:gd name="connsiteX224" fmla="*/ 1624382 w 2971531"/>
                <a:gd name="connsiteY224" fmla="*/ 302678 h 1138315"/>
                <a:gd name="connsiteX225" fmla="*/ 1622066 w 2971531"/>
                <a:gd name="connsiteY225" fmla="*/ 311910 h 1138315"/>
                <a:gd name="connsiteX226" fmla="*/ 1619253 w 2971531"/>
                <a:gd name="connsiteY226" fmla="*/ 294967 h 1138315"/>
                <a:gd name="connsiteX227" fmla="*/ 1610484 w 2971531"/>
                <a:gd name="connsiteY227" fmla="*/ 292916 h 1138315"/>
                <a:gd name="connsiteX228" fmla="*/ 1592516 w 2971531"/>
                <a:gd name="connsiteY228" fmla="*/ 295464 h 1138315"/>
                <a:gd name="connsiteX229" fmla="*/ 1572463 w 2971531"/>
                <a:gd name="connsiteY229" fmla="*/ 285206 h 1138315"/>
                <a:gd name="connsiteX230" fmla="*/ 1552940 w 2971531"/>
                <a:gd name="connsiteY230" fmla="*/ 296523 h 1138315"/>
                <a:gd name="connsiteX231" fmla="*/ 1563463 w 2971531"/>
                <a:gd name="connsiteY231" fmla="*/ 299335 h 1138315"/>
                <a:gd name="connsiteX232" fmla="*/ 1542152 w 2971531"/>
                <a:gd name="connsiteY232" fmla="*/ 305490 h 1138315"/>
                <a:gd name="connsiteX233" fmla="*/ 1515680 w 2971531"/>
                <a:gd name="connsiteY233" fmla="*/ 314723 h 1138315"/>
                <a:gd name="connsiteX234" fmla="*/ 1487156 w 2971531"/>
                <a:gd name="connsiteY234" fmla="*/ 323492 h 1138315"/>
                <a:gd name="connsiteX235" fmla="*/ 1491524 w 2971531"/>
                <a:gd name="connsiteY235" fmla="*/ 311413 h 1138315"/>
                <a:gd name="connsiteX236" fmla="*/ 1507705 w 2971531"/>
                <a:gd name="connsiteY236" fmla="*/ 302942 h 1138315"/>
                <a:gd name="connsiteX237" fmla="*/ 1526732 w 2971531"/>
                <a:gd name="connsiteY237" fmla="*/ 297019 h 1138315"/>
                <a:gd name="connsiteX238" fmla="*/ 1540597 w 2971531"/>
                <a:gd name="connsiteY238" fmla="*/ 287754 h 1138315"/>
                <a:gd name="connsiteX239" fmla="*/ 1558598 w 2971531"/>
                <a:gd name="connsiteY239" fmla="*/ 276701 h 1138315"/>
                <a:gd name="connsiteX240" fmla="*/ 1588380 w 2971531"/>
                <a:gd name="connsiteY240" fmla="*/ 264623 h 1138315"/>
                <a:gd name="connsiteX241" fmla="*/ 1596586 w 2971531"/>
                <a:gd name="connsiteY241" fmla="*/ 255391 h 1138315"/>
                <a:gd name="connsiteX242" fmla="*/ 1617665 w 2971531"/>
                <a:gd name="connsiteY242" fmla="*/ 247152 h 1138315"/>
                <a:gd name="connsiteX243" fmla="*/ 1625640 w 2971531"/>
                <a:gd name="connsiteY243" fmla="*/ 236629 h 1138315"/>
                <a:gd name="connsiteX244" fmla="*/ 1617930 w 2971531"/>
                <a:gd name="connsiteY244" fmla="*/ 230706 h 1138315"/>
                <a:gd name="connsiteX245" fmla="*/ 1626665 w 2971531"/>
                <a:gd name="connsiteY245" fmla="*/ 227628 h 1138315"/>
                <a:gd name="connsiteX246" fmla="*/ 1622298 w 2971531"/>
                <a:gd name="connsiteY246" fmla="*/ 219686 h 1138315"/>
                <a:gd name="connsiteX247" fmla="*/ 1620742 w 2971531"/>
                <a:gd name="connsiteY247" fmla="*/ 211182 h 1138315"/>
                <a:gd name="connsiteX248" fmla="*/ 1609425 w 2971531"/>
                <a:gd name="connsiteY248" fmla="*/ 209131 h 1138315"/>
                <a:gd name="connsiteX249" fmla="*/ 1605818 w 2971531"/>
                <a:gd name="connsiteY249" fmla="*/ 195001 h 1138315"/>
                <a:gd name="connsiteX250" fmla="*/ 1590696 w 2971531"/>
                <a:gd name="connsiteY250" fmla="*/ 195530 h 1138315"/>
                <a:gd name="connsiteX251" fmla="*/ 1565481 w 2971531"/>
                <a:gd name="connsiteY251" fmla="*/ 189607 h 1138315"/>
                <a:gd name="connsiteX252" fmla="*/ 1554694 w 2971531"/>
                <a:gd name="connsiteY252" fmla="*/ 188581 h 1138315"/>
                <a:gd name="connsiteX253" fmla="*/ 1533350 w 2971531"/>
                <a:gd name="connsiteY253" fmla="*/ 189078 h 1138315"/>
                <a:gd name="connsiteX254" fmla="*/ 1522066 w 2971531"/>
                <a:gd name="connsiteY254" fmla="*/ 195530 h 1138315"/>
                <a:gd name="connsiteX255" fmla="*/ 1500227 w 2971531"/>
                <a:gd name="connsiteY255" fmla="*/ 197582 h 1138315"/>
                <a:gd name="connsiteX256" fmla="*/ 1512834 w 2971531"/>
                <a:gd name="connsiteY256" fmla="*/ 181368 h 1138315"/>
                <a:gd name="connsiteX257" fmla="*/ 1484277 w 2971531"/>
                <a:gd name="connsiteY257" fmla="*/ 179349 h 1138315"/>
                <a:gd name="connsiteX258" fmla="*/ 1463728 w 2971531"/>
                <a:gd name="connsiteY258" fmla="*/ 176239 h 1138315"/>
                <a:gd name="connsiteX259" fmla="*/ 1468890 w 2971531"/>
                <a:gd name="connsiteY259" fmla="*/ 174187 h 1138315"/>
                <a:gd name="connsiteX260" fmla="*/ 1485071 w 2971531"/>
                <a:gd name="connsiteY260" fmla="*/ 168032 h 1138315"/>
                <a:gd name="connsiteX261" fmla="*/ 1487122 w 2971531"/>
                <a:gd name="connsiteY261" fmla="*/ 161414 h 1138315"/>
                <a:gd name="connsiteX262" fmla="*/ 1472464 w 2971531"/>
                <a:gd name="connsiteY262" fmla="*/ 157807 h 1138315"/>
                <a:gd name="connsiteX263" fmla="*/ 1454231 w 2971531"/>
                <a:gd name="connsiteY263" fmla="*/ 153174 h 1138315"/>
                <a:gd name="connsiteX264" fmla="*/ 1431365 w 2971531"/>
                <a:gd name="connsiteY264" fmla="*/ 158072 h 1138315"/>
                <a:gd name="connsiteX265" fmla="*/ 1412073 w 2971531"/>
                <a:gd name="connsiteY265" fmla="*/ 172466 h 1138315"/>
                <a:gd name="connsiteX266" fmla="*/ 1400260 w 2971531"/>
                <a:gd name="connsiteY266" fmla="*/ 187622 h 1138315"/>
                <a:gd name="connsiteX267" fmla="*/ 1403569 w 2971531"/>
                <a:gd name="connsiteY267" fmla="*/ 195067 h 1138315"/>
                <a:gd name="connsiteX268" fmla="*/ 1393642 w 2971531"/>
                <a:gd name="connsiteY268" fmla="*/ 198145 h 1138315"/>
                <a:gd name="connsiteX269" fmla="*/ 1367169 w 2971531"/>
                <a:gd name="connsiteY269" fmla="*/ 201751 h 1138315"/>
                <a:gd name="connsiteX270" fmla="*/ 1378486 w 2971531"/>
                <a:gd name="connsiteY270" fmla="*/ 210487 h 1138315"/>
                <a:gd name="connsiteX271" fmla="*/ 1365250 w 2971531"/>
                <a:gd name="connsiteY271" fmla="*/ 207939 h 1138315"/>
                <a:gd name="connsiteX272" fmla="*/ 1350095 w 2971531"/>
                <a:gd name="connsiteY272" fmla="*/ 211248 h 1138315"/>
                <a:gd name="connsiteX273" fmla="*/ 1338778 w 2971531"/>
                <a:gd name="connsiteY273" fmla="*/ 213565 h 1138315"/>
                <a:gd name="connsiteX274" fmla="*/ 1327494 w 2971531"/>
                <a:gd name="connsiteY274" fmla="*/ 214359 h 1138315"/>
                <a:gd name="connsiteX275" fmla="*/ 1332358 w 2971531"/>
                <a:gd name="connsiteY275" fmla="*/ 204432 h 1138315"/>
                <a:gd name="connsiteX276" fmla="*/ 1315813 w 2971531"/>
                <a:gd name="connsiteY276" fmla="*/ 208833 h 1138315"/>
                <a:gd name="connsiteX277" fmla="*/ 1304231 w 2971531"/>
                <a:gd name="connsiteY277" fmla="*/ 207013 h 1138315"/>
                <a:gd name="connsiteX278" fmla="*/ 1292914 w 2971531"/>
                <a:gd name="connsiteY278" fmla="*/ 212671 h 1138315"/>
                <a:gd name="connsiteX279" fmla="*/ 1276203 w 2971531"/>
                <a:gd name="connsiteY279" fmla="*/ 214227 h 1138315"/>
                <a:gd name="connsiteX280" fmla="*/ 1286759 w 2971531"/>
                <a:gd name="connsiteY280" fmla="*/ 221407 h 1138315"/>
                <a:gd name="connsiteX281" fmla="*/ 1257970 w 2971531"/>
                <a:gd name="connsiteY281" fmla="*/ 225775 h 1138315"/>
                <a:gd name="connsiteX282" fmla="*/ 1236131 w 2971531"/>
                <a:gd name="connsiteY282" fmla="*/ 228853 h 1138315"/>
                <a:gd name="connsiteX283" fmla="*/ 1219916 w 2971531"/>
                <a:gd name="connsiteY283" fmla="*/ 236563 h 1138315"/>
                <a:gd name="connsiteX284" fmla="*/ 1203371 w 2971531"/>
                <a:gd name="connsiteY284" fmla="*/ 243181 h 1138315"/>
                <a:gd name="connsiteX285" fmla="*/ 1190135 w 2971531"/>
                <a:gd name="connsiteY285" fmla="*/ 244968 h 1138315"/>
                <a:gd name="connsiteX286" fmla="*/ 1183186 w 2971531"/>
                <a:gd name="connsiteY286" fmla="*/ 247284 h 1138315"/>
                <a:gd name="connsiteX287" fmla="*/ 1180605 w 2971531"/>
                <a:gd name="connsiteY287" fmla="*/ 251387 h 1138315"/>
                <a:gd name="connsiteX288" fmla="*/ 1174185 w 2971531"/>
                <a:gd name="connsiteY288" fmla="*/ 255755 h 1138315"/>
                <a:gd name="connsiteX289" fmla="*/ 1178818 w 2971531"/>
                <a:gd name="connsiteY289" fmla="*/ 261943 h 1138315"/>
                <a:gd name="connsiteX290" fmla="*/ 1163894 w 2971531"/>
                <a:gd name="connsiteY290" fmla="*/ 261182 h 1138315"/>
                <a:gd name="connsiteX291" fmla="*/ 1173424 w 2971531"/>
                <a:gd name="connsiteY291" fmla="*/ 266576 h 1138315"/>
                <a:gd name="connsiteX292" fmla="*/ 1181069 w 2971531"/>
                <a:gd name="connsiteY292" fmla="*/ 271976 h 1138315"/>
                <a:gd name="connsiteX293" fmla="*/ 1181134 w 2971531"/>
                <a:gd name="connsiteY293" fmla="*/ 272466 h 1138315"/>
                <a:gd name="connsiteX294" fmla="*/ 1167898 w 2971531"/>
                <a:gd name="connsiteY294" fmla="*/ 273260 h 1138315"/>
                <a:gd name="connsiteX295" fmla="*/ 1174516 w 2971531"/>
                <a:gd name="connsiteY295" fmla="*/ 277860 h 1138315"/>
                <a:gd name="connsiteX296" fmla="*/ 1180208 w 2971531"/>
                <a:gd name="connsiteY296" fmla="*/ 284048 h 1138315"/>
                <a:gd name="connsiteX297" fmla="*/ 1181035 w 2971531"/>
                <a:gd name="connsiteY297" fmla="*/ 284875 h 1138315"/>
                <a:gd name="connsiteX298" fmla="*/ 1179182 w 2971531"/>
                <a:gd name="connsiteY298" fmla="*/ 292254 h 1138315"/>
                <a:gd name="connsiteX299" fmla="*/ 1174285 w 2971531"/>
                <a:gd name="connsiteY299" fmla="*/ 293809 h 1138315"/>
                <a:gd name="connsiteX300" fmla="*/ 1157739 w 2971531"/>
                <a:gd name="connsiteY300" fmla="*/ 293015 h 1138315"/>
                <a:gd name="connsiteX301" fmla="*/ 1149500 w 2971531"/>
                <a:gd name="connsiteY301" fmla="*/ 295861 h 1138315"/>
                <a:gd name="connsiteX302" fmla="*/ 1123822 w 2971531"/>
                <a:gd name="connsiteY302" fmla="*/ 297151 h 1138315"/>
                <a:gd name="connsiteX303" fmla="*/ 1078851 w 2971531"/>
                <a:gd name="connsiteY303" fmla="*/ 300990 h 1138315"/>
                <a:gd name="connsiteX304" fmla="*/ 1072928 w 2971531"/>
                <a:gd name="connsiteY304" fmla="*/ 318197 h 1138315"/>
                <a:gd name="connsiteX305" fmla="*/ 1073193 w 2971531"/>
                <a:gd name="connsiteY305" fmla="*/ 330540 h 1138315"/>
                <a:gd name="connsiteX306" fmla="*/ 1096820 w 2971531"/>
                <a:gd name="connsiteY306" fmla="*/ 343147 h 1138315"/>
                <a:gd name="connsiteX307" fmla="*/ 1106747 w 2971531"/>
                <a:gd name="connsiteY307" fmla="*/ 360090 h 1138315"/>
                <a:gd name="connsiteX308" fmla="*/ 1077197 w 2971531"/>
                <a:gd name="connsiteY308" fmla="*/ 350593 h 1138315"/>
                <a:gd name="connsiteX309" fmla="*/ 1037488 w 2971531"/>
                <a:gd name="connsiteY309" fmla="*/ 340302 h 1138315"/>
                <a:gd name="connsiteX310" fmla="*/ 1024881 w 2971531"/>
                <a:gd name="connsiteY310" fmla="*/ 333882 h 1138315"/>
                <a:gd name="connsiteX311" fmla="*/ 1013829 w 2971531"/>
                <a:gd name="connsiteY311" fmla="*/ 342618 h 1138315"/>
                <a:gd name="connsiteX312" fmla="*/ 1021009 w 2971531"/>
                <a:gd name="connsiteY312" fmla="*/ 345199 h 1138315"/>
                <a:gd name="connsiteX313" fmla="*/ 1030539 w 2971531"/>
                <a:gd name="connsiteY313" fmla="*/ 350824 h 1138315"/>
                <a:gd name="connsiteX314" fmla="*/ 1016145 w 2971531"/>
                <a:gd name="connsiteY314" fmla="*/ 353405 h 1138315"/>
                <a:gd name="connsiteX315" fmla="*/ 997469 w 2971531"/>
                <a:gd name="connsiteY315" fmla="*/ 357145 h 1138315"/>
                <a:gd name="connsiteX316" fmla="*/ 997382 w 2971531"/>
                <a:gd name="connsiteY316" fmla="*/ 357277 h 1138315"/>
                <a:gd name="connsiteX317" fmla="*/ 1020546 w 2971531"/>
                <a:gd name="connsiteY317" fmla="*/ 375245 h 1138315"/>
                <a:gd name="connsiteX318" fmla="*/ 1036231 w 2971531"/>
                <a:gd name="connsiteY318" fmla="*/ 383981 h 1138315"/>
                <a:gd name="connsiteX319" fmla="*/ 1033650 w 2971531"/>
                <a:gd name="connsiteY319" fmla="*/ 389143 h 1138315"/>
                <a:gd name="connsiteX320" fmla="*/ 1013597 w 2971531"/>
                <a:gd name="connsiteY320" fmla="*/ 378852 h 1138315"/>
                <a:gd name="connsiteX321" fmla="*/ 984047 w 2971531"/>
                <a:gd name="connsiteY321" fmla="*/ 376271 h 1138315"/>
                <a:gd name="connsiteX322" fmla="*/ 983021 w 2971531"/>
                <a:gd name="connsiteY322" fmla="*/ 364987 h 1138315"/>
                <a:gd name="connsiteX323" fmla="*/ 987157 w 2971531"/>
                <a:gd name="connsiteY323" fmla="*/ 347747 h 1138315"/>
                <a:gd name="connsiteX324" fmla="*/ 979679 w 2971531"/>
                <a:gd name="connsiteY324" fmla="*/ 326172 h 1138315"/>
                <a:gd name="connsiteX325" fmla="*/ 975079 w 2971531"/>
                <a:gd name="connsiteY325" fmla="*/ 333121 h 1138315"/>
                <a:gd name="connsiteX326" fmla="*/ 970678 w 2971531"/>
                <a:gd name="connsiteY326" fmla="*/ 351354 h 1138315"/>
                <a:gd name="connsiteX327" fmla="*/ 949864 w 2971531"/>
                <a:gd name="connsiteY327" fmla="*/ 362141 h 1138315"/>
                <a:gd name="connsiteX328" fmla="*/ 942915 w 2971531"/>
                <a:gd name="connsiteY328" fmla="*/ 372929 h 1138315"/>
                <a:gd name="connsiteX329" fmla="*/ 962770 w 2971531"/>
                <a:gd name="connsiteY329" fmla="*/ 396853 h 1138315"/>
                <a:gd name="connsiteX330" fmla="*/ 952479 w 2971531"/>
                <a:gd name="connsiteY330" fmla="*/ 426138 h 1138315"/>
                <a:gd name="connsiteX331" fmla="*/ 953240 w 2971531"/>
                <a:gd name="connsiteY331" fmla="*/ 443610 h 1138315"/>
                <a:gd name="connsiteX332" fmla="*/ 966476 w 2971531"/>
                <a:gd name="connsiteY332" fmla="*/ 445927 h 1138315"/>
                <a:gd name="connsiteX333" fmla="*/ 986760 w 2971531"/>
                <a:gd name="connsiteY333" fmla="*/ 441559 h 1138315"/>
                <a:gd name="connsiteX334" fmla="*/ 1020182 w 2971531"/>
                <a:gd name="connsiteY334" fmla="*/ 452843 h 1138315"/>
                <a:gd name="connsiteX335" fmla="*/ 1026601 w 2971531"/>
                <a:gd name="connsiteY335" fmla="*/ 466079 h 1138315"/>
                <a:gd name="connsiteX336" fmla="*/ 1018627 w 2971531"/>
                <a:gd name="connsiteY336" fmla="*/ 478951 h 1138315"/>
                <a:gd name="connsiteX337" fmla="*/ 1038680 w 2971531"/>
                <a:gd name="connsiteY337" fmla="*/ 492187 h 1138315"/>
                <a:gd name="connsiteX338" fmla="*/ 1019156 w 2971531"/>
                <a:gd name="connsiteY338" fmla="*/ 490665 h 1138315"/>
                <a:gd name="connsiteX339" fmla="*/ 1011181 w 2971531"/>
                <a:gd name="connsiteY339" fmla="*/ 479613 h 1138315"/>
                <a:gd name="connsiteX340" fmla="*/ 1015549 w 2971531"/>
                <a:gd name="connsiteY340" fmla="*/ 467005 h 1138315"/>
                <a:gd name="connsiteX341" fmla="*/ 1006813 w 2971531"/>
                <a:gd name="connsiteY341" fmla="*/ 455953 h 1138315"/>
                <a:gd name="connsiteX342" fmla="*/ 995761 w 2971531"/>
                <a:gd name="connsiteY342" fmla="*/ 448772 h 1138315"/>
                <a:gd name="connsiteX343" fmla="*/ 969057 w 2971531"/>
                <a:gd name="connsiteY343" fmla="*/ 455953 h 1138315"/>
                <a:gd name="connsiteX344" fmla="*/ 972664 w 2971531"/>
                <a:gd name="connsiteY344" fmla="*/ 480109 h 1138315"/>
                <a:gd name="connsiteX345" fmla="*/ 958236 w 2971531"/>
                <a:gd name="connsiteY345" fmla="*/ 500658 h 1138315"/>
                <a:gd name="connsiteX346" fmla="*/ 945000 w 2971531"/>
                <a:gd name="connsiteY346" fmla="*/ 512240 h 1138315"/>
                <a:gd name="connsiteX347" fmla="*/ 929051 w 2971531"/>
                <a:gd name="connsiteY347" fmla="*/ 526105 h 1138315"/>
                <a:gd name="connsiteX348" fmla="*/ 913398 w 2971531"/>
                <a:gd name="connsiteY348" fmla="*/ 526105 h 1138315"/>
                <a:gd name="connsiteX349" fmla="*/ 893346 w 2971531"/>
                <a:gd name="connsiteY349" fmla="*/ 527660 h 1138315"/>
                <a:gd name="connsiteX350" fmla="*/ 879481 w 2971531"/>
                <a:gd name="connsiteY350" fmla="*/ 523259 h 1138315"/>
                <a:gd name="connsiteX351" fmla="*/ 871346 w 2971531"/>
                <a:gd name="connsiteY351" fmla="*/ 520898 h 1138315"/>
                <a:gd name="connsiteX352" fmla="*/ 871009 w 2971531"/>
                <a:gd name="connsiteY352" fmla="*/ 515847 h 1138315"/>
                <a:gd name="connsiteX353" fmla="*/ 880242 w 2971531"/>
                <a:gd name="connsiteY353" fmla="*/ 518130 h 1138315"/>
                <a:gd name="connsiteX354" fmla="*/ 890169 w 2971531"/>
                <a:gd name="connsiteY354" fmla="*/ 517104 h 1138315"/>
                <a:gd name="connsiteX355" fmla="*/ 900096 w 2971531"/>
                <a:gd name="connsiteY355" fmla="*/ 521241 h 1138315"/>
                <a:gd name="connsiteX356" fmla="*/ 909097 w 2971531"/>
                <a:gd name="connsiteY356" fmla="*/ 517932 h 1138315"/>
                <a:gd name="connsiteX357" fmla="*/ 913200 w 2971531"/>
                <a:gd name="connsiteY357" fmla="*/ 513795 h 1138315"/>
                <a:gd name="connsiteX358" fmla="*/ 920910 w 2971531"/>
                <a:gd name="connsiteY358" fmla="*/ 507376 h 1138315"/>
                <a:gd name="connsiteX359" fmla="*/ 926304 w 2971531"/>
                <a:gd name="connsiteY359" fmla="*/ 498144 h 1138315"/>
                <a:gd name="connsiteX360" fmla="*/ 930937 w 2971531"/>
                <a:gd name="connsiteY360" fmla="*/ 492485 h 1138315"/>
                <a:gd name="connsiteX361" fmla="*/ 939408 w 2971531"/>
                <a:gd name="connsiteY361" fmla="*/ 486826 h 1138315"/>
                <a:gd name="connsiteX362" fmla="*/ 942485 w 2971531"/>
                <a:gd name="connsiteY362" fmla="*/ 478587 h 1138315"/>
                <a:gd name="connsiteX363" fmla="*/ 947118 w 2971531"/>
                <a:gd name="connsiteY363" fmla="*/ 467038 h 1138315"/>
                <a:gd name="connsiteX364" fmla="*/ 947647 w 2971531"/>
                <a:gd name="connsiteY364" fmla="*/ 460619 h 1138315"/>
                <a:gd name="connsiteX365" fmla="*/ 934014 w 2971531"/>
                <a:gd name="connsiteY365" fmla="*/ 445728 h 1138315"/>
                <a:gd name="connsiteX366" fmla="*/ 933485 w 2971531"/>
                <a:gd name="connsiteY366" fmla="*/ 427991 h 1138315"/>
                <a:gd name="connsiteX367" fmla="*/ 933253 w 2971531"/>
                <a:gd name="connsiteY367" fmla="*/ 411446 h 1138315"/>
                <a:gd name="connsiteX368" fmla="*/ 937621 w 2971531"/>
                <a:gd name="connsiteY368" fmla="*/ 393213 h 1138315"/>
                <a:gd name="connsiteX369" fmla="*/ 923491 w 2971531"/>
                <a:gd name="connsiteY369" fmla="*/ 373359 h 1138315"/>
                <a:gd name="connsiteX370" fmla="*/ 929150 w 2971531"/>
                <a:gd name="connsiteY370" fmla="*/ 360123 h 1138315"/>
                <a:gd name="connsiteX371" fmla="*/ 936595 w 2971531"/>
                <a:gd name="connsiteY371" fmla="*/ 330573 h 1138315"/>
                <a:gd name="connsiteX372" fmla="*/ 915020 w 2971531"/>
                <a:gd name="connsiteY372" fmla="*/ 323359 h 1138315"/>
                <a:gd name="connsiteX373" fmla="*/ 881930 w 2971531"/>
                <a:gd name="connsiteY373" fmla="*/ 321837 h 1138315"/>
                <a:gd name="connsiteX374" fmla="*/ 872003 w 2971531"/>
                <a:gd name="connsiteY374" fmla="*/ 331599 h 1138315"/>
                <a:gd name="connsiteX375" fmla="*/ 860421 w 2971531"/>
                <a:gd name="connsiteY375" fmla="*/ 356251 h 1138315"/>
                <a:gd name="connsiteX376" fmla="*/ 837257 w 2971531"/>
                <a:gd name="connsiteY376" fmla="*/ 373988 h 1138315"/>
                <a:gd name="connsiteX377" fmla="*/ 830044 w 2971531"/>
                <a:gd name="connsiteY377" fmla="*/ 389143 h 1138315"/>
                <a:gd name="connsiteX378" fmla="*/ 839971 w 2971531"/>
                <a:gd name="connsiteY378" fmla="*/ 391460 h 1138315"/>
                <a:gd name="connsiteX379" fmla="*/ 837886 w 2971531"/>
                <a:gd name="connsiteY379" fmla="*/ 405324 h 1138315"/>
                <a:gd name="connsiteX380" fmla="*/ 836893 w 2971531"/>
                <a:gd name="connsiteY380" fmla="*/ 413564 h 1138315"/>
                <a:gd name="connsiteX381" fmla="*/ 830970 w 2971531"/>
                <a:gd name="connsiteY381" fmla="*/ 425377 h 1138315"/>
                <a:gd name="connsiteX382" fmla="*/ 851519 w 2971531"/>
                <a:gd name="connsiteY382" fmla="*/ 433087 h 1138315"/>
                <a:gd name="connsiteX383" fmla="*/ 858998 w 2971531"/>
                <a:gd name="connsiteY383" fmla="*/ 447217 h 1138315"/>
                <a:gd name="connsiteX384" fmla="*/ 869521 w 2971531"/>
                <a:gd name="connsiteY384" fmla="*/ 452611 h 1138315"/>
                <a:gd name="connsiteX385" fmla="*/ 858700 w 2971531"/>
                <a:gd name="connsiteY385" fmla="*/ 469818 h 1138315"/>
                <a:gd name="connsiteX386" fmla="*/ 837655 w 2971531"/>
                <a:gd name="connsiteY386" fmla="*/ 453273 h 1138315"/>
                <a:gd name="connsiteX387" fmla="*/ 809660 w 2971531"/>
                <a:gd name="connsiteY387" fmla="*/ 441195 h 1138315"/>
                <a:gd name="connsiteX388" fmla="*/ 786496 w 2971531"/>
                <a:gd name="connsiteY388" fmla="*/ 431665 h 1138315"/>
                <a:gd name="connsiteX389" fmla="*/ 754399 w 2971531"/>
                <a:gd name="connsiteY389" fmla="*/ 423193 h 1138315"/>
                <a:gd name="connsiteX390" fmla="*/ 722764 w 2971531"/>
                <a:gd name="connsiteY390" fmla="*/ 420381 h 1138315"/>
                <a:gd name="connsiteX391" fmla="*/ 709925 w 2971531"/>
                <a:gd name="connsiteY391" fmla="*/ 410851 h 1138315"/>
                <a:gd name="connsiteX392" fmla="*/ 688846 w 2971531"/>
                <a:gd name="connsiteY392" fmla="*/ 403935 h 1138315"/>
                <a:gd name="connsiteX393" fmla="*/ 693744 w 2971531"/>
                <a:gd name="connsiteY393" fmla="*/ 418329 h 1138315"/>
                <a:gd name="connsiteX394" fmla="*/ 706582 w 2971531"/>
                <a:gd name="connsiteY394" fmla="*/ 423458 h 1138315"/>
                <a:gd name="connsiteX395" fmla="*/ 717635 w 2971531"/>
                <a:gd name="connsiteY395" fmla="*/ 431400 h 1138315"/>
                <a:gd name="connsiteX396" fmla="*/ 725610 w 2971531"/>
                <a:gd name="connsiteY396" fmla="*/ 445827 h 1138315"/>
                <a:gd name="connsiteX397" fmla="*/ 720216 w 2971531"/>
                <a:gd name="connsiteY397" fmla="*/ 455324 h 1138315"/>
                <a:gd name="connsiteX398" fmla="*/ 708403 w 2971531"/>
                <a:gd name="connsiteY398" fmla="*/ 461214 h 1138315"/>
                <a:gd name="connsiteX399" fmla="*/ 699402 w 2971531"/>
                <a:gd name="connsiteY399" fmla="*/ 464821 h 1138315"/>
                <a:gd name="connsiteX400" fmla="*/ 699402 w 2971531"/>
                <a:gd name="connsiteY400" fmla="*/ 454530 h 1138315"/>
                <a:gd name="connsiteX401" fmla="*/ 688846 w 2971531"/>
                <a:gd name="connsiteY401" fmla="*/ 446555 h 1138315"/>
                <a:gd name="connsiteX402" fmla="*/ 662142 w 2971531"/>
                <a:gd name="connsiteY402" fmla="*/ 459792 h 1138315"/>
                <a:gd name="connsiteX403" fmla="*/ 632824 w 2971531"/>
                <a:gd name="connsiteY403" fmla="*/ 459792 h 1138315"/>
                <a:gd name="connsiteX404" fmla="*/ 616643 w 2971531"/>
                <a:gd name="connsiteY404" fmla="*/ 471638 h 1138315"/>
                <a:gd name="connsiteX405" fmla="*/ 593247 w 2971531"/>
                <a:gd name="connsiteY405" fmla="*/ 469818 h 1138315"/>
                <a:gd name="connsiteX406" fmla="*/ 597616 w 2971531"/>
                <a:gd name="connsiteY406" fmla="*/ 465218 h 1138315"/>
                <a:gd name="connsiteX407" fmla="*/ 601752 w 2971531"/>
                <a:gd name="connsiteY407" fmla="*/ 460056 h 1138315"/>
                <a:gd name="connsiteX408" fmla="*/ 605590 w 2971531"/>
                <a:gd name="connsiteY408" fmla="*/ 448243 h 1138315"/>
                <a:gd name="connsiteX409" fmla="*/ 581964 w 2971531"/>
                <a:gd name="connsiteY409" fmla="*/ 455192 h 1138315"/>
                <a:gd name="connsiteX410" fmla="*/ 578655 w 2971531"/>
                <a:gd name="connsiteY410" fmla="*/ 465119 h 1138315"/>
                <a:gd name="connsiteX411" fmla="*/ 570944 w 2971531"/>
                <a:gd name="connsiteY411" fmla="*/ 460486 h 1138315"/>
                <a:gd name="connsiteX412" fmla="*/ 531236 w 2971531"/>
                <a:gd name="connsiteY412" fmla="*/ 472300 h 1138315"/>
                <a:gd name="connsiteX413" fmla="*/ 514525 w 2971531"/>
                <a:gd name="connsiteY413" fmla="*/ 482591 h 1138315"/>
                <a:gd name="connsiteX414" fmla="*/ 495531 w 2971531"/>
                <a:gd name="connsiteY414" fmla="*/ 488514 h 1138315"/>
                <a:gd name="connsiteX415" fmla="*/ 491659 w 2971531"/>
                <a:gd name="connsiteY415" fmla="*/ 506747 h 1138315"/>
                <a:gd name="connsiteX416" fmla="*/ 462110 w 2971531"/>
                <a:gd name="connsiteY416" fmla="*/ 510585 h 1138315"/>
                <a:gd name="connsiteX417" fmla="*/ 448212 w 2971531"/>
                <a:gd name="connsiteY417" fmla="*/ 497349 h 1138315"/>
                <a:gd name="connsiteX418" fmla="*/ 447715 w 2971531"/>
                <a:gd name="connsiteY418" fmla="*/ 486297 h 1138315"/>
                <a:gd name="connsiteX419" fmla="*/ 459793 w 2971531"/>
                <a:gd name="connsiteY419" fmla="*/ 481697 h 1138315"/>
                <a:gd name="connsiteX420" fmla="*/ 475214 w 2971531"/>
                <a:gd name="connsiteY420" fmla="*/ 480903 h 1138315"/>
                <a:gd name="connsiteX421" fmla="*/ 464691 w 2971531"/>
                <a:gd name="connsiteY421" fmla="*/ 464193 h 1138315"/>
                <a:gd name="connsiteX422" fmla="*/ 442553 w 2971531"/>
                <a:gd name="connsiteY422" fmla="*/ 458038 h 1138315"/>
                <a:gd name="connsiteX423" fmla="*/ 420978 w 2971531"/>
                <a:gd name="connsiteY423" fmla="*/ 455721 h 1138315"/>
                <a:gd name="connsiteX424" fmla="*/ 424056 w 2971531"/>
                <a:gd name="connsiteY424" fmla="*/ 462340 h 1138315"/>
                <a:gd name="connsiteX425" fmla="*/ 429218 w 2971531"/>
                <a:gd name="connsiteY425" fmla="*/ 474418 h 1138315"/>
                <a:gd name="connsiteX426" fmla="*/ 422600 w 2971531"/>
                <a:gd name="connsiteY426" fmla="*/ 493676 h 1138315"/>
                <a:gd name="connsiteX427" fmla="*/ 428258 w 2971531"/>
                <a:gd name="connsiteY427" fmla="*/ 499864 h 1138315"/>
                <a:gd name="connsiteX428" fmla="*/ 434678 w 2971531"/>
                <a:gd name="connsiteY428" fmla="*/ 515251 h 1138315"/>
                <a:gd name="connsiteX429" fmla="*/ 429284 w 2971531"/>
                <a:gd name="connsiteY429" fmla="*/ 528488 h 1138315"/>
                <a:gd name="connsiteX430" fmla="*/ 421805 w 2971531"/>
                <a:gd name="connsiteY430" fmla="*/ 528256 h 1138315"/>
                <a:gd name="connsiteX431" fmla="*/ 416676 w 2971531"/>
                <a:gd name="connsiteY431" fmla="*/ 523094 h 1138315"/>
                <a:gd name="connsiteX432" fmla="*/ 399205 w 2971531"/>
                <a:gd name="connsiteY432" fmla="*/ 519785 h 1138315"/>
                <a:gd name="connsiteX433" fmla="*/ 388152 w 2971531"/>
                <a:gd name="connsiteY433" fmla="*/ 525178 h 1138315"/>
                <a:gd name="connsiteX434" fmla="*/ 372732 w 2971531"/>
                <a:gd name="connsiteY434" fmla="*/ 531797 h 1138315"/>
                <a:gd name="connsiteX435" fmla="*/ 356187 w 2971531"/>
                <a:gd name="connsiteY435" fmla="*/ 543875 h 1138315"/>
                <a:gd name="connsiteX436" fmla="*/ 357213 w 2971531"/>
                <a:gd name="connsiteY436" fmla="*/ 559063 h 1138315"/>
                <a:gd name="connsiteX437" fmla="*/ 364426 w 2971531"/>
                <a:gd name="connsiteY437" fmla="*/ 572663 h 1138315"/>
                <a:gd name="connsiteX438" fmla="*/ 343612 w 2971531"/>
                <a:gd name="connsiteY438" fmla="*/ 571373 h 1138315"/>
                <a:gd name="connsiteX439" fmla="*/ 325611 w 2971531"/>
                <a:gd name="connsiteY439" fmla="*/ 567270 h 1138315"/>
                <a:gd name="connsiteX440" fmla="*/ 305757 w 2971531"/>
                <a:gd name="connsiteY440" fmla="*/ 555456 h 1138315"/>
                <a:gd name="connsiteX441" fmla="*/ 295201 w 2971531"/>
                <a:gd name="connsiteY441" fmla="*/ 565218 h 1138315"/>
                <a:gd name="connsiteX442" fmla="*/ 300330 w 2971531"/>
                <a:gd name="connsiteY442" fmla="*/ 575145 h 1138315"/>
                <a:gd name="connsiteX443" fmla="*/ 317306 w 2971531"/>
                <a:gd name="connsiteY443" fmla="*/ 581035 h 1138315"/>
                <a:gd name="connsiteX444" fmla="*/ 318861 w 2971531"/>
                <a:gd name="connsiteY444" fmla="*/ 591591 h 1138315"/>
                <a:gd name="connsiteX445" fmla="*/ 305625 w 2971531"/>
                <a:gd name="connsiteY445" fmla="*/ 593643 h 1138315"/>
                <a:gd name="connsiteX446" fmla="*/ 291991 w 2971531"/>
                <a:gd name="connsiteY446" fmla="*/ 589540 h 1138315"/>
                <a:gd name="connsiteX447" fmla="*/ 276041 w 2971531"/>
                <a:gd name="connsiteY447" fmla="*/ 580539 h 1138315"/>
                <a:gd name="connsiteX448" fmla="*/ 267041 w 2971531"/>
                <a:gd name="connsiteY448" fmla="*/ 570612 h 1138315"/>
                <a:gd name="connsiteX449" fmla="*/ 262938 w 2971531"/>
                <a:gd name="connsiteY449" fmla="*/ 558037 h 1138315"/>
                <a:gd name="connsiteX450" fmla="*/ 263434 w 2971531"/>
                <a:gd name="connsiteY450" fmla="*/ 546720 h 1138315"/>
                <a:gd name="connsiteX451" fmla="*/ 264725 w 2971531"/>
                <a:gd name="connsiteY451" fmla="*/ 535668 h 1138315"/>
                <a:gd name="connsiteX452" fmla="*/ 251488 w 2971531"/>
                <a:gd name="connsiteY452" fmla="*/ 525906 h 1138315"/>
                <a:gd name="connsiteX453" fmla="*/ 240965 w 2971531"/>
                <a:gd name="connsiteY453" fmla="*/ 518196 h 1138315"/>
                <a:gd name="connsiteX454" fmla="*/ 223990 w 2971531"/>
                <a:gd name="connsiteY454" fmla="*/ 504067 h 1138315"/>
                <a:gd name="connsiteX455" fmla="*/ 217802 w 2971531"/>
                <a:gd name="connsiteY455" fmla="*/ 498408 h 1138315"/>
                <a:gd name="connsiteX456" fmla="*/ 231700 w 2971531"/>
                <a:gd name="connsiteY456" fmla="*/ 503537 h 1138315"/>
                <a:gd name="connsiteX457" fmla="*/ 255823 w 2971531"/>
                <a:gd name="connsiteY457" fmla="*/ 513828 h 1138315"/>
                <a:gd name="connsiteX458" fmla="*/ 286167 w 2971531"/>
                <a:gd name="connsiteY458" fmla="*/ 523325 h 1138315"/>
                <a:gd name="connsiteX459" fmla="*/ 326769 w 2971531"/>
                <a:gd name="connsiteY459" fmla="*/ 529943 h 1138315"/>
                <a:gd name="connsiteX460" fmla="*/ 377166 w 2971531"/>
                <a:gd name="connsiteY460" fmla="*/ 507839 h 1138315"/>
                <a:gd name="connsiteX461" fmla="*/ 375611 w 2971531"/>
                <a:gd name="connsiteY461" fmla="*/ 487290 h 1138315"/>
                <a:gd name="connsiteX462" fmla="*/ 365684 w 2971531"/>
                <a:gd name="connsiteY462" fmla="*/ 479580 h 1138315"/>
                <a:gd name="connsiteX463" fmla="*/ 351290 w 2971531"/>
                <a:gd name="connsiteY463" fmla="*/ 470844 h 1138315"/>
                <a:gd name="connsiteX464" fmla="*/ 336895 w 2971531"/>
                <a:gd name="connsiteY464" fmla="*/ 462902 h 1138315"/>
                <a:gd name="connsiteX465" fmla="*/ 311448 w 2971531"/>
                <a:gd name="connsiteY465" fmla="*/ 450030 h 1138315"/>
                <a:gd name="connsiteX466" fmla="*/ 270846 w 2971531"/>
                <a:gd name="connsiteY466" fmla="*/ 434080 h 1138315"/>
                <a:gd name="connsiteX467" fmla="*/ 261846 w 2971531"/>
                <a:gd name="connsiteY467" fmla="*/ 433087 h 1138315"/>
                <a:gd name="connsiteX468" fmla="*/ 249271 w 2971531"/>
                <a:gd name="connsiteY468" fmla="*/ 432823 h 1138315"/>
                <a:gd name="connsiteX469" fmla="*/ 233322 w 2971531"/>
                <a:gd name="connsiteY469" fmla="*/ 431797 h 1138315"/>
                <a:gd name="connsiteX470" fmla="*/ 223395 w 2971531"/>
                <a:gd name="connsiteY470" fmla="*/ 426138 h 1138315"/>
                <a:gd name="connsiteX471" fmla="*/ 236234 w 2971531"/>
                <a:gd name="connsiteY471" fmla="*/ 422035 h 1138315"/>
                <a:gd name="connsiteX472" fmla="*/ 224685 w 2971531"/>
                <a:gd name="connsiteY472" fmla="*/ 417403 h 1138315"/>
                <a:gd name="connsiteX473" fmla="*/ 212342 w 2971531"/>
                <a:gd name="connsiteY473" fmla="*/ 419719 h 1138315"/>
                <a:gd name="connsiteX474" fmla="*/ 201819 w 2971531"/>
                <a:gd name="connsiteY474" fmla="*/ 419223 h 1138315"/>
                <a:gd name="connsiteX475" fmla="*/ 200628 w 2971531"/>
                <a:gd name="connsiteY475" fmla="*/ 418362 h 1138315"/>
                <a:gd name="connsiteX476" fmla="*/ 191793 w 2971531"/>
                <a:gd name="connsiteY476" fmla="*/ 424583 h 1138315"/>
                <a:gd name="connsiteX477" fmla="*/ 177399 w 2971531"/>
                <a:gd name="connsiteY477" fmla="*/ 431201 h 1138315"/>
                <a:gd name="connsiteX478" fmla="*/ 165585 w 2971531"/>
                <a:gd name="connsiteY478" fmla="*/ 441492 h 1138315"/>
                <a:gd name="connsiteX479" fmla="*/ 158967 w 2971531"/>
                <a:gd name="connsiteY479" fmla="*/ 446621 h 1138315"/>
                <a:gd name="connsiteX480" fmla="*/ 156386 w 2971531"/>
                <a:gd name="connsiteY480" fmla="*/ 455887 h 1138315"/>
                <a:gd name="connsiteX481" fmla="*/ 158967 w 2971531"/>
                <a:gd name="connsiteY481" fmla="*/ 465814 h 1138315"/>
                <a:gd name="connsiteX482" fmla="*/ 169754 w 2971531"/>
                <a:gd name="connsiteY482" fmla="*/ 471969 h 1138315"/>
                <a:gd name="connsiteX483" fmla="*/ 182097 w 2971531"/>
                <a:gd name="connsiteY483" fmla="*/ 484841 h 1138315"/>
                <a:gd name="connsiteX484" fmla="*/ 171310 w 2971531"/>
                <a:gd name="connsiteY484" fmla="*/ 497680 h 1138315"/>
                <a:gd name="connsiteX485" fmla="*/ 166148 w 2971531"/>
                <a:gd name="connsiteY485" fmla="*/ 507938 h 1138315"/>
                <a:gd name="connsiteX486" fmla="*/ 182693 w 2971531"/>
                <a:gd name="connsiteY486" fmla="*/ 534179 h 1138315"/>
                <a:gd name="connsiteX487" fmla="*/ 177068 w 2971531"/>
                <a:gd name="connsiteY487" fmla="*/ 544437 h 1138315"/>
                <a:gd name="connsiteX488" fmla="*/ 179615 w 2971531"/>
                <a:gd name="connsiteY488" fmla="*/ 557673 h 1138315"/>
                <a:gd name="connsiteX489" fmla="*/ 175512 w 2971531"/>
                <a:gd name="connsiteY489" fmla="*/ 562802 h 1138315"/>
                <a:gd name="connsiteX490" fmla="*/ 184248 w 2971531"/>
                <a:gd name="connsiteY490" fmla="*/ 568461 h 1138315"/>
                <a:gd name="connsiteX491" fmla="*/ 181667 w 2971531"/>
                <a:gd name="connsiteY491" fmla="*/ 577197 h 1138315"/>
                <a:gd name="connsiteX492" fmla="*/ 190933 w 2971531"/>
                <a:gd name="connsiteY492" fmla="*/ 586429 h 1138315"/>
                <a:gd name="connsiteX493" fmla="*/ 180145 w 2971531"/>
                <a:gd name="connsiteY493" fmla="*/ 596356 h 1138315"/>
                <a:gd name="connsiteX494" fmla="*/ 202250 w 2971531"/>
                <a:gd name="connsiteY494" fmla="*/ 613299 h 1138315"/>
                <a:gd name="connsiteX495" fmla="*/ 206882 w 2971531"/>
                <a:gd name="connsiteY495" fmla="*/ 627197 h 1138315"/>
                <a:gd name="connsiteX496" fmla="*/ 181171 w 2971531"/>
                <a:gd name="connsiteY496" fmla="*/ 651849 h 1138315"/>
                <a:gd name="connsiteX497" fmla="*/ 154434 w 2971531"/>
                <a:gd name="connsiteY497" fmla="*/ 673424 h 1138315"/>
                <a:gd name="connsiteX498" fmla="*/ 146161 w 2971531"/>
                <a:gd name="connsiteY498" fmla="*/ 683980 h 1138315"/>
                <a:gd name="connsiteX499" fmla="*/ 153408 w 2971531"/>
                <a:gd name="connsiteY499" fmla="*/ 681399 h 1138315"/>
                <a:gd name="connsiteX500" fmla="*/ 164460 w 2971531"/>
                <a:gd name="connsiteY500" fmla="*/ 692716 h 1138315"/>
                <a:gd name="connsiteX501" fmla="*/ 179615 w 2971531"/>
                <a:gd name="connsiteY501" fmla="*/ 696025 h 1138315"/>
                <a:gd name="connsiteX502" fmla="*/ 171409 w 2971531"/>
                <a:gd name="connsiteY502" fmla="*/ 698308 h 1138315"/>
                <a:gd name="connsiteX503" fmla="*/ 154864 w 2971531"/>
                <a:gd name="connsiteY503" fmla="*/ 703967 h 1138315"/>
                <a:gd name="connsiteX504" fmla="*/ 146327 w 2971531"/>
                <a:gd name="connsiteY504" fmla="*/ 710585 h 1138315"/>
                <a:gd name="connsiteX505" fmla="*/ 142786 w 2971531"/>
                <a:gd name="connsiteY505" fmla="*/ 722001 h 1138315"/>
                <a:gd name="connsiteX506" fmla="*/ 136995 w 2971531"/>
                <a:gd name="connsiteY506" fmla="*/ 730869 h 1138315"/>
                <a:gd name="connsiteX507" fmla="*/ 138153 w 2971531"/>
                <a:gd name="connsiteY507" fmla="*/ 740797 h 1138315"/>
                <a:gd name="connsiteX508" fmla="*/ 141992 w 2971531"/>
                <a:gd name="connsiteY508" fmla="*/ 750062 h 1138315"/>
                <a:gd name="connsiteX509" fmla="*/ 137392 w 2971531"/>
                <a:gd name="connsiteY509" fmla="*/ 755820 h 1138315"/>
                <a:gd name="connsiteX510" fmla="*/ 139708 w 2971531"/>
                <a:gd name="connsiteY510" fmla="*/ 765085 h 1138315"/>
                <a:gd name="connsiteX511" fmla="*/ 141628 w 2971531"/>
                <a:gd name="connsiteY511" fmla="*/ 774714 h 1138315"/>
                <a:gd name="connsiteX512" fmla="*/ 147021 w 2971531"/>
                <a:gd name="connsiteY512" fmla="*/ 784642 h 1138315"/>
                <a:gd name="connsiteX513" fmla="*/ 151654 w 2971531"/>
                <a:gd name="connsiteY513" fmla="*/ 796587 h 1138315"/>
                <a:gd name="connsiteX514" fmla="*/ 160920 w 2971531"/>
                <a:gd name="connsiteY514" fmla="*/ 799268 h 1138315"/>
                <a:gd name="connsiteX515" fmla="*/ 169755 w 2971531"/>
                <a:gd name="connsiteY515" fmla="*/ 803536 h 1138315"/>
                <a:gd name="connsiteX516" fmla="*/ 179020 w 2971531"/>
                <a:gd name="connsiteY516" fmla="*/ 803536 h 1138315"/>
                <a:gd name="connsiteX517" fmla="*/ 195201 w 2971531"/>
                <a:gd name="connsiteY517" fmla="*/ 808136 h 1138315"/>
                <a:gd name="connsiteX518" fmla="*/ 196757 w 2971531"/>
                <a:gd name="connsiteY518" fmla="*/ 820082 h 1138315"/>
                <a:gd name="connsiteX519" fmla="*/ 198676 w 2971531"/>
                <a:gd name="connsiteY519" fmla="*/ 832424 h 1138315"/>
                <a:gd name="connsiteX520" fmla="*/ 206750 w 2971531"/>
                <a:gd name="connsiteY520" fmla="*/ 843245 h 1138315"/>
                <a:gd name="connsiteX521" fmla="*/ 216677 w 2971531"/>
                <a:gd name="connsiteY521" fmla="*/ 852874 h 1138315"/>
                <a:gd name="connsiteX522" fmla="*/ 226307 w 2971531"/>
                <a:gd name="connsiteY522" fmla="*/ 861709 h 1138315"/>
                <a:gd name="connsiteX523" fmla="*/ 217438 w 2971531"/>
                <a:gd name="connsiteY523" fmla="*/ 869817 h 1138315"/>
                <a:gd name="connsiteX524" fmla="*/ 205095 w 2971531"/>
                <a:gd name="connsiteY524" fmla="*/ 867897 h 1138315"/>
                <a:gd name="connsiteX525" fmla="*/ 207776 w 2971531"/>
                <a:gd name="connsiteY525" fmla="*/ 884079 h 1138315"/>
                <a:gd name="connsiteX526" fmla="*/ 215122 w 2971531"/>
                <a:gd name="connsiteY526" fmla="*/ 893311 h 1138315"/>
                <a:gd name="connsiteX527" fmla="*/ 223229 w 2971531"/>
                <a:gd name="connsiteY527" fmla="*/ 889108 h 1138315"/>
                <a:gd name="connsiteX528" fmla="*/ 234778 w 2971531"/>
                <a:gd name="connsiteY528" fmla="*/ 888711 h 1138315"/>
                <a:gd name="connsiteX529" fmla="*/ 249040 w 2971531"/>
                <a:gd name="connsiteY529" fmla="*/ 890233 h 1138315"/>
                <a:gd name="connsiteX530" fmla="*/ 251356 w 2971531"/>
                <a:gd name="connsiteY530" fmla="*/ 903470 h 1138315"/>
                <a:gd name="connsiteX531" fmla="*/ 255228 w 2971531"/>
                <a:gd name="connsiteY531" fmla="*/ 913099 h 1138315"/>
                <a:gd name="connsiteX532" fmla="*/ 267934 w 2971531"/>
                <a:gd name="connsiteY532" fmla="*/ 916176 h 1138315"/>
                <a:gd name="connsiteX533" fmla="*/ 275644 w 2971531"/>
                <a:gd name="connsiteY533" fmla="*/ 929644 h 1138315"/>
                <a:gd name="connsiteX534" fmla="*/ 282262 w 2971531"/>
                <a:gd name="connsiteY534" fmla="*/ 933119 h 1138315"/>
                <a:gd name="connsiteX535" fmla="*/ 290734 w 2971531"/>
                <a:gd name="connsiteY535" fmla="*/ 936990 h 1138315"/>
                <a:gd name="connsiteX536" fmla="*/ 299602 w 2971531"/>
                <a:gd name="connsiteY536" fmla="*/ 936196 h 1138315"/>
                <a:gd name="connsiteX537" fmla="*/ 309231 w 2971531"/>
                <a:gd name="connsiteY537" fmla="*/ 935435 h 1138315"/>
                <a:gd name="connsiteX538" fmla="*/ 316941 w 2971531"/>
                <a:gd name="connsiteY538" fmla="*/ 944701 h 1138315"/>
                <a:gd name="connsiteX539" fmla="*/ 331203 w 2971531"/>
                <a:gd name="connsiteY539" fmla="*/ 947017 h 1138315"/>
                <a:gd name="connsiteX540" fmla="*/ 345863 w 2971531"/>
                <a:gd name="connsiteY540" fmla="*/ 950855 h 1138315"/>
                <a:gd name="connsiteX541" fmla="*/ 355790 w 2971531"/>
                <a:gd name="connsiteY541" fmla="*/ 957043 h 1138315"/>
                <a:gd name="connsiteX542" fmla="*/ 351058 w 2971531"/>
                <a:gd name="connsiteY542" fmla="*/ 965217 h 1138315"/>
                <a:gd name="connsiteX543" fmla="*/ 355293 w 2971531"/>
                <a:gd name="connsiteY543" fmla="*/ 970213 h 1138315"/>
                <a:gd name="connsiteX544" fmla="*/ 349139 w 2971531"/>
                <a:gd name="connsiteY544" fmla="*/ 974449 h 1138315"/>
                <a:gd name="connsiteX545" fmla="*/ 352977 w 2971531"/>
                <a:gd name="connsiteY545" fmla="*/ 981067 h 1138315"/>
                <a:gd name="connsiteX546" fmla="*/ 349900 w 2971531"/>
                <a:gd name="connsiteY546" fmla="*/ 991491 h 1138315"/>
                <a:gd name="connsiteX547" fmla="*/ 335637 w 2971531"/>
                <a:gd name="connsiteY547" fmla="*/ 991094 h 1138315"/>
                <a:gd name="connsiteX548" fmla="*/ 322170 w 2971531"/>
                <a:gd name="connsiteY548" fmla="*/ 1000359 h 1138315"/>
                <a:gd name="connsiteX549" fmla="*/ 321773 w 2971531"/>
                <a:gd name="connsiteY549" fmla="*/ 1008598 h 1138315"/>
                <a:gd name="connsiteX550" fmla="*/ 339509 w 2971531"/>
                <a:gd name="connsiteY550" fmla="*/ 1008201 h 1138315"/>
                <a:gd name="connsiteX551" fmla="*/ 317934 w 2971531"/>
                <a:gd name="connsiteY551" fmla="*/ 1020776 h 1138315"/>
                <a:gd name="connsiteX552" fmla="*/ 324552 w 2971531"/>
                <a:gd name="connsiteY552" fmla="*/ 1030537 h 1138315"/>
                <a:gd name="connsiteX553" fmla="*/ 314261 w 2971531"/>
                <a:gd name="connsiteY553" fmla="*/ 1040465 h 1138315"/>
                <a:gd name="connsiteX554" fmla="*/ 304731 w 2971531"/>
                <a:gd name="connsiteY554" fmla="*/ 1047943 h 1138315"/>
                <a:gd name="connsiteX555" fmla="*/ 300131 w 2971531"/>
                <a:gd name="connsiteY555" fmla="*/ 1052013 h 1138315"/>
                <a:gd name="connsiteX556" fmla="*/ 313732 w 2971531"/>
                <a:gd name="connsiteY556" fmla="*/ 1063066 h 1138315"/>
                <a:gd name="connsiteX557" fmla="*/ 346127 w 2971531"/>
                <a:gd name="connsiteY557" fmla="*/ 1086461 h 1138315"/>
                <a:gd name="connsiteX558" fmla="*/ 350661 w 2971531"/>
                <a:gd name="connsiteY558" fmla="*/ 1090001 h 1138315"/>
                <a:gd name="connsiteX559" fmla="*/ 357279 w 2971531"/>
                <a:gd name="connsiteY559" fmla="*/ 1086990 h 1138315"/>
                <a:gd name="connsiteX560" fmla="*/ 378093 w 2971531"/>
                <a:gd name="connsiteY560" fmla="*/ 1093145 h 1138315"/>
                <a:gd name="connsiteX561" fmla="*/ 405061 w 2971531"/>
                <a:gd name="connsiteY561" fmla="*/ 1095461 h 1138315"/>
                <a:gd name="connsiteX562" fmla="*/ 415882 w 2971531"/>
                <a:gd name="connsiteY562" fmla="*/ 1102410 h 1138315"/>
                <a:gd name="connsiteX563" fmla="*/ 426670 w 2971531"/>
                <a:gd name="connsiteY563" fmla="*/ 1107771 h 1138315"/>
                <a:gd name="connsiteX564" fmla="*/ 444373 w 2971531"/>
                <a:gd name="connsiteY564" fmla="*/ 1105488 h 1138315"/>
                <a:gd name="connsiteX565" fmla="*/ 450561 w 2971531"/>
                <a:gd name="connsiteY565" fmla="*/ 1107771 h 1138315"/>
                <a:gd name="connsiteX566" fmla="*/ 455955 w 2971531"/>
                <a:gd name="connsiteY566" fmla="*/ 1118591 h 1138315"/>
                <a:gd name="connsiteX567" fmla="*/ 472136 w 2971531"/>
                <a:gd name="connsiteY567" fmla="*/ 1126302 h 1138315"/>
                <a:gd name="connsiteX568" fmla="*/ 485372 w 2971531"/>
                <a:gd name="connsiteY568" fmla="*/ 1135534 h 1138315"/>
                <a:gd name="connsiteX569" fmla="*/ 493083 w 2971531"/>
                <a:gd name="connsiteY569" fmla="*/ 1135534 h 1138315"/>
                <a:gd name="connsiteX570" fmla="*/ 504300 w 2971531"/>
                <a:gd name="connsiteY570" fmla="*/ 1127327 h 1138315"/>
                <a:gd name="connsiteX571" fmla="*/ 484446 w 2971531"/>
                <a:gd name="connsiteY571" fmla="*/ 1096983 h 1138315"/>
                <a:gd name="connsiteX572" fmla="*/ 477828 w 2971531"/>
                <a:gd name="connsiteY572" fmla="*/ 1073357 h 1138315"/>
                <a:gd name="connsiteX573" fmla="*/ 486597 w 2971531"/>
                <a:gd name="connsiteY573" fmla="*/ 1048175 h 1138315"/>
                <a:gd name="connsiteX574" fmla="*/ 517404 w 2971531"/>
                <a:gd name="connsiteY574" fmla="*/ 1029412 h 1138315"/>
                <a:gd name="connsiteX575" fmla="*/ 511779 w 2971531"/>
                <a:gd name="connsiteY575" fmla="*/ 1026103 h 1138315"/>
                <a:gd name="connsiteX576" fmla="*/ 507907 w 2971531"/>
                <a:gd name="connsiteY576" fmla="*/ 1018393 h 1138315"/>
                <a:gd name="connsiteX577" fmla="*/ 505590 w 2971531"/>
                <a:gd name="connsiteY577" fmla="*/ 1007606 h 1138315"/>
                <a:gd name="connsiteX578" fmla="*/ 494803 w 2971531"/>
                <a:gd name="connsiteY578" fmla="*/ 995263 h 1138315"/>
                <a:gd name="connsiteX579" fmla="*/ 482460 w 2971531"/>
                <a:gd name="connsiteY579" fmla="*/ 996057 h 1138315"/>
                <a:gd name="connsiteX580" fmla="*/ 479383 w 2971531"/>
                <a:gd name="connsiteY580" fmla="*/ 986792 h 1138315"/>
                <a:gd name="connsiteX581" fmla="*/ 469456 w 2971531"/>
                <a:gd name="connsiteY581" fmla="*/ 979843 h 1138315"/>
                <a:gd name="connsiteX582" fmla="*/ 473327 w 2971531"/>
                <a:gd name="connsiteY582" fmla="*/ 969055 h 1138315"/>
                <a:gd name="connsiteX583" fmla="*/ 479482 w 2971531"/>
                <a:gd name="connsiteY583" fmla="*/ 963661 h 1138315"/>
                <a:gd name="connsiteX584" fmla="*/ 474089 w 2971531"/>
                <a:gd name="connsiteY584" fmla="*/ 955190 h 1138315"/>
                <a:gd name="connsiteX585" fmla="*/ 483321 w 2971531"/>
                <a:gd name="connsiteY585" fmla="*/ 944403 h 1138315"/>
                <a:gd name="connsiteX586" fmla="*/ 493248 w 2971531"/>
                <a:gd name="connsiteY586" fmla="*/ 938215 h 1138315"/>
                <a:gd name="connsiteX587" fmla="*/ 507146 w 2971531"/>
                <a:gd name="connsiteY587" fmla="*/ 949796 h 1138315"/>
                <a:gd name="connsiteX588" fmla="*/ 508668 w 2971531"/>
                <a:gd name="connsiteY588" fmla="*/ 939009 h 1138315"/>
                <a:gd name="connsiteX589" fmla="*/ 513301 w 2971531"/>
                <a:gd name="connsiteY589" fmla="*/ 929744 h 1138315"/>
                <a:gd name="connsiteX590" fmla="*/ 522566 w 2971531"/>
                <a:gd name="connsiteY590" fmla="*/ 921272 h 1138315"/>
                <a:gd name="connsiteX591" fmla="*/ 541064 w 2971531"/>
                <a:gd name="connsiteY591" fmla="*/ 912801 h 1138315"/>
                <a:gd name="connsiteX592" fmla="*/ 554300 w 2971531"/>
                <a:gd name="connsiteY592" fmla="*/ 908930 h 1138315"/>
                <a:gd name="connsiteX593" fmla="*/ 563565 w 2971531"/>
                <a:gd name="connsiteY593" fmla="*/ 908930 h 1138315"/>
                <a:gd name="connsiteX594" fmla="*/ 575875 w 2971531"/>
                <a:gd name="connsiteY594" fmla="*/ 908930 h 1138315"/>
                <a:gd name="connsiteX595" fmla="*/ 595928 w 2971531"/>
                <a:gd name="connsiteY595" fmla="*/ 915118 h 1138315"/>
                <a:gd name="connsiteX596" fmla="*/ 610587 w 2971531"/>
                <a:gd name="connsiteY596" fmla="*/ 927427 h 1138315"/>
                <a:gd name="connsiteX597" fmla="*/ 615186 w 2971531"/>
                <a:gd name="connsiteY597" fmla="*/ 929744 h 1138315"/>
                <a:gd name="connsiteX598" fmla="*/ 625114 w 2971531"/>
                <a:gd name="connsiteY598" fmla="*/ 929744 h 1138315"/>
                <a:gd name="connsiteX599" fmla="*/ 641328 w 2971531"/>
                <a:gd name="connsiteY599" fmla="*/ 928221 h 1138315"/>
                <a:gd name="connsiteX600" fmla="*/ 658270 w 2971531"/>
                <a:gd name="connsiteY600" fmla="*/ 922828 h 1138315"/>
                <a:gd name="connsiteX601" fmla="*/ 668198 w 2971531"/>
                <a:gd name="connsiteY601" fmla="*/ 923589 h 1138315"/>
                <a:gd name="connsiteX602" fmla="*/ 685173 w 2971531"/>
                <a:gd name="connsiteY602" fmla="*/ 924350 h 1138315"/>
                <a:gd name="connsiteX603" fmla="*/ 696722 w 2971531"/>
                <a:gd name="connsiteY603" fmla="*/ 929744 h 1138315"/>
                <a:gd name="connsiteX604" fmla="*/ 705193 w 2971531"/>
                <a:gd name="connsiteY604" fmla="*/ 935137 h 1138315"/>
                <a:gd name="connsiteX605" fmla="*/ 711381 w 2971531"/>
                <a:gd name="connsiteY605" fmla="*/ 926666 h 1138315"/>
                <a:gd name="connsiteX606" fmla="*/ 724617 w 2971531"/>
                <a:gd name="connsiteY606" fmla="*/ 932060 h 1138315"/>
                <a:gd name="connsiteX607" fmla="*/ 735438 w 2971531"/>
                <a:gd name="connsiteY607" fmla="*/ 925905 h 1138315"/>
                <a:gd name="connsiteX608" fmla="*/ 730805 w 2971531"/>
                <a:gd name="connsiteY608" fmla="*/ 913562 h 1138315"/>
                <a:gd name="connsiteX609" fmla="*/ 718462 w 2971531"/>
                <a:gd name="connsiteY609" fmla="*/ 909724 h 1138315"/>
                <a:gd name="connsiteX610" fmla="*/ 713830 w 2971531"/>
                <a:gd name="connsiteY610" fmla="*/ 900458 h 1138315"/>
                <a:gd name="connsiteX611" fmla="*/ 724617 w 2971531"/>
                <a:gd name="connsiteY611" fmla="*/ 891193 h 1138315"/>
                <a:gd name="connsiteX612" fmla="*/ 727727 w 2971531"/>
                <a:gd name="connsiteY612" fmla="*/ 878883 h 1138315"/>
                <a:gd name="connsiteX613" fmla="*/ 746225 w 2971531"/>
                <a:gd name="connsiteY613" fmla="*/ 875806 h 1138315"/>
                <a:gd name="connsiteX614" fmla="*/ 730805 w 2971531"/>
                <a:gd name="connsiteY614" fmla="*/ 868096 h 1138315"/>
                <a:gd name="connsiteX615" fmla="*/ 730044 w 2971531"/>
                <a:gd name="connsiteY615" fmla="*/ 853437 h 1138315"/>
                <a:gd name="connsiteX616" fmla="*/ 744703 w 2971531"/>
                <a:gd name="connsiteY616" fmla="*/ 852676 h 1138315"/>
                <a:gd name="connsiteX617" fmla="*/ 765517 w 2971531"/>
                <a:gd name="connsiteY617" fmla="*/ 850359 h 1138315"/>
                <a:gd name="connsiteX618" fmla="*/ 791725 w 2971531"/>
                <a:gd name="connsiteY618" fmla="*/ 844966 h 1138315"/>
                <a:gd name="connsiteX619" fmla="*/ 809461 w 2971531"/>
                <a:gd name="connsiteY619" fmla="*/ 839572 h 1138315"/>
                <a:gd name="connsiteX620" fmla="*/ 834114 w 2971531"/>
                <a:gd name="connsiteY620" fmla="*/ 834939 h 1138315"/>
                <a:gd name="connsiteX621" fmla="*/ 859560 w 2971531"/>
                <a:gd name="connsiteY621" fmla="*/ 826468 h 1138315"/>
                <a:gd name="connsiteX622" fmla="*/ 881135 w 2971531"/>
                <a:gd name="connsiteY622" fmla="*/ 821438 h 1138315"/>
                <a:gd name="connsiteX623" fmla="*/ 894636 w 2971531"/>
                <a:gd name="connsiteY623" fmla="*/ 823357 h 1138315"/>
                <a:gd name="connsiteX624" fmla="*/ 905821 w 2971531"/>
                <a:gd name="connsiteY624" fmla="*/ 830307 h 1138315"/>
                <a:gd name="connsiteX625" fmla="*/ 908898 w 2971531"/>
                <a:gd name="connsiteY625" fmla="*/ 842649 h 1138315"/>
                <a:gd name="connsiteX626" fmla="*/ 906979 w 2971531"/>
                <a:gd name="connsiteY626" fmla="*/ 849962 h 1138315"/>
                <a:gd name="connsiteX627" fmla="*/ 922763 w 2971531"/>
                <a:gd name="connsiteY627" fmla="*/ 847282 h 1138315"/>
                <a:gd name="connsiteX628" fmla="*/ 929381 w 2971531"/>
                <a:gd name="connsiteY628" fmla="*/ 851518 h 1138315"/>
                <a:gd name="connsiteX629" fmla="*/ 934411 w 2971531"/>
                <a:gd name="connsiteY629" fmla="*/ 852676 h 1138315"/>
                <a:gd name="connsiteX630" fmla="*/ 942485 w 2971531"/>
                <a:gd name="connsiteY630" fmla="*/ 853834 h 1138315"/>
                <a:gd name="connsiteX631" fmla="*/ 951751 w 2971531"/>
                <a:gd name="connsiteY631" fmla="*/ 854992 h 1138315"/>
                <a:gd name="connsiteX632" fmla="*/ 945596 w 2971531"/>
                <a:gd name="connsiteY632" fmla="*/ 866144 h 1138315"/>
                <a:gd name="connsiteX633" fmla="*/ 958832 w 2971531"/>
                <a:gd name="connsiteY633" fmla="*/ 863066 h 1138315"/>
                <a:gd name="connsiteX634" fmla="*/ 977727 w 2971531"/>
                <a:gd name="connsiteY634" fmla="*/ 855356 h 1138315"/>
                <a:gd name="connsiteX635" fmla="*/ 993511 w 2971531"/>
                <a:gd name="connsiteY635" fmla="*/ 846488 h 1138315"/>
                <a:gd name="connsiteX636" fmla="*/ 1005093 w 2971531"/>
                <a:gd name="connsiteY636" fmla="*/ 847646 h 1138315"/>
                <a:gd name="connsiteX637" fmla="*/ 1010089 w 2971531"/>
                <a:gd name="connsiteY637" fmla="*/ 860882 h 1138315"/>
                <a:gd name="connsiteX638" fmla="*/ 1042088 w 2971531"/>
                <a:gd name="connsiteY638" fmla="*/ 898672 h 1138315"/>
                <a:gd name="connsiteX639" fmla="*/ 1060189 w 2971531"/>
                <a:gd name="connsiteY639" fmla="*/ 929876 h 1138315"/>
                <a:gd name="connsiteX640" fmla="*/ 1070116 w 2971531"/>
                <a:gd name="connsiteY640" fmla="*/ 918725 h 1138315"/>
                <a:gd name="connsiteX641" fmla="*/ 1083616 w 2971531"/>
                <a:gd name="connsiteY641" fmla="*/ 928354 h 1138315"/>
                <a:gd name="connsiteX642" fmla="*/ 1100592 w 2971531"/>
                <a:gd name="connsiteY642" fmla="*/ 931034 h 1138315"/>
                <a:gd name="connsiteX643" fmla="*/ 1117931 w 2971531"/>
                <a:gd name="connsiteY643" fmla="*/ 926037 h 1138315"/>
                <a:gd name="connsiteX644" fmla="*/ 1129116 w 2971531"/>
                <a:gd name="connsiteY644" fmla="*/ 935270 h 1138315"/>
                <a:gd name="connsiteX645" fmla="*/ 1139904 w 2971531"/>
                <a:gd name="connsiteY645" fmla="*/ 944138 h 1138315"/>
                <a:gd name="connsiteX646" fmla="*/ 1143643 w 2971531"/>
                <a:gd name="connsiteY646" fmla="*/ 950756 h 1138315"/>
                <a:gd name="connsiteX647" fmla="*/ 1152346 w 2971531"/>
                <a:gd name="connsiteY647" fmla="*/ 957970 h 1138315"/>
                <a:gd name="connsiteX648" fmla="*/ 1166243 w 2971531"/>
                <a:gd name="connsiteY648" fmla="*/ 955389 h 1138315"/>
                <a:gd name="connsiteX649" fmla="*/ 1172398 w 2971531"/>
                <a:gd name="connsiteY649" fmla="*/ 955918 h 1138315"/>
                <a:gd name="connsiteX650" fmla="*/ 1180638 w 2971531"/>
                <a:gd name="connsiteY650" fmla="*/ 965151 h 1138315"/>
                <a:gd name="connsiteX651" fmla="*/ 1190565 w 2971531"/>
                <a:gd name="connsiteY651" fmla="*/ 965151 h 1138315"/>
                <a:gd name="connsiteX652" fmla="*/ 1202379 w 2971531"/>
                <a:gd name="connsiteY652" fmla="*/ 960518 h 1138315"/>
                <a:gd name="connsiteX653" fmla="*/ 1218328 w 2971531"/>
                <a:gd name="connsiteY653" fmla="*/ 953337 h 1138315"/>
                <a:gd name="connsiteX654" fmla="*/ 1231564 w 2971531"/>
                <a:gd name="connsiteY654" fmla="*/ 945627 h 1138315"/>
                <a:gd name="connsiteX655" fmla="*/ 1242848 w 2971531"/>
                <a:gd name="connsiteY655" fmla="*/ 937917 h 1138315"/>
                <a:gd name="connsiteX656" fmla="*/ 1254694 w 2971531"/>
                <a:gd name="connsiteY656" fmla="*/ 932788 h 1138315"/>
                <a:gd name="connsiteX657" fmla="*/ 1267004 w 2971531"/>
                <a:gd name="connsiteY657" fmla="*/ 930703 h 1138315"/>
                <a:gd name="connsiteX658" fmla="*/ 1291160 w 2971531"/>
                <a:gd name="connsiteY658" fmla="*/ 934840 h 1138315"/>
                <a:gd name="connsiteX659" fmla="*/ 1296819 w 2971531"/>
                <a:gd name="connsiteY659" fmla="*/ 944601 h 1138315"/>
                <a:gd name="connsiteX660" fmla="*/ 1311213 w 2971531"/>
                <a:gd name="connsiteY660" fmla="*/ 950260 h 1138315"/>
                <a:gd name="connsiteX661" fmla="*/ 1325078 w 2971531"/>
                <a:gd name="connsiteY661" fmla="*/ 949201 h 1138315"/>
                <a:gd name="connsiteX662" fmla="*/ 1337421 w 2971531"/>
                <a:gd name="connsiteY662" fmla="*/ 952808 h 1138315"/>
                <a:gd name="connsiteX663" fmla="*/ 1351816 w 2971531"/>
                <a:gd name="connsiteY663" fmla="*/ 945627 h 1138315"/>
                <a:gd name="connsiteX664" fmla="*/ 1352312 w 2971531"/>
                <a:gd name="connsiteY664" fmla="*/ 935336 h 1138315"/>
                <a:gd name="connsiteX665" fmla="*/ 1346157 w 2971531"/>
                <a:gd name="connsiteY665" fmla="*/ 920942 h 1138315"/>
                <a:gd name="connsiteX666" fmla="*/ 1353371 w 2971531"/>
                <a:gd name="connsiteY666" fmla="*/ 912239 h 1138315"/>
                <a:gd name="connsiteX667" fmla="*/ 1362603 w 2971531"/>
                <a:gd name="connsiteY667" fmla="*/ 906051 h 1138315"/>
                <a:gd name="connsiteX668" fmla="*/ 1368791 w 2971531"/>
                <a:gd name="connsiteY668" fmla="*/ 900392 h 1138315"/>
                <a:gd name="connsiteX669" fmla="*/ 1381630 w 2971531"/>
                <a:gd name="connsiteY669" fmla="*/ 905554 h 1138315"/>
                <a:gd name="connsiteX670" fmla="*/ 1392418 w 2971531"/>
                <a:gd name="connsiteY670" fmla="*/ 908102 h 1138315"/>
                <a:gd name="connsiteX671" fmla="*/ 1405257 w 2971531"/>
                <a:gd name="connsiteY671" fmla="*/ 913264 h 1138315"/>
                <a:gd name="connsiteX672" fmla="*/ 1422232 w 2971531"/>
                <a:gd name="connsiteY672" fmla="*/ 918394 h 1138315"/>
                <a:gd name="connsiteX673" fmla="*/ 1424284 w 2971531"/>
                <a:gd name="connsiteY673" fmla="*/ 933317 h 1138315"/>
                <a:gd name="connsiteX674" fmla="*/ 1435071 w 2971531"/>
                <a:gd name="connsiteY674" fmla="*/ 941524 h 1138315"/>
                <a:gd name="connsiteX675" fmla="*/ 1450525 w 2971531"/>
                <a:gd name="connsiteY675" fmla="*/ 946123 h 1138315"/>
                <a:gd name="connsiteX676" fmla="*/ 1462834 w 2971531"/>
                <a:gd name="connsiteY676" fmla="*/ 939969 h 1138315"/>
                <a:gd name="connsiteX677" fmla="*/ 1478784 w 2971531"/>
                <a:gd name="connsiteY677" fmla="*/ 937917 h 1138315"/>
                <a:gd name="connsiteX678" fmla="*/ 1494700 w 2971531"/>
                <a:gd name="connsiteY678" fmla="*/ 941524 h 1138315"/>
                <a:gd name="connsiteX679" fmla="*/ 1507937 w 2971531"/>
                <a:gd name="connsiteY679" fmla="*/ 945131 h 1138315"/>
                <a:gd name="connsiteX680" fmla="*/ 1522331 w 2971531"/>
                <a:gd name="connsiteY680" fmla="*/ 951749 h 1138315"/>
                <a:gd name="connsiteX681" fmla="*/ 1531563 w 2971531"/>
                <a:gd name="connsiteY681" fmla="*/ 961477 h 1138315"/>
                <a:gd name="connsiteX682" fmla="*/ 1553668 w 2971531"/>
                <a:gd name="connsiteY682" fmla="*/ 965614 h 1138315"/>
                <a:gd name="connsiteX683" fmla="*/ 1576831 w 2971531"/>
                <a:gd name="connsiteY683" fmla="*/ 965614 h 1138315"/>
                <a:gd name="connsiteX684" fmla="*/ 1599432 w 2971531"/>
                <a:gd name="connsiteY684" fmla="*/ 959955 h 1138315"/>
                <a:gd name="connsiteX685" fmla="*/ 1613330 w 2971531"/>
                <a:gd name="connsiteY685" fmla="*/ 954826 h 1138315"/>
                <a:gd name="connsiteX686" fmla="*/ 1627195 w 2971531"/>
                <a:gd name="connsiteY686" fmla="*/ 945561 h 1138315"/>
                <a:gd name="connsiteX687" fmla="*/ 1648803 w 2971531"/>
                <a:gd name="connsiteY687" fmla="*/ 946587 h 1138315"/>
                <a:gd name="connsiteX688" fmla="*/ 1663694 w 2971531"/>
                <a:gd name="connsiteY688" fmla="*/ 949664 h 1138315"/>
                <a:gd name="connsiteX689" fmla="*/ 1680239 w 2971531"/>
                <a:gd name="connsiteY689" fmla="*/ 953800 h 1138315"/>
                <a:gd name="connsiteX690" fmla="*/ 1697215 w 2971531"/>
                <a:gd name="connsiteY690" fmla="*/ 958400 h 1138315"/>
                <a:gd name="connsiteX691" fmla="*/ 1713760 w 2971531"/>
                <a:gd name="connsiteY691" fmla="*/ 949664 h 1138315"/>
                <a:gd name="connsiteX692" fmla="*/ 1721470 w 2971531"/>
                <a:gd name="connsiteY692" fmla="*/ 941954 h 1138315"/>
                <a:gd name="connsiteX693" fmla="*/ 1729676 w 2971531"/>
                <a:gd name="connsiteY693" fmla="*/ 923986 h 1138315"/>
                <a:gd name="connsiteX694" fmla="*/ 1740464 w 2971531"/>
                <a:gd name="connsiteY694" fmla="*/ 907441 h 1138315"/>
                <a:gd name="connsiteX695" fmla="*/ 1748174 w 2971531"/>
                <a:gd name="connsiteY695" fmla="*/ 898705 h 1138315"/>
                <a:gd name="connsiteX696" fmla="*/ 1743045 w 2971531"/>
                <a:gd name="connsiteY696" fmla="*/ 886362 h 1138315"/>
                <a:gd name="connsiteX697" fmla="*/ 1741523 w 2971531"/>
                <a:gd name="connsiteY697" fmla="*/ 877097 h 1138315"/>
                <a:gd name="connsiteX698" fmla="*/ 1763627 w 2971531"/>
                <a:gd name="connsiteY698" fmla="*/ 869916 h 1138315"/>
                <a:gd name="connsiteX699" fmla="*/ 1789306 w 2971531"/>
                <a:gd name="connsiteY699" fmla="*/ 867864 h 1138315"/>
                <a:gd name="connsiteX700" fmla="*/ 1808829 w 2971531"/>
                <a:gd name="connsiteY700" fmla="*/ 870942 h 1138315"/>
                <a:gd name="connsiteX701" fmla="*/ 1829908 w 2971531"/>
                <a:gd name="connsiteY701" fmla="*/ 877097 h 1138315"/>
                <a:gd name="connsiteX702" fmla="*/ 1841225 w 2971531"/>
                <a:gd name="connsiteY702" fmla="*/ 889969 h 1138315"/>
                <a:gd name="connsiteX703" fmla="*/ 1849431 w 2971531"/>
                <a:gd name="connsiteY703" fmla="*/ 905885 h 1138315"/>
                <a:gd name="connsiteX704" fmla="*/ 1859722 w 2971531"/>
                <a:gd name="connsiteY704" fmla="*/ 926435 h 1138315"/>
                <a:gd name="connsiteX705" fmla="*/ 1868458 w 2971531"/>
                <a:gd name="connsiteY705" fmla="*/ 947513 h 1138315"/>
                <a:gd name="connsiteX706" fmla="*/ 1875076 w 2971531"/>
                <a:gd name="connsiteY706" fmla="*/ 957275 h 1138315"/>
                <a:gd name="connsiteX707" fmla="*/ 1892052 w 2971531"/>
                <a:gd name="connsiteY707" fmla="*/ 963463 h 1138315"/>
                <a:gd name="connsiteX708" fmla="*/ 1909523 w 2971531"/>
                <a:gd name="connsiteY708" fmla="*/ 971140 h 1138315"/>
                <a:gd name="connsiteX709" fmla="*/ 1921866 w 2971531"/>
                <a:gd name="connsiteY709" fmla="*/ 979413 h 1138315"/>
                <a:gd name="connsiteX710" fmla="*/ 1925473 w 2971531"/>
                <a:gd name="connsiteY710" fmla="*/ 994270 h 1138315"/>
                <a:gd name="connsiteX711" fmla="*/ 1942449 w 2971531"/>
                <a:gd name="connsiteY711" fmla="*/ 1000888 h 1138315"/>
                <a:gd name="connsiteX712" fmla="*/ 1957836 w 2971531"/>
                <a:gd name="connsiteY712" fmla="*/ 997248 h 1138315"/>
                <a:gd name="connsiteX713" fmla="*/ 1974811 w 2971531"/>
                <a:gd name="connsiteY713" fmla="*/ 991094 h 1138315"/>
                <a:gd name="connsiteX714" fmla="*/ 1988709 w 2971531"/>
                <a:gd name="connsiteY714" fmla="*/ 994700 h 1138315"/>
                <a:gd name="connsiteX715" fmla="*/ 1989206 w 2971531"/>
                <a:gd name="connsiteY715" fmla="*/ 1009095 h 1138315"/>
                <a:gd name="connsiteX716" fmla="*/ 1979940 w 2971531"/>
                <a:gd name="connsiteY716" fmla="*/ 1031199 h 1138315"/>
                <a:gd name="connsiteX717" fmla="*/ 1969682 w 2971531"/>
                <a:gd name="connsiteY717" fmla="*/ 1044435 h 1138315"/>
                <a:gd name="connsiteX718" fmla="*/ 1961443 w 2971531"/>
                <a:gd name="connsiteY718" fmla="*/ 1055752 h 1138315"/>
                <a:gd name="connsiteX719" fmla="*/ 1946022 w 2971531"/>
                <a:gd name="connsiteY719" fmla="*/ 1055752 h 1138315"/>
                <a:gd name="connsiteX720" fmla="*/ 1931661 w 2971531"/>
                <a:gd name="connsiteY720" fmla="*/ 1062371 h 1138315"/>
                <a:gd name="connsiteX721" fmla="*/ 1929047 w 2971531"/>
                <a:gd name="connsiteY721" fmla="*/ 1074713 h 1138315"/>
                <a:gd name="connsiteX722" fmla="*/ 1930106 w 2971531"/>
                <a:gd name="connsiteY722" fmla="*/ 1089108 h 1138315"/>
                <a:gd name="connsiteX723" fmla="*/ 1931330 w 2971531"/>
                <a:gd name="connsiteY723" fmla="*/ 1105653 h 1138315"/>
                <a:gd name="connsiteX724" fmla="*/ 1945791 w 2971531"/>
                <a:gd name="connsiteY724" fmla="*/ 1097744 h 1138315"/>
                <a:gd name="connsiteX725" fmla="*/ 1965645 w 2971531"/>
                <a:gd name="connsiteY725" fmla="*/ 1109061 h 1138315"/>
                <a:gd name="connsiteX726" fmla="*/ 2005751 w 2971531"/>
                <a:gd name="connsiteY726" fmla="*/ 1083879 h 1138315"/>
                <a:gd name="connsiteX727" fmla="*/ 2034010 w 2971531"/>
                <a:gd name="connsiteY727" fmla="*/ 1052543 h 1138315"/>
                <a:gd name="connsiteX728" fmla="*/ 2059457 w 2971531"/>
                <a:gd name="connsiteY728" fmla="*/ 1018360 h 1138315"/>
                <a:gd name="connsiteX729" fmla="*/ 2077954 w 2971531"/>
                <a:gd name="connsiteY729" fmla="*/ 993708 h 1138315"/>
                <a:gd name="connsiteX730" fmla="*/ 2088742 w 2971531"/>
                <a:gd name="connsiteY730" fmla="*/ 975971 h 1138315"/>
                <a:gd name="connsiteX731" fmla="*/ 2096220 w 2971531"/>
                <a:gd name="connsiteY731" fmla="*/ 930207 h 1138315"/>
                <a:gd name="connsiteX732" fmla="*/ 2099530 w 2971531"/>
                <a:gd name="connsiteY732" fmla="*/ 919453 h 1138315"/>
                <a:gd name="connsiteX733" fmla="*/ 2105949 w 2971531"/>
                <a:gd name="connsiteY733" fmla="*/ 907110 h 1138315"/>
                <a:gd name="connsiteX734" fmla="*/ 2108795 w 2971531"/>
                <a:gd name="connsiteY734" fmla="*/ 895528 h 1138315"/>
                <a:gd name="connsiteX735" fmla="*/ 2107769 w 2971531"/>
                <a:gd name="connsiteY735" fmla="*/ 882292 h 1138315"/>
                <a:gd name="connsiteX736" fmla="*/ 2109821 w 2971531"/>
                <a:gd name="connsiteY736" fmla="*/ 877163 h 1138315"/>
                <a:gd name="connsiteX737" fmla="*/ 2103401 w 2971531"/>
                <a:gd name="connsiteY737" fmla="*/ 868692 h 1138315"/>
                <a:gd name="connsiteX738" fmla="*/ 2092845 w 2971531"/>
                <a:gd name="connsiteY738" fmla="*/ 859956 h 1138315"/>
                <a:gd name="connsiteX739" fmla="*/ 2079245 w 2971531"/>
                <a:gd name="connsiteY739" fmla="*/ 849664 h 1138315"/>
                <a:gd name="connsiteX740" fmla="*/ 2064321 w 2971531"/>
                <a:gd name="connsiteY740" fmla="*/ 850194 h 1138315"/>
                <a:gd name="connsiteX741" fmla="*/ 2061012 w 2971531"/>
                <a:gd name="connsiteY741" fmla="*/ 856084 h 1138315"/>
                <a:gd name="connsiteX742" fmla="*/ 2053534 w 2971531"/>
                <a:gd name="connsiteY742" fmla="*/ 862702 h 1138315"/>
                <a:gd name="connsiteX743" fmla="*/ 2043606 w 2971531"/>
                <a:gd name="connsiteY743" fmla="*/ 863463 h 1138315"/>
                <a:gd name="connsiteX744" fmla="*/ 2042845 w 2971531"/>
                <a:gd name="connsiteY744" fmla="*/ 853205 h 1138315"/>
                <a:gd name="connsiteX745" fmla="*/ 2042316 w 2971531"/>
                <a:gd name="connsiteY745" fmla="*/ 846256 h 1138315"/>
                <a:gd name="connsiteX746" fmla="*/ 2031528 w 2971531"/>
                <a:gd name="connsiteY746" fmla="*/ 858599 h 1138315"/>
                <a:gd name="connsiteX747" fmla="*/ 2029477 w 2971531"/>
                <a:gd name="connsiteY747" fmla="*/ 840862 h 1138315"/>
                <a:gd name="connsiteX748" fmla="*/ 2009622 w 2971531"/>
                <a:gd name="connsiteY748" fmla="*/ 840366 h 1138315"/>
                <a:gd name="connsiteX749" fmla="*/ 2010383 w 2971531"/>
                <a:gd name="connsiteY749" fmla="*/ 827494 h 1138315"/>
                <a:gd name="connsiteX750" fmla="*/ 2021965 w 2971531"/>
                <a:gd name="connsiteY750" fmla="*/ 816706 h 1138315"/>
                <a:gd name="connsiteX751" fmla="*/ 2044301 w 2971531"/>
                <a:gd name="connsiteY751" fmla="*/ 803470 h 1138315"/>
                <a:gd name="connsiteX752" fmla="*/ 2053831 w 2971531"/>
                <a:gd name="connsiteY752" fmla="*/ 790896 h 1138315"/>
                <a:gd name="connsiteX753" fmla="*/ 2078749 w 2971531"/>
                <a:gd name="connsiteY753" fmla="*/ 772133 h 1138315"/>
                <a:gd name="connsiteX754" fmla="*/ 2097776 w 2971531"/>
                <a:gd name="connsiteY754" fmla="*/ 752610 h 1138315"/>
                <a:gd name="connsiteX755" fmla="*/ 2117035 w 2971531"/>
                <a:gd name="connsiteY755" fmla="*/ 736429 h 1138315"/>
                <a:gd name="connsiteX756" fmla="*/ 2149662 w 2971531"/>
                <a:gd name="connsiteY756" fmla="*/ 719453 h 1138315"/>
                <a:gd name="connsiteX757" fmla="*/ 2187451 w 2971531"/>
                <a:gd name="connsiteY757" fmla="*/ 724086 h 1138315"/>
                <a:gd name="connsiteX758" fmla="*/ 2194907 w 2971531"/>
                <a:gd name="connsiteY758" fmla="*/ 725460 h 1138315"/>
                <a:gd name="connsiteX759" fmla="*/ 2196452 w 2971531"/>
                <a:gd name="connsiteY759" fmla="*/ 723821 h 1138315"/>
                <a:gd name="connsiteX760" fmla="*/ 2212633 w 2971531"/>
                <a:gd name="connsiteY760" fmla="*/ 723556 h 1138315"/>
                <a:gd name="connsiteX761" fmla="*/ 2229178 w 2971531"/>
                <a:gd name="connsiteY761" fmla="*/ 721240 h 1138315"/>
                <a:gd name="connsiteX762" fmla="*/ 2243573 w 2971531"/>
                <a:gd name="connsiteY762" fmla="*/ 717137 h 1138315"/>
                <a:gd name="connsiteX763" fmla="*/ 2267994 w 2971531"/>
                <a:gd name="connsiteY763" fmla="*/ 714324 h 1138315"/>
                <a:gd name="connsiteX764" fmla="*/ 2281230 w 2971531"/>
                <a:gd name="connsiteY764" fmla="*/ 716872 h 1138315"/>
                <a:gd name="connsiteX765" fmla="*/ 2293308 w 2971531"/>
                <a:gd name="connsiteY765" fmla="*/ 723060 h 1138315"/>
                <a:gd name="connsiteX766" fmla="*/ 2290197 w 2971531"/>
                <a:gd name="connsiteY766" fmla="*/ 728454 h 1138315"/>
                <a:gd name="connsiteX767" fmla="*/ 2284572 w 2971531"/>
                <a:gd name="connsiteY767" fmla="*/ 734377 h 1138315"/>
                <a:gd name="connsiteX768" fmla="*/ 2302044 w 2971531"/>
                <a:gd name="connsiteY768" fmla="*/ 731796 h 1138315"/>
                <a:gd name="connsiteX769" fmla="*/ 2320277 w 2971531"/>
                <a:gd name="connsiteY769" fmla="*/ 728718 h 1138315"/>
                <a:gd name="connsiteX770" fmla="*/ 2332619 w 2971531"/>
                <a:gd name="connsiteY770" fmla="*/ 728454 h 1138315"/>
                <a:gd name="connsiteX771" fmla="*/ 2350621 w 2971531"/>
                <a:gd name="connsiteY771" fmla="*/ 724086 h 1138315"/>
                <a:gd name="connsiteX772" fmla="*/ 2343672 w 2971531"/>
                <a:gd name="connsiteY772" fmla="*/ 718692 h 1138315"/>
                <a:gd name="connsiteX773" fmla="*/ 2342381 w 2971531"/>
                <a:gd name="connsiteY773" fmla="*/ 704033 h 1138315"/>
                <a:gd name="connsiteX774" fmla="*/ 2367828 w 2971531"/>
                <a:gd name="connsiteY774" fmla="*/ 681432 h 1138315"/>
                <a:gd name="connsiteX775" fmla="*/ 2380667 w 2971531"/>
                <a:gd name="connsiteY775" fmla="*/ 673954 h 1138315"/>
                <a:gd name="connsiteX776" fmla="*/ 2389932 w 2971531"/>
                <a:gd name="connsiteY776" fmla="*/ 658037 h 1138315"/>
                <a:gd name="connsiteX777" fmla="*/ 2418456 w 2971531"/>
                <a:gd name="connsiteY777" fmla="*/ 655456 h 1138315"/>
                <a:gd name="connsiteX778" fmla="*/ 2430038 w 2971531"/>
                <a:gd name="connsiteY778" fmla="*/ 660353 h 1138315"/>
                <a:gd name="connsiteX779" fmla="*/ 2442612 w 2971531"/>
                <a:gd name="connsiteY779" fmla="*/ 655456 h 1138315"/>
                <a:gd name="connsiteX780" fmla="*/ 2434141 w 2971531"/>
                <a:gd name="connsiteY780" fmla="*/ 671637 h 1138315"/>
                <a:gd name="connsiteX781" fmla="*/ 2444068 w 2971531"/>
                <a:gd name="connsiteY781" fmla="*/ 678255 h 1138315"/>
                <a:gd name="connsiteX782" fmla="*/ 2439436 w 2971531"/>
                <a:gd name="connsiteY782" fmla="*/ 685436 h 1138315"/>
                <a:gd name="connsiteX783" fmla="*/ 2460514 w 2971531"/>
                <a:gd name="connsiteY783" fmla="*/ 676204 h 1138315"/>
                <a:gd name="connsiteX784" fmla="*/ 2489303 w 2971531"/>
                <a:gd name="connsiteY784" fmla="*/ 662571 h 1138315"/>
                <a:gd name="connsiteX785" fmla="*/ 2492877 w 2971531"/>
                <a:gd name="connsiteY785" fmla="*/ 645628 h 1138315"/>
                <a:gd name="connsiteX786" fmla="*/ 2522658 w 2971531"/>
                <a:gd name="connsiteY786" fmla="*/ 635072 h 1138315"/>
                <a:gd name="connsiteX787" fmla="*/ 2522394 w 2971531"/>
                <a:gd name="connsiteY787" fmla="*/ 639175 h 1138315"/>
                <a:gd name="connsiteX788" fmla="*/ 2509158 w 2971531"/>
                <a:gd name="connsiteY788" fmla="*/ 652412 h 1138315"/>
                <a:gd name="connsiteX789" fmla="*/ 2506345 w 2971531"/>
                <a:gd name="connsiteY789" fmla="*/ 667336 h 1138315"/>
                <a:gd name="connsiteX790" fmla="*/ 2501216 w 2971531"/>
                <a:gd name="connsiteY790" fmla="*/ 675046 h 1138315"/>
                <a:gd name="connsiteX791" fmla="*/ 2496054 w 2971531"/>
                <a:gd name="connsiteY791" fmla="*/ 682987 h 1138315"/>
                <a:gd name="connsiteX792" fmla="*/ 2473188 w 2971531"/>
                <a:gd name="connsiteY792" fmla="*/ 692914 h 1138315"/>
                <a:gd name="connsiteX793" fmla="*/ 2459059 w 2971531"/>
                <a:gd name="connsiteY793" fmla="*/ 708599 h 1138315"/>
                <a:gd name="connsiteX794" fmla="*/ 2426927 w 2971531"/>
                <a:gd name="connsiteY794" fmla="*/ 738149 h 1138315"/>
                <a:gd name="connsiteX795" fmla="*/ 2398403 w 2971531"/>
                <a:gd name="connsiteY795" fmla="*/ 757673 h 1138315"/>
                <a:gd name="connsiteX796" fmla="*/ 2382222 w 2971531"/>
                <a:gd name="connsiteY796" fmla="*/ 760982 h 1138315"/>
                <a:gd name="connsiteX797" fmla="*/ 2376299 w 2971531"/>
                <a:gd name="connsiteY797" fmla="*/ 782060 h 1138315"/>
                <a:gd name="connsiteX798" fmla="*/ 2360382 w 2971531"/>
                <a:gd name="connsiteY798" fmla="*/ 821769 h 1138315"/>
                <a:gd name="connsiteX799" fmla="*/ 2369879 w 2971531"/>
                <a:gd name="connsiteY799" fmla="*/ 886031 h 1138315"/>
                <a:gd name="connsiteX800" fmla="*/ 2375273 w 2971531"/>
                <a:gd name="connsiteY800" fmla="*/ 915581 h 1138315"/>
                <a:gd name="connsiteX801" fmla="*/ 2379906 w 2971531"/>
                <a:gd name="connsiteY801" fmla="*/ 928155 h 1138315"/>
                <a:gd name="connsiteX802" fmla="*/ 2398139 w 2971531"/>
                <a:gd name="connsiteY802" fmla="*/ 912470 h 1138315"/>
                <a:gd name="connsiteX803" fmla="*/ 2406875 w 2971531"/>
                <a:gd name="connsiteY803" fmla="*/ 902543 h 1138315"/>
                <a:gd name="connsiteX804" fmla="*/ 2410746 w 2971531"/>
                <a:gd name="connsiteY804" fmla="*/ 884807 h 1138315"/>
                <a:gd name="connsiteX805" fmla="*/ 2422560 w 2971531"/>
                <a:gd name="connsiteY805" fmla="*/ 876832 h 1138315"/>
                <a:gd name="connsiteX806" fmla="*/ 2435432 w 2971531"/>
                <a:gd name="connsiteY806" fmla="*/ 874251 h 1138315"/>
                <a:gd name="connsiteX807" fmla="*/ 2433877 w 2971531"/>
                <a:gd name="connsiteY807" fmla="*/ 859625 h 1138315"/>
                <a:gd name="connsiteX808" fmla="*/ 2450422 w 2971531"/>
                <a:gd name="connsiteY808" fmla="*/ 843675 h 1138315"/>
                <a:gd name="connsiteX809" fmla="*/ 2471236 w 2971531"/>
                <a:gd name="connsiteY809" fmla="*/ 840101 h 1138315"/>
                <a:gd name="connsiteX810" fmla="*/ 2468125 w 2971531"/>
                <a:gd name="connsiteY810" fmla="*/ 822894 h 1138315"/>
                <a:gd name="connsiteX811" fmla="*/ 2480468 w 2971531"/>
                <a:gd name="connsiteY811" fmla="*/ 801782 h 1138315"/>
                <a:gd name="connsiteX812" fmla="*/ 2493704 w 2971531"/>
                <a:gd name="connsiteY812" fmla="*/ 801021 h 1138315"/>
                <a:gd name="connsiteX813" fmla="*/ 2485498 w 2971531"/>
                <a:gd name="connsiteY813" fmla="*/ 789473 h 1138315"/>
                <a:gd name="connsiteX814" fmla="*/ 2489071 w 2971531"/>
                <a:gd name="connsiteY814" fmla="*/ 769949 h 1138315"/>
                <a:gd name="connsiteX815" fmla="*/ 2488575 w 2971531"/>
                <a:gd name="connsiteY815" fmla="*/ 760684 h 1138315"/>
                <a:gd name="connsiteX816" fmla="*/ 2477523 w 2971531"/>
                <a:gd name="connsiteY816" fmla="*/ 761478 h 1138315"/>
                <a:gd name="connsiteX817" fmla="*/ 2475471 w 2971531"/>
                <a:gd name="connsiteY817" fmla="*/ 743477 h 1138315"/>
                <a:gd name="connsiteX818" fmla="*/ 2490097 w 2971531"/>
                <a:gd name="connsiteY818" fmla="*/ 728057 h 1138315"/>
                <a:gd name="connsiteX819" fmla="*/ 2503334 w 2971531"/>
                <a:gd name="connsiteY819" fmla="*/ 706217 h 1138315"/>
                <a:gd name="connsiteX820" fmla="*/ 2518522 w 2971531"/>
                <a:gd name="connsiteY820" fmla="*/ 705456 h 1138315"/>
                <a:gd name="connsiteX821" fmla="*/ 2525140 w 2971531"/>
                <a:gd name="connsiteY821" fmla="*/ 708533 h 1138315"/>
                <a:gd name="connsiteX822" fmla="*/ 2542645 w 2971531"/>
                <a:gd name="connsiteY822" fmla="*/ 691988 h 1138315"/>
                <a:gd name="connsiteX823" fmla="*/ 2546219 w 2971531"/>
                <a:gd name="connsiteY823" fmla="*/ 707143 h 1138315"/>
                <a:gd name="connsiteX824" fmla="*/ 2562433 w 2971531"/>
                <a:gd name="connsiteY824" fmla="*/ 697911 h 1138315"/>
                <a:gd name="connsiteX825" fmla="*/ 2605848 w 2971531"/>
                <a:gd name="connsiteY825" fmla="*/ 694602 h 1138315"/>
                <a:gd name="connsiteX826" fmla="*/ 2618687 w 2971531"/>
                <a:gd name="connsiteY826" fmla="*/ 705654 h 1138315"/>
                <a:gd name="connsiteX827" fmla="*/ 2625901 w 2971531"/>
                <a:gd name="connsiteY827" fmla="*/ 695363 h 1138315"/>
                <a:gd name="connsiteX828" fmla="*/ 2651083 w 2971531"/>
                <a:gd name="connsiteY828" fmla="*/ 681234 h 1138315"/>
                <a:gd name="connsiteX829" fmla="*/ 2661374 w 2971531"/>
                <a:gd name="connsiteY829" fmla="*/ 674318 h 1138315"/>
                <a:gd name="connsiteX830" fmla="*/ 2671301 w 2971531"/>
                <a:gd name="connsiteY830" fmla="*/ 667699 h 1138315"/>
                <a:gd name="connsiteX831" fmla="*/ 2700620 w 2971531"/>
                <a:gd name="connsiteY831" fmla="*/ 654463 h 1138315"/>
                <a:gd name="connsiteX832" fmla="*/ 2737019 w 2971531"/>
                <a:gd name="connsiteY832" fmla="*/ 636760 h 1138315"/>
                <a:gd name="connsiteX833" fmla="*/ 2743935 w 2971531"/>
                <a:gd name="connsiteY833" fmla="*/ 635205 h 1138315"/>
                <a:gd name="connsiteX834" fmla="*/ 2759355 w 2971531"/>
                <a:gd name="connsiteY834" fmla="*/ 639043 h 1138315"/>
                <a:gd name="connsiteX835" fmla="*/ 2778382 w 2971531"/>
                <a:gd name="connsiteY835" fmla="*/ 637521 h 1138315"/>
                <a:gd name="connsiteX836" fmla="*/ 2777853 w 2971531"/>
                <a:gd name="connsiteY836" fmla="*/ 623391 h 1138315"/>
                <a:gd name="connsiteX837" fmla="*/ 2767926 w 2971531"/>
                <a:gd name="connsiteY837" fmla="*/ 607475 h 1138315"/>
                <a:gd name="connsiteX838" fmla="*/ 2756112 w 2971531"/>
                <a:gd name="connsiteY838" fmla="*/ 590499 h 1138315"/>
                <a:gd name="connsiteX839" fmla="*/ 2745821 w 2971531"/>
                <a:gd name="connsiteY839" fmla="*/ 584080 h 1138315"/>
                <a:gd name="connsiteX840" fmla="*/ 2740427 w 2971531"/>
                <a:gd name="connsiteY840" fmla="*/ 578156 h 1138315"/>
                <a:gd name="connsiteX841" fmla="*/ 2725768 w 2971531"/>
                <a:gd name="connsiteY841" fmla="*/ 575079 h 1138315"/>
                <a:gd name="connsiteX842" fmla="*/ 2742975 w 2971531"/>
                <a:gd name="connsiteY842" fmla="*/ 570215 h 1138315"/>
                <a:gd name="connsiteX843" fmla="*/ 2752241 w 2971531"/>
                <a:gd name="connsiteY843" fmla="*/ 578686 h 1138315"/>
                <a:gd name="connsiteX844" fmla="*/ 2772095 w 2971531"/>
                <a:gd name="connsiteY844" fmla="*/ 577395 h 1138315"/>
                <a:gd name="connsiteX845" fmla="*/ 2795258 w 2971531"/>
                <a:gd name="connsiteY845" fmla="*/ 565582 h 1138315"/>
                <a:gd name="connsiteX846" fmla="*/ 2800156 w 2971531"/>
                <a:gd name="connsiteY846" fmla="*/ 556581 h 1138315"/>
                <a:gd name="connsiteX847" fmla="*/ 2797045 w 2971531"/>
                <a:gd name="connsiteY847" fmla="*/ 546323 h 1138315"/>
                <a:gd name="connsiteX848" fmla="*/ 2794502 w 2971531"/>
                <a:gd name="connsiteY848" fmla="*/ 540643 h 1138315"/>
                <a:gd name="connsiteX849" fmla="*/ 2798336 w 2971531"/>
                <a:gd name="connsiteY849" fmla="*/ 537819 h 1138315"/>
                <a:gd name="connsiteX850" fmla="*/ 2804755 w 2971531"/>
                <a:gd name="connsiteY850" fmla="*/ 532161 h 1138315"/>
                <a:gd name="connsiteX851" fmla="*/ 2814021 w 2971531"/>
                <a:gd name="connsiteY851" fmla="*/ 531664 h 1138315"/>
                <a:gd name="connsiteX852" fmla="*/ 2811704 w 2971531"/>
                <a:gd name="connsiteY852" fmla="*/ 540896 h 1138315"/>
                <a:gd name="connsiteX853" fmla="*/ 2817859 w 2971531"/>
                <a:gd name="connsiteY853" fmla="*/ 552743 h 1138315"/>
                <a:gd name="connsiteX854" fmla="*/ 2835861 w 2971531"/>
                <a:gd name="connsiteY854" fmla="*/ 553239 h 1138315"/>
                <a:gd name="connsiteX855" fmla="*/ 2863094 w 2971531"/>
                <a:gd name="connsiteY855" fmla="*/ 562240 h 1138315"/>
                <a:gd name="connsiteX856" fmla="*/ 2875437 w 2971531"/>
                <a:gd name="connsiteY856" fmla="*/ 577131 h 1138315"/>
                <a:gd name="connsiteX857" fmla="*/ 2892644 w 2971531"/>
                <a:gd name="connsiteY857" fmla="*/ 583319 h 1138315"/>
                <a:gd name="connsiteX858" fmla="*/ 2901909 w 2971531"/>
                <a:gd name="connsiteY858" fmla="*/ 588183 h 1138315"/>
                <a:gd name="connsiteX859" fmla="*/ 2912432 w 2971531"/>
                <a:gd name="connsiteY859" fmla="*/ 589209 h 1138315"/>
                <a:gd name="connsiteX860" fmla="*/ 2921962 w 2971531"/>
                <a:gd name="connsiteY860" fmla="*/ 587157 h 1138315"/>
                <a:gd name="connsiteX861" fmla="*/ 2914252 w 2971531"/>
                <a:gd name="connsiteY861" fmla="*/ 577660 h 1138315"/>
                <a:gd name="connsiteX862" fmla="*/ 2922723 w 2971531"/>
                <a:gd name="connsiteY862" fmla="*/ 579712 h 1138315"/>
                <a:gd name="connsiteX863" fmla="*/ 2924510 w 2971531"/>
                <a:gd name="connsiteY863" fmla="*/ 571241 h 1138315"/>
                <a:gd name="connsiteX864" fmla="*/ 2921962 w 2971531"/>
                <a:gd name="connsiteY864" fmla="*/ 554033 h 1138315"/>
                <a:gd name="connsiteX865" fmla="*/ 2927356 w 2971531"/>
                <a:gd name="connsiteY865" fmla="*/ 551949 h 1138315"/>
                <a:gd name="connsiteX866" fmla="*/ 2946879 w 2971531"/>
                <a:gd name="connsiteY866" fmla="*/ 556052 h 1138315"/>
                <a:gd name="connsiteX867" fmla="*/ 2942776 w 2971531"/>
                <a:gd name="connsiteY867" fmla="*/ 551188 h 1138315"/>
                <a:gd name="connsiteX868" fmla="*/ 2946615 w 2971531"/>
                <a:gd name="connsiteY868" fmla="*/ 549632 h 1138315"/>
                <a:gd name="connsiteX869" fmla="*/ 2956145 w 2971531"/>
                <a:gd name="connsiteY869" fmla="*/ 550658 h 1138315"/>
                <a:gd name="connsiteX870" fmla="*/ 2965112 w 2971531"/>
                <a:gd name="connsiteY870" fmla="*/ 541161 h 1138315"/>
                <a:gd name="connsiteX871" fmla="*/ 2967032 w 2971531"/>
                <a:gd name="connsiteY871" fmla="*/ 537091 h 1138315"/>
                <a:gd name="connsiteX872" fmla="*/ 1533846 w 2971531"/>
                <a:gd name="connsiteY872" fmla="*/ 874218 h 1138315"/>
                <a:gd name="connsiteX873" fmla="*/ 1489902 w 2971531"/>
                <a:gd name="connsiteY873" fmla="*/ 901220 h 1138315"/>
                <a:gd name="connsiteX874" fmla="*/ 1451352 w 2971531"/>
                <a:gd name="connsiteY874" fmla="*/ 912768 h 1138315"/>
                <a:gd name="connsiteX875" fmla="*/ 1484442 w 2971531"/>
                <a:gd name="connsiteY875" fmla="*/ 891954 h 1138315"/>
                <a:gd name="connsiteX876" fmla="*/ 1530769 w 2971531"/>
                <a:gd name="connsiteY876" fmla="*/ 848010 h 1138315"/>
                <a:gd name="connsiteX877" fmla="*/ 1553105 w 2971531"/>
                <a:gd name="connsiteY877" fmla="*/ 812537 h 1138315"/>
                <a:gd name="connsiteX878" fmla="*/ 1533846 w 2971531"/>
                <a:gd name="connsiteY878" fmla="*/ 874218 h 1138315"/>
                <a:gd name="connsiteX879" fmla="*/ 1599101 w 2971531"/>
                <a:gd name="connsiteY879" fmla="*/ 270646 h 1138315"/>
                <a:gd name="connsiteX880" fmla="*/ 1588843 w 2971531"/>
                <a:gd name="connsiteY880" fmla="*/ 278852 h 1138315"/>
                <a:gd name="connsiteX881" fmla="*/ 1620213 w 2971531"/>
                <a:gd name="connsiteY881" fmla="*/ 273723 h 1138315"/>
                <a:gd name="connsiteX882" fmla="*/ 1599101 w 2971531"/>
                <a:gd name="connsiteY882" fmla="*/ 270646 h 1138315"/>
                <a:gd name="connsiteX883" fmla="*/ 663168 w 2971531"/>
                <a:gd name="connsiteY883" fmla="*/ 16775 h 1138315"/>
                <a:gd name="connsiteX884" fmla="*/ 680143 w 2971531"/>
                <a:gd name="connsiteY884" fmla="*/ 10157 h 1138315"/>
                <a:gd name="connsiteX885" fmla="*/ 695034 w 2971531"/>
                <a:gd name="connsiteY885" fmla="*/ 5524 h 1138315"/>
                <a:gd name="connsiteX886" fmla="*/ 664194 w 2971531"/>
                <a:gd name="connsiteY886" fmla="*/ 6550 h 1138315"/>
                <a:gd name="connsiteX887" fmla="*/ 640567 w 2971531"/>
                <a:gd name="connsiteY887" fmla="*/ 10653 h 1138315"/>
                <a:gd name="connsiteX888" fmla="*/ 663168 w 2971531"/>
                <a:gd name="connsiteY888" fmla="*/ 16775 h 1138315"/>
                <a:gd name="connsiteX889" fmla="*/ 599436 w 2971531"/>
                <a:gd name="connsiteY889" fmla="*/ 51189 h 1138315"/>
                <a:gd name="connsiteX890" fmla="*/ 577861 w 2971531"/>
                <a:gd name="connsiteY890" fmla="*/ 53770 h 1138315"/>
                <a:gd name="connsiteX891" fmla="*/ 599436 w 2971531"/>
                <a:gd name="connsiteY891" fmla="*/ 51189 h 1138315"/>
                <a:gd name="connsiteX892" fmla="*/ 665617 w 2971531"/>
                <a:gd name="connsiteY892" fmla="*/ 44571 h 1138315"/>
                <a:gd name="connsiteX893" fmla="*/ 652778 w 2971531"/>
                <a:gd name="connsiteY893" fmla="*/ 49204 h 1138315"/>
                <a:gd name="connsiteX894" fmla="*/ 642486 w 2971531"/>
                <a:gd name="connsiteY894" fmla="*/ 59495 h 1138315"/>
                <a:gd name="connsiteX895" fmla="*/ 680540 w 2971531"/>
                <a:gd name="connsiteY895" fmla="*/ 56385 h 1138315"/>
                <a:gd name="connsiteX896" fmla="*/ 699005 w 2971531"/>
                <a:gd name="connsiteY896" fmla="*/ 49204 h 1138315"/>
                <a:gd name="connsiteX897" fmla="*/ 665749 w 2971531"/>
                <a:gd name="connsiteY897" fmla="*/ 44505 h 1138315"/>
                <a:gd name="connsiteX898" fmla="*/ 753505 w 2971531"/>
                <a:gd name="connsiteY898" fmla="*/ 34644 h 1138315"/>
                <a:gd name="connsiteX899" fmla="*/ 745795 w 2971531"/>
                <a:gd name="connsiteY899" fmla="*/ 25412 h 1138315"/>
                <a:gd name="connsiteX900" fmla="*/ 717536 w 2971531"/>
                <a:gd name="connsiteY900" fmla="*/ 24882 h 1138315"/>
                <a:gd name="connsiteX901" fmla="*/ 704299 w 2971531"/>
                <a:gd name="connsiteY901" fmla="*/ 40832 h 1138315"/>
                <a:gd name="connsiteX902" fmla="*/ 753638 w 2971531"/>
                <a:gd name="connsiteY902" fmla="*/ 34743 h 1138315"/>
                <a:gd name="connsiteX903" fmla="*/ 671772 w 2971531"/>
                <a:gd name="connsiteY903" fmla="*/ 26438 h 1138315"/>
                <a:gd name="connsiteX904" fmla="*/ 641990 w 2971531"/>
                <a:gd name="connsiteY904" fmla="*/ 18728 h 1138315"/>
                <a:gd name="connsiteX905" fmla="*/ 629680 w 2971531"/>
                <a:gd name="connsiteY905" fmla="*/ 21309 h 1138315"/>
                <a:gd name="connsiteX906" fmla="*/ 611149 w 2971531"/>
                <a:gd name="connsiteY906" fmla="*/ 32096 h 1138315"/>
                <a:gd name="connsiteX907" fmla="*/ 672036 w 2971531"/>
                <a:gd name="connsiteY907" fmla="*/ 26537 h 1138315"/>
                <a:gd name="connsiteX908" fmla="*/ 595200 w 2971531"/>
                <a:gd name="connsiteY908" fmla="*/ 311645 h 1138315"/>
                <a:gd name="connsiteX909" fmla="*/ 582890 w 2971531"/>
                <a:gd name="connsiteY909" fmla="*/ 320381 h 1138315"/>
                <a:gd name="connsiteX910" fmla="*/ 588516 w 2971531"/>
                <a:gd name="connsiteY910" fmla="*/ 332194 h 1138315"/>
                <a:gd name="connsiteX911" fmla="*/ 578258 w 2971531"/>
                <a:gd name="connsiteY911" fmla="*/ 342486 h 1138315"/>
                <a:gd name="connsiteX912" fmla="*/ 556649 w 2971531"/>
                <a:gd name="connsiteY912" fmla="*/ 353802 h 1138315"/>
                <a:gd name="connsiteX913" fmla="*/ 574121 w 2971531"/>
                <a:gd name="connsiteY913" fmla="*/ 364061 h 1138315"/>
                <a:gd name="connsiteX914" fmla="*/ 577199 w 2971531"/>
                <a:gd name="connsiteY914" fmla="*/ 376900 h 1138315"/>
                <a:gd name="connsiteX915" fmla="*/ 583817 w 2971531"/>
                <a:gd name="connsiteY915" fmla="*/ 371274 h 1138315"/>
                <a:gd name="connsiteX916" fmla="*/ 597715 w 2971531"/>
                <a:gd name="connsiteY916" fmla="*/ 381201 h 1138315"/>
                <a:gd name="connsiteX917" fmla="*/ 619819 w 2971531"/>
                <a:gd name="connsiteY917" fmla="*/ 393544 h 1138315"/>
                <a:gd name="connsiteX918" fmla="*/ 665021 w 2971531"/>
                <a:gd name="connsiteY918" fmla="*/ 393544 h 1138315"/>
                <a:gd name="connsiteX919" fmla="*/ 641394 w 2971531"/>
                <a:gd name="connsiteY919" fmla="*/ 372466 h 1138315"/>
                <a:gd name="connsiteX920" fmla="*/ 635239 w 2971531"/>
                <a:gd name="connsiteY920" fmla="*/ 334941 h 1138315"/>
                <a:gd name="connsiteX921" fmla="*/ 649104 w 2971531"/>
                <a:gd name="connsiteY921" fmla="*/ 314888 h 1138315"/>
                <a:gd name="connsiteX922" fmla="*/ 664525 w 2971531"/>
                <a:gd name="connsiteY922" fmla="*/ 296920 h 1138315"/>
                <a:gd name="connsiteX923" fmla="*/ 673790 w 2971531"/>
                <a:gd name="connsiteY923" fmla="*/ 285106 h 1138315"/>
                <a:gd name="connsiteX924" fmla="*/ 684578 w 2971531"/>
                <a:gd name="connsiteY924" fmla="*/ 268131 h 1138315"/>
                <a:gd name="connsiteX925" fmla="*/ 701123 w 2971531"/>
                <a:gd name="connsiteY925" fmla="*/ 262473 h 1138315"/>
                <a:gd name="connsiteX926" fmla="*/ 724286 w 2971531"/>
                <a:gd name="connsiteY926" fmla="*/ 251685 h 1138315"/>
                <a:gd name="connsiteX927" fmla="*/ 820944 w 2971531"/>
                <a:gd name="connsiteY927" fmla="*/ 215285 h 1138315"/>
                <a:gd name="connsiteX928" fmla="*/ 865649 w 2971531"/>
                <a:gd name="connsiteY928" fmla="*/ 184478 h 1138315"/>
                <a:gd name="connsiteX929" fmla="*/ 812208 w 2971531"/>
                <a:gd name="connsiteY929" fmla="*/ 194736 h 1138315"/>
                <a:gd name="connsiteX930" fmla="*/ 783948 w 2971531"/>
                <a:gd name="connsiteY930" fmla="*/ 201354 h 1138315"/>
                <a:gd name="connsiteX931" fmla="*/ 749501 w 2971531"/>
                <a:gd name="connsiteY931" fmla="*/ 204432 h 1138315"/>
                <a:gd name="connsiteX932" fmla="*/ 723790 w 2971531"/>
                <a:gd name="connsiteY932" fmla="*/ 210620 h 1138315"/>
                <a:gd name="connsiteX933" fmla="*/ 702215 w 2971531"/>
                <a:gd name="connsiteY933" fmla="*/ 216775 h 1138315"/>
                <a:gd name="connsiteX934" fmla="*/ 679614 w 2971531"/>
                <a:gd name="connsiteY934" fmla="*/ 226702 h 1138315"/>
                <a:gd name="connsiteX935" fmla="*/ 666378 w 2971531"/>
                <a:gd name="connsiteY935" fmla="*/ 234941 h 1138315"/>
                <a:gd name="connsiteX936" fmla="*/ 651454 w 2971531"/>
                <a:gd name="connsiteY936" fmla="*/ 240070 h 1138315"/>
                <a:gd name="connsiteX937" fmla="*/ 647351 w 2971531"/>
                <a:gd name="connsiteY937" fmla="*/ 251884 h 1138315"/>
                <a:gd name="connsiteX938" fmla="*/ 637424 w 2971531"/>
                <a:gd name="connsiteY938" fmla="*/ 263201 h 1138315"/>
                <a:gd name="connsiteX939" fmla="*/ 632294 w 2971531"/>
                <a:gd name="connsiteY939" fmla="*/ 274484 h 1138315"/>
                <a:gd name="connsiteX940" fmla="*/ 617370 w 2971531"/>
                <a:gd name="connsiteY940" fmla="*/ 282228 h 1138315"/>
                <a:gd name="connsiteX941" fmla="*/ 615319 w 2971531"/>
                <a:gd name="connsiteY941" fmla="*/ 294537 h 1138315"/>
                <a:gd name="connsiteX942" fmla="*/ 610686 w 2971531"/>
                <a:gd name="connsiteY942" fmla="*/ 304299 h 1138315"/>
                <a:gd name="connsiteX943" fmla="*/ 595332 w 2971531"/>
                <a:gd name="connsiteY943" fmla="*/ 311744 h 113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</a:cxnLst>
              <a:rect l="l" t="t" r="r" b="b"/>
              <a:pathLst>
                <a:path w="2971531" h="1138315">
                  <a:moveTo>
                    <a:pt x="47452" y="823721"/>
                  </a:moveTo>
                  <a:cubicBezTo>
                    <a:pt x="45136" y="824880"/>
                    <a:pt x="38981" y="822563"/>
                    <a:pt x="37028" y="819883"/>
                  </a:cubicBezTo>
                  <a:cubicBezTo>
                    <a:pt x="35506" y="817699"/>
                    <a:pt x="30708" y="818526"/>
                    <a:pt x="26472" y="818923"/>
                  </a:cubicBezTo>
                  <a:cubicBezTo>
                    <a:pt x="27598" y="819531"/>
                    <a:pt x="28537" y="820435"/>
                    <a:pt x="29186" y="821538"/>
                  </a:cubicBezTo>
                  <a:cubicBezTo>
                    <a:pt x="31502" y="825674"/>
                    <a:pt x="19954" y="826170"/>
                    <a:pt x="23561" y="831068"/>
                  </a:cubicBezTo>
                  <a:cubicBezTo>
                    <a:pt x="27167" y="835965"/>
                    <a:pt x="15321" y="836197"/>
                    <a:pt x="15321" y="831068"/>
                  </a:cubicBezTo>
                  <a:cubicBezTo>
                    <a:pt x="15321" y="825939"/>
                    <a:pt x="2978" y="828486"/>
                    <a:pt x="3508" y="831829"/>
                  </a:cubicBezTo>
                  <a:cubicBezTo>
                    <a:pt x="3624" y="833272"/>
                    <a:pt x="3263" y="834713"/>
                    <a:pt x="2482" y="835932"/>
                  </a:cubicBezTo>
                  <a:cubicBezTo>
                    <a:pt x="5791" y="837123"/>
                    <a:pt x="9729" y="838513"/>
                    <a:pt x="11251" y="839241"/>
                  </a:cubicBezTo>
                  <a:cubicBezTo>
                    <a:pt x="13567" y="840167"/>
                    <a:pt x="44342" y="843377"/>
                    <a:pt x="56452" y="841127"/>
                  </a:cubicBezTo>
                  <a:cubicBezTo>
                    <a:pt x="56340" y="837278"/>
                    <a:pt x="56550" y="833426"/>
                    <a:pt x="57081" y="829612"/>
                  </a:cubicBezTo>
                  <a:cubicBezTo>
                    <a:pt x="57081" y="826435"/>
                    <a:pt x="49934" y="822563"/>
                    <a:pt x="47452" y="823721"/>
                  </a:cubicBezTo>
                  <a:close/>
                  <a:moveTo>
                    <a:pt x="791162" y="32063"/>
                  </a:moveTo>
                  <a:cubicBezTo>
                    <a:pt x="810653" y="30011"/>
                    <a:pt x="810156" y="19191"/>
                    <a:pt x="799898" y="17139"/>
                  </a:cubicBezTo>
                  <a:cubicBezTo>
                    <a:pt x="789640" y="15088"/>
                    <a:pt x="788085" y="23327"/>
                    <a:pt x="782923" y="22798"/>
                  </a:cubicBezTo>
                  <a:cubicBezTo>
                    <a:pt x="777760" y="22268"/>
                    <a:pt x="758369" y="26107"/>
                    <a:pt x="762374" y="30508"/>
                  </a:cubicBezTo>
                  <a:cubicBezTo>
                    <a:pt x="767006" y="35802"/>
                    <a:pt x="781401" y="33221"/>
                    <a:pt x="791162" y="32063"/>
                  </a:cubicBezTo>
                  <a:close/>
                  <a:moveTo>
                    <a:pt x="890434" y="317800"/>
                  </a:moveTo>
                  <a:cubicBezTo>
                    <a:pt x="897052" y="318826"/>
                    <a:pt x="915119" y="315219"/>
                    <a:pt x="917171" y="311612"/>
                  </a:cubicBezTo>
                  <a:cubicBezTo>
                    <a:pt x="919222" y="308005"/>
                    <a:pt x="909990" y="303902"/>
                    <a:pt x="898144" y="303902"/>
                  </a:cubicBezTo>
                  <a:cubicBezTo>
                    <a:pt x="886297" y="303902"/>
                    <a:pt x="884577" y="317039"/>
                    <a:pt x="890434" y="317932"/>
                  </a:cubicBezTo>
                  <a:close/>
                  <a:moveTo>
                    <a:pt x="1270181" y="55226"/>
                  </a:moveTo>
                  <a:cubicBezTo>
                    <a:pt x="1280108" y="59330"/>
                    <a:pt x="1276336" y="61844"/>
                    <a:pt x="1266078" y="61844"/>
                  </a:cubicBezTo>
                  <a:cubicBezTo>
                    <a:pt x="1255820" y="61844"/>
                    <a:pt x="1246951" y="65154"/>
                    <a:pt x="1253735" y="67999"/>
                  </a:cubicBezTo>
                  <a:cubicBezTo>
                    <a:pt x="1258897" y="70051"/>
                    <a:pt x="1258367" y="75709"/>
                    <a:pt x="1269155" y="78257"/>
                  </a:cubicBezTo>
                  <a:cubicBezTo>
                    <a:pt x="1279943" y="80805"/>
                    <a:pt x="1290730" y="72103"/>
                    <a:pt x="1289705" y="65948"/>
                  </a:cubicBezTo>
                  <a:cubicBezTo>
                    <a:pt x="1288679" y="59793"/>
                    <a:pt x="1327229" y="54134"/>
                    <a:pt x="1337520" y="51553"/>
                  </a:cubicBezTo>
                  <a:cubicBezTo>
                    <a:pt x="1347811" y="48972"/>
                    <a:pt x="1330902" y="38317"/>
                    <a:pt x="1342120" y="37159"/>
                  </a:cubicBezTo>
                  <a:cubicBezTo>
                    <a:pt x="1353338" y="36001"/>
                    <a:pt x="1348738" y="31004"/>
                    <a:pt x="1334939" y="28919"/>
                  </a:cubicBezTo>
                  <a:cubicBezTo>
                    <a:pt x="1321141" y="26835"/>
                    <a:pt x="1326733" y="15054"/>
                    <a:pt x="1322100" y="10951"/>
                  </a:cubicBezTo>
                  <a:cubicBezTo>
                    <a:pt x="1317468" y="6848"/>
                    <a:pt x="1314886" y="16080"/>
                    <a:pt x="1296918" y="19687"/>
                  </a:cubicBezTo>
                  <a:cubicBezTo>
                    <a:pt x="1278950" y="23294"/>
                    <a:pt x="1270181" y="27927"/>
                    <a:pt x="1277362" y="31500"/>
                  </a:cubicBezTo>
                  <a:cubicBezTo>
                    <a:pt x="1284542" y="35074"/>
                    <a:pt x="1277362" y="43843"/>
                    <a:pt x="1269685" y="43347"/>
                  </a:cubicBezTo>
                  <a:cubicBezTo>
                    <a:pt x="1262008" y="42851"/>
                    <a:pt x="1260419" y="51189"/>
                    <a:pt x="1270181" y="55226"/>
                  </a:cubicBezTo>
                  <a:close/>
                  <a:moveTo>
                    <a:pt x="1297414" y="69588"/>
                  </a:moveTo>
                  <a:cubicBezTo>
                    <a:pt x="1297414" y="75246"/>
                    <a:pt x="1280869" y="80905"/>
                    <a:pt x="1285601" y="85008"/>
                  </a:cubicBezTo>
                  <a:cubicBezTo>
                    <a:pt x="1289705" y="88615"/>
                    <a:pt x="1293311" y="87589"/>
                    <a:pt x="1298440" y="88615"/>
                  </a:cubicBezTo>
                  <a:cubicBezTo>
                    <a:pt x="1303569" y="89641"/>
                    <a:pt x="1306150" y="102480"/>
                    <a:pt x="1315416" y="100428"/>
                  </a:cubicBezTo>
                  <a:cubicBezTo>
                    <a:pt x="1324681" y="98376"/>
                    <a:pt x="1349830" y="110719"/>
                    <a:pt x="1364754" y="110719"/>
                  </a:cubicBezTo>
                  <a:cubicBezTo>
                    <a:pt x="1379678" y="110719"/>
                    <a:pt x="1381299" y="98376"/>
                    <a:pt x="1376567" y="97847"/>
                  </a:cubicBezTo>
                  <a:cubicBezTo>
                    <a:pt x="1371835" y="97318"/>
                    <a:pt x="1376071" y="90170"/>
                    <a:pt x="1384277" y="78324"/>
                  </a:cubicBezTo>
                  <a:cubicBezTo>
                    <a:pt x="1392484" y="66477"/>
                    <a:pt x="1358566" y="57774"/>
                    <a:pt x="1358566" y="67040"/>
                  </a:cubicBezTo>
                  <a:cubicBezTo>
                    <a:pt x="1358566" y="76305"/>
                    <a:pt x="1348639" y="64988"/>
                    <a:pt x="1345727" y="59330"/>
                  </a:cubicBezTo>
                  <a:cubicBezTo>
                    <a:pt x="1342815" y="53671"/>
                    <a:pt x="1297448" y="64028"/>
                    <a:pt x="1297448" y="69687"/>
                  </a:cubicBezTo>
                  <a:close/>
                  <a:moveTo>
                    <a:pt x="1040433" y="325543"/>
                  </a:moveTo>
                  <a:cubicBezTo>
                    <a:pt x="1048673" y="329646"/>
                    <a:pt x="1054828" y="328091"/>
                    <a:pt x="1053669" y="319885"/>
                  </a:cubicBezTo>
                  <a:cubicBezTo>
                    <a:pt x="1052511" y="311678"/>
                    <a:pt x="1033914" y="322366"/>
                    <a:pt x="1040433" y="325642"/>
                  </a:cubicBezTo>
                  <a:close/>
                  <a:moveTo>
                    <a:pt x="1256812" y="18827"/>
                  </a:moveTo>
                  <a:cubicBezTo>
                    <a:pt x="1258897" y="11117"/>
                    <a:pt x="1224748" y="14459"/>
                    <a:pt x="1233649" y="21904"/>
                  </a:cubicBezTo>
                  <a:cubicBezTo>
                    <a:pt x="1236793" y="24485"/>
                    <a:pt x="1254761" y="26537"/>
                    <a:pt x="1256812" y="18827"/>
                  </a:cubicBezTo>
                  <a:close/>
                  <a:moveTo>
                    <a:pt x="2769415" y="391393"/>
                  </a:moveTo>
                  <a:cubicBezTo>
                    <a:pt x="2779706" y="396555"/>
                    <a:pt x="2785960" y="385238"/>
                    <a:pt x="2794100" y="390897"/>
                  </a:cubicBezTo>
                  <a:cubicBezTo>
                    <a:pt x="2802241" y="396555"/>
                    <a:pt x="2822359" y="388316"/>
                    <a:pt x="2830500" y="386794"/>
                  </a:cubicBezTo>
                  <a:cubicBezTo>
                    <a:pt x="2838640" y="385272"/>
                    <a:pt x="2834603" y="374980"/>
                    <a:pt x="2811473" y="371870"/>
                  </a:cubicBezTo>
                  <a:cubicBezTo>
                    <a:pt x="2788343" y="368759"/>
                    <a:pt x="2758362" y="385867"/>
                    <a:pt x="2769415" y="391393"/>
                  </a:cubicBezTo>
                  <a:close/>
                  <a:moveTo>
                    <a:pt x="1377096" y="142155"/>
                  </a:moveTo>
                  <a:cubicBezTo>
                    <a:pt x="1384277" y="146258"/>
                    <a:pt x="1407407" y="137026"/>
                    <a:pt x="1422828" y="137523"/>
                  </a:cubicBezTo>
                  <a:cubicBezTo>
                    <a:pt x="1438248" y="138019"/>
                    <a:pt x="1481398" y="125709"/>
                    <a:pt x="1482953" y="117503"/>
                  </a:cubicBezTo>
                  <a:cubicBezTo>
                    <a:pt x="1484509" y="109296"/>
                    <a:pt x="1467037" y="109793"/>
                    <a:pt x="1460352" y="102579"/>
                  </a:cubicBezTo>
                  <a:cubicBezTo>
                    <a:pt x="1453668" y="95365"/>
                    <a:pt x="1438777" y="101553"/>
                    <a:pt x="1435170" y="107741"/>
                  </a:cubicBezTo>
                  <a:cubicBezTo>
                    <a:pt x="1431564" y="113929"/>
                    <a:pt x="1427461" y="108237"/>
                    <a:pt x="1437222" y="98476"/>
                  </a:cubicBezTo>
                  <a:cubicBezTo>
                    <a:pt x="1446984" y="88714"/>
                    <a:pt x="1427295" y="81004"/>
                    <a:pt x="1426931" y="87159"/>
                  </a:cubicBezTo>
                  <a:cubicBezTo>
                    <a:pt x="1426567" y="93314"/>
                    <a:pt x="1408433" y="88218"/>
                    <a:pt x="1408433" y="93777"/>
                  </a:cubicBezTo>
                  <a:cubicBezTo>
                    <a:pt x="1408433" y="99336"/>
                    <a:pt x="1401815" y="102016"/>
                    <a:pt x="1402279" y="107675"/>
                  </a:cubicBezTo>
                  <a:cubicBezTo>
                    <a:pt x="1402742" y="113333"/>
                    <a:pt x="1389936" y="104597"/>
                    <a:pt x="1389406" y="117437"/>
                  </a:cubicBezTo>
                  <a:cubicBezTo>
                    <a:pt x="1388877" y="130276"/>
                    <a:pt x="1369519" y="137953"/>
                    <a:pt x="1377096" y="142155"/>
                  </a:cubicBezTo>
                  <a:close/>
                  <a:moveTo>
                    <a:pt x="2040099" y="248045"/>
                  </a:moveTo>
                  <a:cubicBezTo>
                    <a:pt x="2045418" y="250872"/>
                    <a:pt x="2050129" y="254717"/>
                    <a:pt x="2053964" y="259362"/>
                  </a:cubicBezTo>
                  <a:cubicBezTo>
                    <a:pt x="2058100" y="263465"/>
                    <a:pt x="2073487" y="257310"/>
                    <a:pt x="2079675" y="255259"/>
                  </a:cubicBezTo>
                  <a:cubicBezTo>
                    <a:pt x="2085863" y="253207"/>
                    <a:pt x="2086293" y="264491"/>
                    <a:pt x="2096220" y="258336"/>
                  </a:cubicBezTo>
                  <a:cubicBezTo>
                    <a:pt x="2106148" y="252181"/>
                    <a:pt x="2115744" y="255259"/>
                    <a:pt x="2127061" y="255259"/>
                  </a:cubicBezTo>
                  <a:cubicBezTo>
                    <a:pt x="2138378" y="255259"/>
                    <a:pt x="2125009" y="241361"/>
                    <a:pt x="2125539" y="235206"/>
                  </a:cubicBezTo>
                  <a:cubicBezTo>
                    <a:pt x="2126068" y="229051"/>
                    <a:pt x="2138775" y="233154"/>
                    <a:pt x="2134771" y="238283"/>
                  </a:cubicBezTo>
                  <a:cubicBezTo>
                    <a:pt x="2130767" y="243412"/>
                    <a:pt x="2140926" y="255259"/>
                    <a:pt x="2157372" y="254233"/>
                  </a:cubicBezTo>
                  <a:cubicBezTo>
                    <a:pt x="2173818" y="253207"/>
                    <a:pt x="2161508" y="242916"/>
                    <a:pt x="2169715" y="239342"/>
                  </a:cubicBezTo>
                  <a:cubicBezTo>
                    <a:pt x="2177921" y="235768"/>
                    <a:pt x="2176895" y="231632"/>
                    <a:pt x="2165082" y="224418"/>
                  </a:cubicBezTo>
                  <a:cubicBezTo>
                    <a:pt x="2153269" y="217205"/>
                    <a:pt x="2137848" y="221837"/>
                    <a:pt x="2127557" y="217238"/>
                  </a:cubicBezTo>
                  <a:cubicBezTo>
                    <a:pt x="2116604" y="212274"/>
                    <a:pt x="2103434" y="212076"/>
                    <a:pt x="2102905" y="223393"/>
                  </a:cubicBezTo>
                  <a:cubicBezTo>
                    <a:pt x="2102375" y="234710"/>
                    <a:pt x="2080800" y="211050"/>
                    <a:pt x="2069483" y="207476"/>
                  </a:cubicBezTo>
                  <a:cubicBezTo>
                    <a:pt x="2058166" y="203902"/>
                    <a:pt x="2023090" y="239508"/>
                    <a:pt x="2040099" y="248012"/>
                  </a:cubicBezTo>
                  <a:close/>
                  <a:moveTo>
                    <a:pt x="2147511" y="313829"/>
                  </a:moveTo>
                  <a:cubicBezTo>
                    <a:pt x="2156776" y="311777"/>
                    <a:pt x="2140893" y="294835"/>
                    <a:pt x="2124910" y="292254"/>
                  </a:cubicBezTo>
                  <a:cubicBezTo>
                    <a:pt x="2108927" y="289673"/>
                    <a:pt x="2094169" y="302810"/>
                    <a:pt x="2096121" y="305490"/>
                  </a:cubicBezTo>
                  <a:cubicBezTo>
                    <a:pt x="2100754" y="312274"/>
                    <a:pt x="2138245" y="315848"/>
                    <a:pt x="2147511" y="313796"/>
                  </a:cubicBezTo>
                  <a:close/>
                  <a:moveTo>
                    <a:pt x="2106412" y="279911"/>
                  </a:moveTo>
                  <a:cubicBezTo>
                    <a:pt x="2106412" y="272201"/>
                    <a:pt x="2078385" y="282757"/>
                    <a:pt x="2089867" y="286529"/>
                  </a:cubicBezTo>
                  <a:cubicBezTo>
                    <a:pt x="2096121" y="288647"/>
                    <a:pt x="2106412" y="287588"/>
                    <a:pt x="2106412" y="279878"/>
                  </a:cubicBezTo>
                  <a:close/>
                  <a:moveTo>
                    <a:pt x="2195757" y="247549"/>
                  </a:moveTo>
                  <a:cubicBezTo>
                    <a:pt x="2208100" y="248574"/>
                    <a:pt x="2214287" y="260388"/>
                    <a:pt x="2237914" y="261943"/>
                  </a:cubicBezTo>
                  <a:cubicBezTo>
                    <a:pt x="2261541" y="263498"/>
                    <a:pt x="2279046" y="258866"/>
                    <a:pt x="2279542" y="253704"/>
                  </a:cubicBezTo>
                  <a:cubicBezTo>
                    <a:pt x="2280038" y="248541"/>
                    <a:pt x="2257967" y="240864"/>
                    <a:pt x="2251283" y="244968"/>
                  </a:cubicBezTo>
                  <a:cubicBezTo>
                    <a:pt x="2244598" y="249071"/>
                    <a:pt x="2239470" y="238350"/>
                    <a:pt x="2231230" y="240864"/>
                  </a:cubicBezTo>
                  <a:cubicBezTo>
                    <a:pt x="2222990" y="243379"/>
                    <a:pt x="2211707" y="242916"/>
                    <a:pt x="2207603" y="235735"/>
                  </a:cubicBezTo>
                  <a:cubicBezTo>
                    <a:pt x="2203500" y="228555"/>
                    <a:pt x="2189668" y="247152"/>
                    <a:pt x="2195823" y="247516"/>
                  </a:cubicBezTo>
                  <a:close/>
                  <a:moveTo>
                    <a:pt x="478589" y="38913"/>
                  </a:moveTo>
                  <a:cubicBezTo>
                    <a:pt x="490435" y="28125"/>
                    <a:pt x="505855" y="38383"/>
                    <a:pt x="507874" y="33254"/>
                  </a:cubicBezTo>
                  <a:cubicBezTo>
                    <a:pt x="509892" y="28125"/>
                    <a:pt x="485802" y="26636"/>
                    <a:pt x="477066" y="31203"/>
                  </a:cubicBezTo>
                  <a:cubicBezTo>
                    <a:pt x="468330" y="35769"/>
                    <a:pt x="447848" y="32096"/>
                    <a:pt x="450329" y="37821"/>
                  </a:cubicBezTo>
                  <a:cubicBezTo>
                    <a:pt x="451951" y="41428"/>
                    <a:pt x="466875" y="49667"/>
                    <a:pt x="478655" y="38880"/>
                  </a:cubicBezTo>
                  <a:close/>
                  <a:moveTo>
                    <a:pt x="2143341" y="907407"/>
                  </a:moveTo>
                  <a:cubicBezTo>
                    <a:pt x="2137683" y="892517"/>
                    <a:pt x="2151581" y="878089"/>
                    <a:pt x="2141290" y="870379"/>
                  </a:cubicBezTo>
                  <a:cubicBezTo>
                    <a:pt x="2130999" y="862669"/>
                    <a:pt x="2135102" y="846753"/>
                    <a:pt x="2129973" y="849830"/>
                  </a:cubicBezTo>
                  <a:cubicBezTo>
                    <a:pt x="2124844" y="852907"/>
                    <a:pt x="2129973" y="866805"/>
                    <a:pt x="2121766" y="867831"/>
                  </a:cubicBezTo>
                  <a:cubicBezTo>
                    <a:pt x="2113560" y="868857"/>
                    <a:pt x="2121237" y="876567"/>
                    <a:pt x="2118160" y="886858"/>
                  </a:cubicBezTo>
                  <a:cubicBezTo>
                    <a:pt x="2115082" y="897149"/>
                    <a:pt x="2119682" y="912040"/>
                    <a:pt x="2123818" y="921272"/>
                  </a:cubicBezTo>
                  <a:cubicBezTo>
                    <a:pt x="2127954" y="930505"/>
                    <a:pt x="2118160" y="979843"/>
                    <a:pt x="2122296" y="988082"/>
                  </a:cubicBezTo>
                  <a:cubicBezTo>
                    <a:pt x="2126432" y="996322"/>
                    <a:pt x="2115678" y="1032688"/>
                    <a:pt x="2119185" y="1036891"/>
                  </a:cubicBezTo>
                  <a:cubicBezTo>
                    <a:pt x="2125373" y="1044105"/>
                    <a:pt x="2121237" y="1027129"/>
                    <a:pt x="2130469" y="1025607"/>
                  </a:cubicBezTo>
                  <a:cubicBezTo>
                    <a:pt x="2139702" y="1024085"/>
                    <a:pt x="2139735" y="1035865"/>
                    <a:pt x="2145393" y="1038446"/>
                  </a:cubicBezTo>
                  <a:cubicBezTo>
                    <a:pt x="2151051" y="1041027"/>
                    <a:pt x="2147445" y="1021901"/>
                    <a:pt x="2142315" y="1023026"/>
                  </a:cubicBezTo>
                  <a:cubicBezTo>
                    <a:pt x="2137187" y="1024151"/>
                    <a:pt x="2133083" y="1010683"/>
                    <a:pt x="2130469" y="1002477"/>
                  </a:cubicBezTo>
                  <a:cubicBezTo>
                    <a:pt x="2127855" y="994270"/>
                    <a:pt x="2135632" y="984475"/>
                    <a:pt x="2135632" y="974217"/>
                  </a:cubicBezTo>
                  <a:cubicBezTo>
                    <a:pt x="2135632" y="963959"/>
                    <a:pt x="2148471" y="964456"/>
                    <a:pt x="2156181" y="972133"/>
                  </a:cubicBezTo>
                  <a:cubicBezTo>
                    <a:pt x="2163891" y="979810"/>
                    <a:pt x="2164917" y="974714"/>
                    <a:pt x="2161839" y="969055"/>
                  </a:cubicBezTo>
                  <a:cubicBezTo>
                    <a:pt x="2158762" y="963397"/>
                    <a:pt x="2149066" y="922199"/>
                    <a:pt x="2143408" y="907374"/>
                  </a:cubicBezTo>
                  <a:close/>
                  <a:moveTo>
                    <a:pt x="526967" y="34247"/>
                  </a:moveTo>
                  <a:cubicBezTo>
                    <a:pt x="534181" y="39376"/>
                    <a:pt x="506947" y="37821"/>
                    <a:pt x="503341" y="42983"/>
                  </a:cubicBezTo>
                  <a:cubicBezTo>
                    <a:pt x="499734" y="48145"/>
                    <a:pt x="483916" y="46292"/>
                    <a:pt x="486795" y="52215"/>
                  </a:cubicBezTo>
                  <a:cubicBezTo>
                    <a:pt x="489674" y="58138"/>
                    <a:pt x="515551" y="58833"/>
                    <a:pt x="515551" y="53770"/>
                  </a:cubicBezTo>
                  <a:cubicBezTo>
                    <a:pt x="515551" y="48708"/>
                    <a:pt x="528787" y="53241"/>
                    <a:pt x="529449" y="48641"/>
                  </a:cubicBezTo>
                  <a:cubicBezTo>
                    <a:pt x="530111" y="44042"/>
                    <a:pt x="535604" y="38714"/>
                    <a:pt x="549998" y="37821"/>
                  </a:cubicBezTo>
                  <a:cubicBezTo>
                    <a:pt x="564392" y="36927"/>
                    <a:pt x="564392" y="31666"/>
                    <a:pt x="551024" y="25511"/>
                  </a:cubicBezTo>
                  <a:cubicBezTo>
                    <a:pt x="537655" y="19356"/>
                    <a:pt x="519820" y="29085"/>
                    <a:pt x="526967" y="34247"/>
                  </a:cubicBezTo>
                  <a:close/>
                  <a:moveTo>
                    <a:pt x="504863" y="449467"/>
                  </a:moveTo>
                  <a:cubicBezTo>
                    <a:pt x="518761" y="462306"/>
                    <a:pt x="530574" y="443809"/>
                    <a:pt x="537258" y="442849"/>
                  </a:cubicBezTo>
                  <a:cubicBezTo>
                    <a:pt x="543943" y="441890"/>
                    <a:pt x="533155" y="434610"/>
                    <a:pt x="521838" y="431532"/>
                  </a:cubicBezTo>
                  <a:cubicBezTo>
                    <a:pt x="510521" y="428455"/>
                    <a:pt x="494406" y="439772"/>
                    <a:pt x="504863" y="449467"/>
                  </a:cubicBezTo>
                  <a:close/>
                  <a:moveTo>
                    <a:pt x="2967032" y="537091"/>
                  </a:moveTo>
                  <a:cubicBezTo>
                    <a:pt x="2961902" y="535304"/>
                    <a:pt x="2945457" y="524748"/>
                    <a:pt x="2941353" y="518858"/>
                  </a:cubicBezTo>
                  <a:cubicBezTo>
                    <a:pt x="2937250" y="512968"/>
                    <a:pt x="2917462" y="510122"/>
                    <a:pt x="2917462" y="513200"/>
                  </a:cubicBezTo>
                  <a:cubicBezTo>
                    <a:pt x="2917462" y="516277"/>
                    <a:pt x="2910844" y="512439"/>
                    <a:pt x="2909487" y="509096"/>
                  </a:cubicBezTo>
                  <a:cubicBezTo>
                    <a:pt x="2908130" y="505754"/>
                    <a:pt x="2887118" y="505225"/>
                    <a:pt x="2886853" y="508832"/>
                  </a:cubicBezTo>
                  <a:cubicBezTo>
                    <a:pt x="2886588" y="512439"/>
                    <a:pt x="2891751" y="512670"/>
                    <a:pt x="2894828" y="516807"/>
                  </a:cubicBezTo>
                  <a:cubicBezTo>
                    <a:pt x="2897905" y="520943"/>
                    <a:pt x="2890725" y="523226"/>
                    <a:pt x="2892247" y="527859"/>
                  </a:cubicBezTo>
                  <a:cubicBezTo>
                    <a:pt x="2893769" y="532492"/>
                    <a:pt x="2884537" y="525542"/>
                    <a:pt x="2881195" y="522961"/>
                  </a:cubicBezTo>
                  <a:cubicBezTo>
                    <a:pt x="2877852" y="520380"/>
                    <a:pt x="2879408" y="510387"/>
                    <a:pt x="2880434" y="505225"/>
                  </a:cubicBezTo>
                  <a:cubicBezTo>
                    <a:pt x="2881459" y="500063"/>
                    <a:pt x="2874543" y="501122"/>
                    <a:pt x="2873815" y="495993"/>
                  </a:cubicBezTo>
                  <a:cubicBezTo>
                    <a:pt x="2873088" y="490864"/>
                    <a:pt x="2849924" y="480308"/>
                    <a:pt x="2840162" y="476138"/>
                  </a:cubicBezTo>
                  <a:cubicBezTo>
                    <a:pt x="2830401" y="471969"/>
                    <a:pt x="2817793" y="468428"/>
                    <a:pt x="2814451" y="463299"/>
                  </a:cubicBezTo>
                  <a:cubicBezTo>
                    <a:pt x="2811109" y="458170"/>
                    <a:pt x="2793637" y="457641"/>
                    <a:pt x="2786986" y="450692"/>
                  </a:cubicBezTo>
                  <a:cubicBezTo>
                    <a:pt x="2780335" y="443743"/>
                    <a:pt x="2750983" y="431433"/>
                    <a:pt x="2738409" y="430672"/>
                  </a:cubicBezTo>
                  <a:cubicBezTo>
                    <a:pt x="2725835" y="429911"/>
                    <a:pt x="2728482" y="422962"/>
                    <a:pt x="2722459" y="424054"/>
                  </a:cubicBezTo>
                  <a:cubicBezTo>
                    <a:pt x="2716437" y="425146"/>
                    <a:pt x="2689832" y="423822"/>
                    <a:pt x="2681593" y="422532"/>
                  </a:cubicBezTo>
                  <a:cubicBezTo>
                    <a:pt x="2673353" y="421241"/>
                    <a:pt x="2671665" y="427429"/>
                    <a:pt x="2665676" y="425113"/>
                  </a:cubicBezTo>
                  <a:cubicBezTo>
                    <a:pt x="2659687" y="422796"/>
                    <a:pt x="2629276" y="411876"/>
                    <a:pt x="2625570" y="415847"/>
                  </a:cubicBezTo>
                  <a:cubicBezTo>
                    <a:pt x="2621864" y="419818"/>
                    <a:pt x="2623518" y="425774"/>
                    <a:pt x="2619912" y="426900"/>
                  </a:cubicBezTo>
                  <a:cubicBezTo>
                    <a:pt x="2616305" y="428025"/>
                    <a:pt x="2619912" y="433054"/>
                    <a:pt x="2628416" y="440764"/>
                  </a:cubicBezTo>
                  <a:cubicBezTo>
                    <a:pt x="2636920" y="448475"/>
                    <a:pt x="2631725" y="454398"/>
                    <a:pt x="2624048" y="457740"/>
                  </a:cubicBezTo>
                  <a:cubicBezTo>
                    <a:pt x="2616371" y="461082"/>
                    <a:pt x="2603995" y="454629"/>
                    <a:pt x="2600124" y="448739"/>
                  </a:cubicBezTo>
                  <a:cubicBezTo>
                    <a:pt x="2596252" y="442849"/>
                    <a:pt x="2585762" y="445430"/>
                    <a:pt x="2583181" y="437687"/>
                  </a:cubicBezTo>
                  <a:cubicBezTo>
                    <a:pt x="2580600" y="429944"/>
                    <a:pt x="2586258" y="428686"/>
                    <a:pt x="2591388" y="433054"/>
                  </a:cubicBezTo>
                  <a:cubicBezTo>
                    <a:pt x="2594639" y="435888"/>
                    <a:pt x="2599572" y="435548"/>
                    <a:pt x="2602406" y="432297"/>
                  </a:cubicBezTo>
                  <a:cubicBezTo>
                    <a:pt x="2603414" y="431140"/>
                    <a:pt x="2604059" y="429711"/>
                    <a:pt x="2604260" y="428190"/>
                  </a:cubicBezTo>
                  <a:cubicBezTo>
                    <a:pt x="2605021" y="422532"/>
                    <a:pt x="2590362" y="418693"/>
                    <a:pt x="2582387" y="419189"/>
                  </a:cubicBezTo>
                  <a:cubicBezTo>
                    <a:pt x="2574412" y="419686"/>
                    <a:pt x="2570077" y="430771"/>
                    <a:pt x="2561838" y="435404"/>
                  </a:cubicBezTo>
                  <a:cubicBezTo>
                    <a:pt x="2553598" y="440036"/>
                    <a:pt x="2521765" y="433584"/>
                    <a:pt x="2518423" y="430506"/>
                  </a:cubicBezTo>
                  <a:cubicBezTo>
                    <a:pt x="2515081" y="427429"/>
                    <a:pt x="2470607" y="430506"/>
                    <a:pt x="2465974" y="433584"/>
                  </a:cubicBezTo>
                  <a:cubicBezTo>
                    <a:pt x="2461342" y="436661"/>
                    <a:pt x="2464717" y="448739"/>
                    <a:pt x="2462401" y="449765"/>
                  </a:cubicBezTo>
                  <a:cubicBezTo>
                    <a:pt x="2460084" y="450791"/>
                    <a:pt x="2457768" y="435900"/>
                    <a:pt x="2457768" y="433054"/>
                  </a:cubicBezTo>
                  <a:cubicBezTo>
                    <a:pt x="2457768" y="430209"/>
                    <a:pt x="2452374" y="428190"/>
                    <a:pt x="2444532" y="428190"/>
                  </a:cubicBezTo>
                  <a:cubicBezTo>
                    <a:pt x="2436689" y="428190"/>
                    <a:pt x="2431957" y="427925"/>
                    <a:pt x="2435299" y="424583"/>
                  </a:cubicBezTo>
                  <a:cubicBezTo>
                    <a:pt x="2438642" y="421241"/>
                    <a:pt x="2432189" y="417965"/>
                    <a:pt x="2438377" y="413531"/>
                  </a:cubicBezTo>
                  <a:cubicBezTo>
                    <a:pt x="2444565" y="409097"/>
                    <a:pt x="2427060" y="395563"/>
                    <a:pt x="2410117" y="388878"/>
                  </a:cubicBezTo>
                  <a:cubicBezTo>
                    <a:pt x="2393175" y="382194"/>
                    <a:pt x="2354591" y="386033"/>
                    <a:pt x="2344300" y="389143"/>
                  </a:cubicBezTo>
                  <a:cubicBezTo>
                    <a:pt x="2334009" y="392254"/>
                    <a:pt x="2313460" y="391195"/>
                    <a:pt x="2303698" y="391426"/>
                  </a:cubicBezTo>
                  <a:cubicBezTo>
                    <a:pt x="2293937" y="391658"/>
                    <a:pt x="2301912" y="387588"/>
                    <a:pt x="2299099" y="382955"/>
                  </a:cubicBezTo>
                  <a:cubicBezTo>
                    <a:pt x="2296286" y="378323"/>
                    <a:pt x="2279542" y="372697"/>
                    <a:pt x="2277226" y="376536"/>
                  </a:cubicBezTo>
                  <a:cubicBezTo>
                    <a:pt x="2274910" y="380374"/>
                    <a:pt x="2270608" y="376536"/>
                    <a:pt x="2270608" y="373723"/>
                  </a:cubicBezTo>
                  <a:cubicBezTo>
                    <a:pt x="2270608" y="370910"/>
                    <a:pt x="2254923" y="365252"/>
                    <a:pt x="2248735" y="366509"/>
                  </a:cubicBezTo>
                  <a:cubicBezTo>
                    <a:pt x="2242547" y="367767"/>
                    <a:pt x="2239767" y="360851"/>
                    <a:pt x="2246948" y="360851"/>
                  </a:cubicBezTo>
                  <a:cubicBezTo>
                    <a:pt x="2254129" y="360851"/>
                    <a:pt x="2266471" y="362406"/>
                    <a:pt x="2261078" y="354233"/>
                  </a:cubicBezTo>
                  <a:cubicBezTo>
                    <a:pt x="2255684" y="346059"/>
                    <a:pt x="2209423" y="343412"/>
                    <a:pt x="2205055" y="344967"/>
                  </a:cubicBezTo>
                  <a:cubicBezTo>
                    <a:pt x="2200687" y="346523"/>
                    <a:pt x="2204790" y="352413"/>
                    <a:pt x="2194797" y="361943"/>
                  </a:cubicBezTo>
                  <a:cubicBezTo>
                    <a:pt x="2184804" y="371473"/>
                    <a:pt x="2174943" y="365020"/>
                    <a:pt x="2176266" y="360388"/>
                  </a:cubicBezTo>
                  <a:cubicBezTo>
                    <a:pt x="2177590" y="355755"/>
                    <a:pt x="2189900" y="356549"/>
                    <a:pt x="2189900" y="351916"/>
                  </a:cubicBezTo>
                  <a:cubicBezTo>
                    <a:pt x="2189900" y="347284"/>
                    <a:pt x="2172924" y="349865"/>
                    <a:pt x="2170377" y="345993"/>
                  </a:cubicBezTo>
                  <a:cubicBezTo>
                    <a:pt x="2167829" y="342122"/>
                    <a:pt x="2173950" y="339574"/>
                    <a:pt x="2180304" y="341360"/>
                  </a:cubicBezTo>
                  <a:cubicBezTo>
                    <a:pt x="2186657" y="343147"/>
                    <a:pt x="2197246" y="344206"/>
                    <a:pt x="2197775" y="341360"/>
                  </a:cubicBezTo>
                  <a:cubicBezTo>
                    <a:pt x="2198305" y="338515"/>
                    <a:pt x="2191356" y="338051"/>
                    <a:pt x="2181230" y="336231"/>
                  </a:cubicBezTo>
                  <a:cubicBezTo>
                    <a:pt x="2171104" y="334411"/>
                    <a:pt x="2146022" y="328521"/>
                    <a:pt x="2132918" y="329812"/>
                  </a:cubicBezTo>
                  <a:cubicBezTo>
                    <a:pt x="2119814" y="331102"/>
                    <a:pt x="2113891" y="324914"/>
                    <a:pt x="2106710" y="324418"/>
                  </a:cubicBezTo>
                  <a:cubicBezTo>
                    <a:pt x="2099530" y="323922"/>
                    <a:pt x="2099530" y="328257"/>
                    <a:pt x="2102872" y="332360"/>
                  </a:cubicBezTo>
                  <a:cubicBezTo>
                    <a:pt x="2106214" y="336463"/>
                    <a:pt x="2095923" y="338978"/>
                    <a:pt x="2087451" y="337754"/>
                  </a:cubicBezTo>
                  <a:cubicBezTo>
                    <a:pt x="2078980" y="336529"/>
                    <a:pt x="2066637" y="342386"/>
                    <a:pt x="2071502" y="348574"/>
                  </a:cubicBezTo>
                  <a:cubicBezTo>
                    <a:pt x="2076366" y="354762"/>
                    <a:pt x="2081429" y="346754"/>
                    <a:pt x="2085367" y="348839"/>
                  </a:cubicBezTo>
                  <a:cubicBezTo>
                    <a:pt x="2089305" y="350924"/>
                    <a:pt x="2074579" y="355258"/>
                    <a:pt x="2080767" y="358071"/>
                  </a:cubicBezTo>
                  <a:cubicBezTo>
                    <a:pt x="2086955" y="360884"/>
                    <a:pt x="2085896" y="366807"/>
                    <a:pt x="2086161" y="369884"/>
                  </a:cubicBezTo>
                  <a:cubicBezTo>
                    <a:pt x="2086426" y="372962"/>
                    <a:pt x="2075870" y="374517"/>
                    <a:pt x="2072031" y="369884"/>
                  </a:cubicBezTo>
                  <a:cubicBezTo>
                    <a:pt x="2068193" y="365252"/>
                    <a:pt x="2062766" y="369355"/>
                    <a:pt x="2055486" y="368859"/>
                  </a:cubicBezTo>
                  <a:cubicBezTo>
                    <a:pt x="2048206" y="368362"/>
                    <a:pt x="2042912" y="371671"/>
                    <a:pt x="2050622" y="372730"/>
                  </a:cubicBezTo>
                  <a:cubicBezTo>
                    <a:pt x="2058332" y="373789"/>
                    <a:pt x="2060880" y="378620"/>
                    <a:pt x="2050622" y="379646"/>
                  </a:cubicBezTo>
                  <a:cubicBezTo>
                    <a:pt x="2040364" y="380672"/>
                    <a:pt x="2042912" y="370149"/>
                    <a:pt x="2036757" y="371440"/>
                  </a:cubicBezTo>
                  <a:cubicBezTo>
                    <a:pt x="2030602" y="372730"/>
                    <a:pt x="2017233" y="366542"/>
                    <a:pt x="2010019" y="366807"/>
                  </a:cubicBezTo>
                  <a:cubicBezTo>
                    <a:pt x="2002806" y="367072"/>
                    <a:pt x="1999497" y="372730"/>
                    <a:pt x="1989967" y="373425"/>
                  </a:cubicBezTo>
                  <a:cubicBezTo>
                    <a:pt x="1980437" y="374120"/>
                    <a:pt x="1967631" y="368528"/>
                    <a:pt x="1963759" y="363498"/>
                  </a:cubicBezTo>
                  <a:cubicBezTo>
                    <a:pt x="1959887" y="358468"/>
                    <a:pt x="1958630" y="356880"/>
                    <a:pt x="1953832" y="362737"/>
                  </a:cubicBezTo>
                  <a:cubicBezTo>
                    <a:pt x="1949034" y="368594"/>
                    <a:pt x="1948934" y="379944"/>
                    <a:pt x="1944335" y="380705"/>
                  </a:cubicBezTo>
                  <a:cubicBezTo>
                    <a:pt x="1939735" y="381466"/>
                    <a:pt x="1937717" y="391493"/>
                    <a:pt x="1933283" y="393941"/>
                  </a:cubicBezTo>
                  <a:cubicBezTo>
                    <a:pt x="1928849" y="396390"/>
                    <a:pt x="1928385" y="390103"/>
                    <a:pt x="1922495" y="390632"/>
                  </a:cubicBezTo>
                  <a:cubicBezTo>
                    <a:pt x="1916605" y="391162"/>
                    <a:pt x="1897578" y="372664"/>
                    <a:pt x="1896519" y="367270"/>
                  </a:cubicBezTo>
                  <a:cubicBezTo>
                    <a:pt x="1895460" y="361877"/>
                    <a:pt x="1883680" y="351585"/>
                    <a:pt x="1880602" y="349534"/>
                  </a:cubicBezTo>
                  <a:cubicBezTo>
                    <a:pt x="1877525" y="347482"/>
                    <a:pt x="1883680" y="346456"/>
                    <a:pt x="1887518" y="349799"/>
                  </a:cubicBezTo>
                  <a:cubicBezTo>
                    <a:pt x="1891035" y="352833"/>
                    <a:pt x="1896078" y="353336"/>
                    <a:pt x="1900126" y="351056"/>
                  </a:cubicBezTo>
                  <a:cubicBezTo>
                    <a:pt x="1903964" y="349004"/>
                    <a:pt x="1903435" y="339507"/>
                    <a:pt x="1896817" y="339243"/>
                  </a:cubicBezTo>
                  <a:cubicBezTo>
                    <a:pt x="1890199" y="338978"/>
                    <a:pt x="1892714" y="333353"/>
                    <a:pt x="1896056" y="332294"/>
                  </a:cubicBezTo>
                  <a:cubicBezTo>
                    <a:pt x="1899398" y="331235"/>
                    <a:pt x="1888345" y="321274"/>
                    <a:pt x="1892449" y="320249"/>
                  </a:cubicBezTo>
                  <a:cubicBezTo>
                    <a:pt x="1896552" y="319223"/>
                    <a:pt x="1894765" y="314822"/>
                    <a:pt x="1889140" y="314061"/>
                  </a:cubicBezTo>
                  <a:cubicBezTo>
                    <a:pt x="1883514" y="313300"/>
                    <a:pt x="1877591" y="308667"/>
                    <a:pt x="1877293" y="305854"/>
                  </a:cubicBezTo>
                  <a:cubicBezTo>
                    <a:pt x="1876996" y="303042"/>
                    <a:pt x="1853170" y="301983"/>
                    <a:pt x="1854130" y="306086"/>
                  </a:cubicBezTo>
                  <a:cubicBezTo>
                    <a:pt x="1855090" y="310189"/>
                    <a:pt x="1846453" y="308932"/>
                    <a:pt x="1847744" y="305590"/>
                  </a:cubicBezTo>
                  <a:cubicBezTo>
                    <a:pt x="1849034" y="302247"/>
                    <a:pt x="1839239" y="303273"/>
                    <a:pt x="1827889" y="300196"/>
                  </a:cubicBezTo>
                  <a:cubicBezTo>
                    <a:pt x="1816539" y="297118"/>
                    <a:pt x="1816341" y="289144"/>
                    <a:pt x="1812469" y="288647"/>
                  </a:cubicBezTo>
                  <a:cubicBezTo>
                    <a:pt x="1808597" y="288151"/>
                    <a:pt x="1809921" y="299666"/>
                    <a:pt x="1804263" y="297118"/>
                  </a:cubicBezTo>
                  <a:cubicBezTo>
                    <a:pt x="1800958" y="295556"/>
                    <a:pt x="1797013" y="296968"/>
                    <a:pt x="1795451" y="300272"/>
                  </a:cubicBezTo>
                  <a:cubicBezTo>
                    <a:pt x="1794578" y="302118"/>
                    <a:pt x="1794606" y="304264"/>
                    <a:pt x="1795527" y="306086"/>
                  </a:cubicBezTo>
                  <a:cubicBezTo>
                    <a:pt x="1798604" y="312704"/>
                    <a:pt x="1795791" y="313796"/>
                    <a:pt x="1795262" y="319322"/>
                  </a:cubicBezTo>
                  <a:cubicBezTo>
                    <a:pt x="1794733" y="324848"/>
                    <a:pt x="1791655" y="322433"/>
                    <a:pt x="1785004" y="320116"/>
                  </a:cubicBezTo>
                  <a:cubicBezTo>
                    <a:pt x="1778352" y="317800"/>
                    <a:pt x="1778386" y="325775"/>
                    <a:pt x="1763925" y="322168"/>
                  </a:cubicBezTo>
                  <a:cubicBezTo>
                    <a:pt x="1749464" y="318561"/>
                    <a:pt x="1743111" y="322433"/>
                    <a:pt x="1740530" y="317800"/>
                  </a:cubicBezTo>
                  <a:cubicBezTo>
                    <a:pt x="1737949" y="313167"/>
                    <a:pt x="1733581" y="312671"/>
                    <a:pt x="1733085" y="316509"/>
                  </a:cubicBezTo>
                  <a:cubicBezTo>
                    <a:pt x="1732588" y="320348"/>
                    <a:pt x="1710484" y="318826"/>
                    <a:pt x="1708664" y="313200"/>
                  </a:cubicBezTo>
                  <a:cubicBezTo>
                    <a:pt x="1706844" y="307575"/>
                    <a:pt x="1712503" y="306582"/>
                    <a:pt x="1715877" y="304994"/>
                  </a:cubicBezTo>
                  <a:cubicBezTo>
                    <a:pt x="1719253" y="303406"/>
                    <a:pt x="1712271" y="301122"/>
                    <a:pt x="1700193" y="301917"/>
                  </a:cubicBezTo>
                  <a:cubicBezTo>
                    <a:pt x="1688115" y="302711"/>
                    <a:pt x="1680338" y="295729"/>
                    <a:pt x="1668062" y="297019"/>
                  </a:cubicBezTo>
                  <a:cubicBezTo>
                    <a:pt x="1655785" y="298310"/>
                    <a:pt x="1628353" y="300858"/>
                    <a:pt x="1624382" y="302678"/>
                  </a:cubicBezTo>
                  <a:cubicBezTo>
                    <a:pt x="1620411" y="304498"/>
                    <a:pt x="1627989" y="311413"/>
                    <a:pt x="1622066" y="311910"/>
                  </a:cubicBezTo>
                  <a:cubicBezTo>
                    <a:pt x="1616143" y="312406"/>
                    <a:pt x="1620279" y="300626"/>
                    <a:pt x="1619253" y="294967"/>
                  </a:cubicBezTo>
                  <a:cubicBezTo>
                    <a:pt x="1618227" y="289309"/>
                    <a:pt x="1609326" y="288349"/>
                    <a:pt x="1610484" y="292916"/>
                  </a:cubicBezTo>
                  <a:cubicBezTo>
                    <a:pt x="1611642" y="297482"/>
                    <a:pt x="1596354" y="298806"/>
                    <a:pt x="1592516" y="295464"/>
                  </a:cubicBezTo>
                  <a:cubicBezTo>
                    <a:pt x="1586751" y="290486"/>
                    <a:pt x="1579874" y="286967"/>
                    <a:pt x="1572463" y="285206"/>
                  </a:cubicBezTo>
                  <a:cubicBezTo>
                    <a:pt x="1562536" y="282625"/>
                    <a:pt x="1550094" y="293412"/>
                    <a:pt x="1552940" y="296523"/>
                  </a:cubicBezTo>
                  <a:cubicBezTo>
                    <a:pt x="1555785" y="299633"/>
                    <a:pt x="1563231" y="297284"/>
                    <a:pt x="1563463" y="299335"/>
                  </a:cubicBezTo>
                  <a:cubicBezTo>
                    <a:pt x="1563992" y="303538"/>
                    <a:pt x="1542152" y="301917"/>
                    <a:pt x="1542152" y="305490"/>
                  </a:cubicBezTo>
                  <a:cubicBezTo>
                    <a:pt x="1542152" y="309064"/>
                    <a:pt x="1521835" y="313961"/>
                    <a:pt x="1515680" y="314723"/>
                  </a:cubicBezTo>
                  <a:cubicBezTo>
                    <a:pt x="1498770" y="316873"/>
                    <a:pt x="1495097" y="316807"/>
                    <a:pt x="1487156" y="323492"/>
                  </a:cubicBezTo>
                  <a:cubicBezTo>
                    <a:pt x="1479214" y="330176"/>
                    <a:pt x="1485369" y="317568"/>
                    <a:pt x="1491524" y="311413"/>
                  </a:cubicBezTo>
                  <a:cubicBezTo>
                    <a:pt x="1497679" y="305259"/>
                    <a:pt x="1504098" y="307807"/>
                    <a:pt x="1507705" y="302942"/>
                  </a:cubicBezTo>
                  <a:cubicBezTo>
                    <a:pt x="1511312" y="298078"/>
                    <a:pt x="1516970" y="298541"/>
                    <a:pt x="1526732" y="297019"/>
                  </a:cubicBezTo>
                  <a:cubicBezTo>
                    <a:pt x="1536494" y="295497"/>
                    <a:pt x="1535964" y="289805"/>
                    <a:pt x="1540597" y="287754"/>
                  </a:cubicBezTo>
                  <a:cubicBezTo>
                    <a:pt x="1545230" y="285702"/>
                    <a:pt x="1556514" y="281334"/>
                    <a:pt x="1558598" y="276701"/>
                  </a:cubicBezTo>
                  <a:cubicBezTo>
                    <a:pt x="1560683" y="272069"/>
                    <a:pt x="1583780" y="264392"/>
                    <a:pt x="1588380" y="264623"/>
                  </a:cubicBezTo>
                  <a:cubicBezTo>
                    <a:pt x="1592980" y="264855"/>
                    <a:pt x="1594005" y="255391"/>
                    <a:pt x="1596586" y="255391"/>
                  </a:cubicBezTo>
                  <a:cubicBezTo>
                    <a:pt x="1599167" y="255391"/>
                    <a:pt x="1612536" y="249468"/>
                    <a:pt x="1617665" y="247152"/>
                  </a:cubicBezTo>
                  <a:cubicBezTo>
                    <a:pt x="1621966" y="245261"/>
                    <a:pt x="1624983" y="241281"/>
                    <a:pt x="1625640" y="236629"/>
                  </a:cubicBezTo>
                  <a:cubicBezTo>
                    <a:pt x="1625904" y="233320"/>
                    <a:pt x="1618691" y="233816"/>
                    <a:pt x="1617930" y="230706"/>
                  </a:cubicBezTo>
                  <a:cubicBezTo>
                    <a:pt x="1617169" y="227595"/>
                    <a:pt x="1621239" y="229680"/>
                    <a:pt x="1626665" y="227628"/>
                  </a:cubicBezTo>
                  <a:cubicBezTo>
                    <a:pt x="1632092" y="225577"/>
                    <a:pt x="1626665" y="218396"/>
                    <a:pt x="1622298" y="219686"/>
                  </a:cubicBezTo>
                  <a:cubicBezTo>
                    <a:pt x="1617930" y="220977"/>
                    <a:pt x="1624614" y="215815"/>
                    <a:pt x="1620742" y="211182"/>
                  </a:cubicBezTo>
                  <a:cubicBezTo>
                    <a:pt x="1616871" y="206549"/>
                    <a:pt x="1609194" y="214028"/>
                    <a:pt x="1609425" y="209131"/>
                  </a:cubicBezTo>
                  <a:cubicBezTo>
                    <a:pt x="1609657" y="204233"/>
                    <a:pt x="1608929" y="198078"/>
                    <a:pt x="1605818" y="195001"/>
                  </a:cubicBezTo>
                  <a:cubicBezTo>
                    <a:pt x="1602708" y="191923"/>
                    <a:pt x="1597116" y="200395"/>
                    <a:pt x="1590696" y="195530"/>
                  </a:cubicBezTo>
                  <a:cubicBezTo>
                    <a:pt x="1584277" y="190666"/>
                    <a:pt x="1565481" y="187556"/>
                    <a:pt x="1565481" y="189607"/>
                  </a:cubicBezTo>
                  <a:cubicBezTo>
                    <a:pt x="1565481" y="191659"/>
                    <a:pt x="1556481" y="186530"/>
                    <a:pt x="1554694" y="188581"/>
                  </a:cubicBezTo>
                  <a:cubicBezTo>
                    <a:pt x="1552907" y="190633"/>
                    <a:pt x="1537983" y="190368"/>
                    <a:pt x="1533350" y="189078"/>
                  </a:cubicBezTo>
                  <a:cubicBezTo>
                    <a:pt x="1528718" y="187787"/>
                    <a:pt x="1522331" y="190898"/>
                    <a:pt x="1522066" y="195530"/>
                  </a:cubicBezTo>
                  <a:cubicBezTo>
                    <a:pt x="1521802" y="200163"/>
                    <a:pt x="1503569" y="198343"/>
                    <a:pt x="1500227" y="197582"/>
                  </a:cubicBezTo>
                  <a:cubicBezTo>
                    <a:pt x="1496884" y="196821"/>
                    <a:pt x="1512834" y="183684"/>
                    <a:pt x="1512834" y="181368"/>
                  </a:cubicBezTo>
                  <a:cubicBezTo>
                    <a:pt x="1512834" y="179051"/>
                    <a:pt x="1485832" y="181897"/>
                    <a:pt x="1484277" y="179349"/>
                  </a:cubicBezTo>
                  <a:cubicBezTo>
                    <a:pt x="1482722" y="176801"/>
                    <a:pt x="1469651" y="176040"/>
                    <a:pt x="1463728" y="176239"/>
                  </a:cubicBezTo>
                  <a:cubicBezTo>
                    <a:pt x="1457804" y="176437"/>
                    <a:pt x="1463496" y="174716"/>
                    <a:pt x="1468890" y="174187"/>
                  </a:cubicBezTo>
                  <a:cubicBezTo>
                    <a:pt x="1474283" y="173657"/>
                    <a:pt x="1479148" y="169058"/>
                    <a:pt x="1485071" y="168032"/>
                  </a:cubicBezTo>
                  <a:cubicBezTo>
                    <a:pt x="1490994" y="167006"/>
                    <a:pt x="1489671" y="164955"/>
                    <a:pt x="1487122" y="161414"/>
                  </a:cubicBezTo>
                  <a:cubicBezTo>
                    <a:pt x="1484575" y="157873"/>
                    <a:pt x="1478354" y="159594"/>
                    <a:pt x="1472464" y="157807"/>
                  </a:cubicBezTo>
                  <a:cubicBezTo>
                    <a:pt x="1466561" y="155642"/>
                    <a:pt x="1460451" y="154089"/>
                    <a:pt x="1454231" y="153174"/>
                  </a:cubicBezTo>
                  <a:cubicBezTo>
                    <a:pt x="1449101" y="152943"/>
                    <a:pt x="1443410" y="155756"/>
                    <a:pt x="1431365" y="158072"/>
                  </a:cubicBezTo>
                  <a:cubicBezTo>
                    <a:pt x="1419320" y="160388"/>
                    <a:pt x="1418129" y="169620"/>
                    <a:pt x="1412073" y="172466"/>
                  </a:cubicBezTo>
                  <a:cubicBezTo>
                    <a:pt x="1406018" y="175312"/>
                    <a:pt x="1395131" y="186596"/>
                    <a:pt x="1400260" y="187622"/>
                  </a:cubicBezTo>
                  <a:cubicBezTo>
                    <a:pt x="1405389" y="188648"/>
                    <a:pt x="1402808" y="191725"/>
                    <a:pt x="1403569" y="195067"/>
                  </a:cubicBezTo>
                  <a:cubicBezTo>
                    <a:pt x="1404330" y="198409"/>
                    <a:pt x="1399697" y="199170"/>
                    <a:pt x="1393642" y="198145"/>
                  </a:cubicBezTo>
                  <a:cubicBezTo>
                    <a:pt x="1387586" y="197119"/>
                    <a:pt x="1366905" y="197383"/>
                    <a:pt x="1367169" y="201751"/>
                  </a:cubicBezTo>
                  <a:cubicBezTo>
                    <a:pt x="1367434" y="206119"/>
                    <a:pt x="1379247" y="208171"/>
                    <a:pt x="1378486" y="210487"/>
                  </a:cubicBezTo>
                  <a:cubicBezTo>
                    <a:pt x="1377725" y="212804"/>
                    <a:pt x="1369486" y="210223"/>
                    <a:pt x="1365250" y="207939"/>
                  </a:cubicBezTo>
                  <a:cubicBezTo>
                    <a:pt x="1361014" y="205656"/>
                    <a:pt x="1352014" y="206880"/>
                    <a:pt x="1350095" y="211248"/>
                  </a:cubicBezTo>
                  <a:cubicBezTo>
                    <a:pt x="1348175" y="215616"/>
                    <a:pt x="1341094" y="214557"/>
                    <a:pt x="1338778" y="213565"/>
                  </a:cubicBezTo>
                  <a:cubicBezTo>
                    <a:pt x="1336461" y="212572"/>
                    <a:pt x="1331332" y="215616"/>
                    <a:pt x="1327494" y="214359"/>
                  </a:cubicBezTo>
                  <a:cubicBezTo>
                    <a:pt x="1323655" y="213101"/>
                    <a:pt x="1335204" y="207410"/>
                    <a:pt x="1332358" y="204432"/>
                  </a:cubicBezTo>
                  <a:cubicBezTo>
                    <a:pt x="1329512" y="201454"/>
                    <a:pt x="1317203" y="204200"/>
                    <a:pt x="1315813" y="208833"/>
                  </a:cubicBezTo>
                  <a:cubicBezTo>
                    <a:pt x="1314423" y="213465"/>
                    <a:pt x="1307044" y="205524"/>
                    <a:pt x="1304231" y="207013"/>
                  </a:cubicBezTo>
                  <a:cubicBezTo>
                    <a:pt x="1300567" y="209108"/>
                    <a:pt x="1296789" y="210997"/>
                    <a:pt x="1292914" y="212671"/>
                  </a:cubicBezTo>
                  <a:cubicBezTo>
                    <a:pt x="1287520" y="214988"/>
                    <a:pt x="1278288" y="210090"/>
                    <a:pt x="1276203" y="214227"/>
                  </a:cubicBezTo>
                  <a:cubicBezTo>
                    <a:pt x="1274119" y="218363"/>
                    <a:pt x="1286494" y="219620"/>
                    <a:pt x="1286759" y="221407"/>
                  </a:cubicBezTo>
                  <a:cubicBezTo>
                    <a:pt x="1287024" y="223194"/>
                    <a:pt x="1258765" y="222929"/>
                    <a:pt x="1257970" y="225775"/>
                  </a:cubicBezTo>
                  <a:cubicBezTo>
                    <a:pt x="1257176" y="228621"/>
                    <a:pt x="1247679" y="228588"/>
                    <a:pt x="1236131" y="228853"/>
                  </a:cubicBezTo>
                  <a:cubicBezTo>
                    <a:pt x="1224582" y="229117"/>
                    <a:pt x="1229182" y="234776"/>
                    <a:pt x="1219916" y="236563"/>
                  </a:cubicBezTo>
                  <a:cubicBezTo>
                    <a:pt x="1210651" y="238350"/>
                    <a:pt x="1206680" y="238614"/>
                    <a:pt x="1203371" y="243181"/>
                  </a:cubicBezTo>
                  <a:cubicBezTo>
                    <a:pt x="1200062" y="247747"/>
                    <a:pt x="1193080" y="248574"/>
                    <a:pt x="1190135" y="244968"/>
                  </a:cubicBezTo>
                  <a:cubicBezTo>
                    <a:pt x="1187190" y="241361"/>
                    <a:pt x="1178553" y="246788"/>
                    <a:pt x="1183186" y="247284"/>
                  </a:cubicBezTo>
                  <a:cubicBezTo>
                    <a:pt x="1187819" y="247780"/>
                    <a:pt x="1183451" y="252446"/>
                    <a:pt x="1180605" y="251387"/>
                  </a:cubicBezTo>
                  <a:cubicBezTo>
                    <a:pt x="1177759" y="250328"/>
                    <a:pt x="1169586" y="256285"/>
                    <a:pt x="1174185" y="255755"/>
                  </a:cubicBezTo>
                  <a:cubicBezTo>
                    <a:pt x="1178785" y="255226"/>
                    <a:pt x="1181134" y="259064"/>
                    <a:pt x="1178818" y="261943"/>
                  </a:cubicBezTo>
                  <a:cubicBezTo>
                    <a:pt x="1176501" y="264822"/>
                    <a:pt x="1166475" y="258634"/>
                    <a:pt x="1163894" y="261182"/>
                  </a:cubicBezTo>
                  <a:cubicBezTo>
                    <a:pt x="1161313" y="263730"/>
                    <a:pt x="1168792" y="267072"/>
                    <a:pt x="1173424" y="266576"/>
                  </a:cubicBezTo>
                  <a:cubicBezTo>
                    <a:pt x="1177027" y="265956"/>
                    <a:pt x="1180449" y="268374"/>
                    <a:pt x="1181069" y="271976"/>
                  </a:cubicBezTo>
                  <a:cubicBezTo>
                    <a:pt x="1181097" y="272138"/>
                    <a:pt x="1181118" y="272302"/>
                    <a:pt x="1181134" y="272466"/>
                  </a:cubicBezTo>
                  <a:cubicBezTo>
                    <a:pt x="1181631" y="275775"/>
                    <a:pt x="1170347" y="270414"/>
                    <a:pt x="1167898" y="273260"/>
                  </a:cubicBezTo>
                  <a:cubicBezTo>
                    <a:pt x="1165449" y="276106"/>
                    <a:pt x="1169685" y="277363"/>
                    <a:pt x="1174516" y="277860"/>
                  </a:cubicBezTo>
                  <a:cubicBezTo>
                    <a:pt x="1179348" y="278356"/>
                    <a:pt x="1175807" y="280176"/>
                    <a:pt x="1180208" y="284048"/>
                  </a:cubicBezTo>
                  <a:lnTo>
                    <a:pt x="1181035" y="284875"/>
                  </a:lnTo>
                  <a:cubicBezTo>
                    <a:pt x="1183682" y="288184"/>
                    <a:pt x="1178686" y="289177"/>
                    <a:pt x="1179182" y="292254"/>
                  </a:cubicBezTo>
                  <a:cubicBezTo>
                    <a:pt x="1179678" y="295331"/>
                    <a:pt x="1174285" y="296887"/>
                    <a:pt x="1174285" y="293809"/>
                  </a:cubicBezTo>
                  <a:cubicBezTo>
                    <a:pt x="1174285" y="290732"/>
                    <a:pt x="1160651" y="289673"/>
                    <a:pt x="1157739" y="293015"/>
                  </a:cubicBezTo>
                  <a:cubicBezTo>
                    <a:pt x="1154827" y="296357"/>
                    <a:pt x="1152842" y="298938"/>
                    <a:pt x="1149500" y="295861"/>
                  </a:cubicBezTo>
                  <a:cubicBezTo>
                    <a:pt x="1146158" y="292783"/>
                    <a:pt x="1136264" y="296622"/>
                    <a:pt x="1123822" y="297151"/>
                  </a:cubicBezTo>
                  <a:cubicBezTo>
                    <a:pt x="1111379" y="297681"/>
                    <a:pt x="1085271" y="298674"/>
                    <a:pt x="1078851" y="300990"/>
                  </a:cubicBezTo>
                  <a:cubicBezTo>
                    <a:pt x="1072432" y="303306"/>
                    <a:pt x="1067005" y="312307"/>
                    <a:pt x="1072928" y="318197"/>
                  </a:cubicBezTo>
                  <a:cubicBezTo>
                    <a:pt x="1078851" y="324087"/>
                    <a:pt x="1073193" y="326701"/>
                    <a:pt x="1073193" y="330540"/>
                  </a:cubicBezTo>
                  <a:cubicBezTo>
                    <a:pt x="1073193" y="334378"/>
                    <a:pt x="1088613" y="342353"/>
                    <a:pt x="1096820" y="343147"/>
                  </a:cubicBezTo>
                  <a:cubicBezTo>
                    <a:pt x="1105026" y="343941"/>
                    <a:pt x="1111743" y="353935"/>
                    <a:pt x="1106747" y="360090"/>
                  </a:cubicBezTo>
                  <a:cubicBezTo>
                    <a:pt x="1101750" y="366245"/>
                    <a:pt x="1086892" y="358303"/>
                    <a:pt x="1077197" y="350593"/>
                  </a:cubicBezTo>
                  <a:cubicBezTo>
                    <a:pt x="1067501" y="342883"/>
                    <a:pt x="1044834" y="339805"/>
                    <a:pt x="1037488" y="340302"/>
                  </a:cubicBezTo>
                  <a:cubicBezTo>
                    <a:pt x="1030142" y="340798"/>
                    <a:pt x="1034378" y="333683"/>
                    <a:pt x="1024881" y="333882"/>
                  </a:cubicBezTo>
                  <a:cubicBezTo>
                    <a:pt x="1015384" y="334081"/>
                    <a:pt x="1007409" y="342618"/>
                    <a:pt x="1013829" y="342618"/>
                  </a:cubicBezTo>
                  <a:cubicBezTo>
                    <a:pt x="1020248" y="342618"/>
                    <a:pt x="1024351" y="342122"/>
                    <a:pt x="1021009" y="345199"/>
                  </a:cubicBezTo>
                  <a:cubicBezTo>
                    <a:pt x="1017667" y="348276"/>
                    <a:pt x="1022829" y="347515"/>
                    <a:pt x="1030539" y="350824"/>
                  </a:cubicBezTo>
                  <a:cubicBezTo>
                    <a:pt x="1038249" y="354133"/>
                    <a:pt x="1024120" y="358799"/>
                    <a:pt x="1016145" y="353405"/>
                  </a:cubicBezTo>
                  <a:cubicBezTo>
                    <a:pt x="1009955" y="349281"/>
                    <a:pt x="1001594" y="350955"/>
                    <a:pt x="997469" y="357145"/>
                  </a:cubicBezTo>
                  <a:cubicBezTo>
                    <a:pt x="997440" y="357189"/>
                    <a:pt x="997411" y="357233"/>
                    <a:pt x="997382" y="357277"/>
                  </a:cubicBezTo>
                  <a:cubicBezTo>
                    <a:pt x="995066" y="361380"/>
                    <a:pt x="1006615" y="373194"/>
                    <a:pt x="1020546" y="375245"/>
                  </a:cubicBezTo>
                  <a:cubicBezTo>
                    <a:pt x="1034477" y="377297"/>
                    <a:pt x="1029811" y="381665"/>
                    <a:pt x="1036231" y="383981"/>
                  </a:cubicBezTo>
                  <a:cubicBezTo>
                    <a:pt x="1042650" y="386297"/>
                    <a:pt x="1038018" y="388878"/>
                    <a:pt x="1033650" y="389143"/>
                  </a:cubicBezTo>
                  <a:cubicBezTo>
                    <a:pt x="1029282" y="389408"/>
                    <a:pt x="1020414" y="382525"/>
                    <a:pt x="1013597" y="378852"/>
                  </a:cubicBezTo>
                  <a:cubicBezTo>
                    <a:pt x="1006780" y="375179"/>
                    <a:pt x="987918" y="380407"/>
                    <a:pt x="984047" y="376271"/>
                  </a:cubicBezTo>
                  <a:cubicBezTo>
                    <a:pt x="980175" y="372135"/>
                    <a:pt x="986628" y="368064"/>
                    <a:pt x="983021" y="364987"/>
                  </a:cubicBezTo>
                  <a:cubicBezTo>
                    <a:pt x="979414" y="361910"/>
                    <a:pt x="982525" y="355060"/>
                    <a:pt x="987157" y="347747"/>
                  </a:cubicBezTo>
                  <a:cubicBezTo>
                    <a:pt x="991790" y="340434"/>
                    <a:pt x="986363" y="328223"/>
                    <a:pt x="979679" y="326172"/>
                  </a:cubicBezTo>
                  <a:cubicBezTo>
                    <a:pt x="972995" y="324120"/>
                    <a:pt x="973524" y="331069"/>
                    <a:pt x="975079" y="333121"/>
                  </a:cubicBezTo>
                  <a:cubicBezTo>
                    <a:pt x="976635" y="335173"/>
                    <a:pt x="975841" y="344934"/>
                    <a:pt x="970678" y="351354"/>
                  </a:cubicBezTo>
                  <a:cubicBezTo>
                    <a:pt x="965516" y="357773"/>
                    <a:pt x="949864" y="357773"/>
                    <a:pt x="949864" y="362141"/>
                  </a:cubicBezTo>
                  <a:cubicBezTo>
                    <a:pt x="949864" y="366509"/>
                    <a:pt x="939342" y="369851"/>
                    <a:pt x="942915" y="372929"/>
                  </a:cubicBezTo>
                  <a:cubicBezTo>
                    <a:pt x="946489" y="376006"/>
                    <a:pt x="960652" y="391956"/>
                    <a:pt x="962770" y="396853"/>
                  </a:cubicBezTo>
                  <a:cubicBezTo>
                    <a:pt x="964888" y="401751"/>
                    <a:pt x="950162" y="417138"/>
                    <a:pt x="952479" y="426138"/>
                  </a:cubicBezTo>
                  <a:cubicBezTo>
                    <a:pt x="954795" y="435139"/>
                    <a:pt x="950427" y="439375"/>
                    <a:pt x="953240" y="443610"/>
                  </a:cubicBezTo>
                  <a:cubicBezTo>
                    <a:pt x="956052" y="447846"/>
                    <a:pt x="962472" y="444107"/>
                    <a:pt x="966476" y="445927"/>
                  </a:cubicBezTo>
                  <a:cubicBezTo>
                    <a:pt x="970480" y="447747"/>
                    <a:pt x="977263" y="443346"/>
                    <a:pt x="986760" y="441559"/>
                  </a:cubicBezTo>
                  <a:cubicBezTo>
                    <a:pt x="996257" y="439772"/>
                    <a:pt x="1013762" y="449765"/>
                    <a:pt x="1020182" y="452843"/>
                  </a:cubicBezTo>
                  <a:cubicBezTo>
                    <a:pt x="1026601" y="455920"/>
                    <a:pt x="1023259" y="461082"/>
                    <a:pt x="1026601" y="466079"/>
                  </a:cubicBezTo>
                  <a:cubicBezTo>
                    <a:pt x="1029944" y="471075"/>
                    <a:pt x="1018891" y="471241"/>
                    <a:pt x="1018627" y="478951"/>
                  </a:cubicBezTo>
                  <a:cubicBezTo>
                    <a:pt x="1018362" y="486661"/>
                    <a:pt x="1037918" y="489970"/>
                    <a:pt x="1038680" y="492187"/>
                  </a:cubicBezTo>
                  <a:cubicBezTo>
                    <a:pt x="1039441" y="494404"/>
                    <a:pt x="1024814" y="492717"/>
                    <a:pt x="1019156" y="490665"/>
                  </a:cubicBezTo>
                  <a:cubicBezTo>
                    <a:pt x="1013497" y="488613"/>
                    <a:pt x="1013001" y="481135"/>
                    <a:pt x="1011181" y="479613"/>
                  </a:cubicBezTo>
                  <a:cubicBezTo>
                    <a:pt x="1009361" y="478091"/>
                    <a:pt x="1015053" y="471903"/>
                    <a:pt x="1015549" y="467005"/>
                  </a:cubicBezTo>
                  <a:cubicBezTo>
                    <a:pt x="1016045" y="462108"/>
                    <a:pt x="1009130" y="459295"/>
                    <a:pt x="1006813" y="455953"/>
                  </a:cubicBezTo>
                  <a:cubicBezTo>
                    <a:pt x="1004497" y="452611"/>
                    <a:pt x="1000394" y="447747"/>
                    <a:pt x="995761" y="448772"/>
                  </a:cubicBezTo>
                  <a:cubicBezTo>
                    <a:pt x="991129" y="449798"/>
                    <a:pt x="974186" y="451320"/>
                    <a:pt x="969057" y="455953"/>
                  </a:cubicBezTo>
                  <a:cubicBezTo>
                    <a:pt x="963928" y="460586"/>
                    <a:pt x="969818" y="473690"/>
                    <a:pt x="972664" y="480109"/>
                  </a:cubicBezTo>
                  <a:cubicBezTo>
                    <a:pt x="975509" y="486529"/>
                    <a:pt x="957740" y="495529"/>
                    <a:pt x="958236" y="500658"/>
                  </a:cubicBezTo>
                  <a:cubicBezTo>
                    <a:pt x="958733" y="505787"/>
                    <a:pt x="952843" y="508137"/>
                    <a:pt x="945000" y="512240"/>
                  </a:cubicBezTo>
                  <a:cubicBezTo>
                    <a:pt x="937158" y="516343"/>
                    <a:pt x="928819" y="519421"/>
                    <a:pt x="929051" y="526105"/>
                  </a:cubicBezTo>
                  <a:cubicBezTo>
                    <a:pt x="929282" y="532789"/>
                    <a:pt x="918792" y="529182"/>
                    <a:pt x="913398" y="526105"/>
                  </a:cubicBezTo>
                  <a:cubicBezTo>
                    <a:pt x="908005" y="523028"/>
                    <a:pt x="901056" y="527892"/>
                    <a:pt x="893346" y="527660"/>
                  </a:cubicBezTo>
                  <a:cubicBezTo>
                    <a:pt x="885636" y="527429"/>
                    <a:pt x="885636" y="521042"/>
                    <a:pt x="879481" y="523259"/>
                  </a:cubicBezTo>
                  <a:cubicBezTo>
                    <a:pt x="876582" y="524853"/>
                    <a:pt x="872940" y="523796"/>
                    <a:pt x="871346" y="520898"/>
                  </a:cubicBezTo>
                  <a:cubicBezTo>
                    <a:pt x="870493" y="519347"/>
                    <a:pt x="870370" y="517498"/>
                    <a:pt x="871009" y="515847"/>
                  </a:cubicBezTo>
                  <a:cubicBezTo>
                    <a:pt x="872797" y="511214"/>
                    <a:pt x="879712" y="514788"/>
                    <a:pt x="880242" y="518130"/>
                  </a:cubicBezTo>
                  <a:cubicBezTo>
                    <a:pt x="880771" y="521472"/>
                    <a:pt x="885139" y="519950"/>
                    <a:pt x="890169" y="517104"/>
                  </a:cubicBezTo>
                  <a:cubicBezTo>
                    <a:pt x="895199" y="514259"/>
                    <a:pt x="892750" y="520711"/>
                    <a:pt x="900096" y="521241"/>
                  </a:cubicBezTo>
                  <a:cubicBezTo>
                    <a:pt x="907442" y="521770"/>
                    <a:pt x="903405" y="517369"/>
                    <a:pt x="909097" y="517932"/>
                  </a:cubicBezTo>
                  <a:cubicBezTo>
                    <a:pt x="914788" y="518494"/>
                    <a:pt x="914987" y="516641"/>
                    <a:pt x="913200" y="513795"/>
                  </a:cubicBezTo>
                  <a:cubicBezTo>
                    <a:pt x="911413" y="510950"/>
                    <a:pt x="917303" y="508931"/>
                    <a:pt x="920910" y="507376"/>
                  </a:cubicBezTo>
                  <a:cubicBezTo>
                    <a:pt x="924517" y="505820"/>
                    <a:pt x="922962" y="499930"/>
                    <a:pt x="926304" y="498144"/>
                  </a:cubicBezTo>
                  <a:cubicBezTo>
                    <a:pt x="929646" y="496357"/>
                    <a:pt x="927330" y="492750"/>
                    <a:pt x="930937" y="492485"/>
                  </a:cubicBezTo>
                  <a:cubicBezTo>
                    <a:pt x="934543" y="492220"/>
                    <a:pt x="936066" y="486826"/>
                    <a:pt x="939408" y="486826"/>
                  </a:cubicBezTo>
                  <a:cubicBezTo>
                    <a:pt x="942750" y="486826"/>
                    <a:pt x="944537" y="481433"/>
                    <a:pt x="942485" y="478587"/>
                  </a:cubicBezTo>
                  <a:cubicBezTo>
                    <a:pt x="940434" y="475741"/>
                    <a:pt x="943776" y="468064"/>
                    <a:pt x="947118" y="467038"/>
                  </a:cubicBezTo>
                  <a:cubicBezTo>
                    <a:pt x="950460" y="466013"/>
                    <a:pt x="950725" y="462935"/>
                    <a:pt x="947647" y="460619"/>
                  </a:cubicBezTo>
                  <a:cubicBezTo>
                    <a:pt x="944570" y="458302"/>
                    <a:pt x="933253" y="450692"/>
                    <a:pt x="934014" y="445728"/>
                  </a:cubicBezTo>
                  <a:cubicBezTo>
                    <a:pt x="934775" y="440764"/>
                    <a:pt x="931963" y="431830"/>
                    <a:pt x="933485" y="427991"/>
                  </a:cubicBezTo>
                  <a:cubicBezTo>
                    <a:pt x="935007" y="424153"/>
                    <a:pt x="933749" y="416178"/>
                    <a:pt x="933253" y="411446"/>
                  </a:cubicBezTo>
                  <a:cubicBezTo>
                    <a:pt x="932757" y="406714"/>
                    <a:pt x="936066" y="401685"/>
                    <a:pt x="937621" y="393213"/>
                  </a:cubicBezTo>
                  <a:cubicBezTo>
                    <a:pt x="939176" y="384742"/>
                    <a:pt x="928620" y="375708"/>
                    <a:pt x="923491" y="373359"/>
                  </a:cubicBezTo>
                  <a:cubicBezTo>
                    <a:pt x="918362" y="371010"/>
                    <a:pt x="921671" y="366410"/>
                    <a:pt x="929150" y="360123"/>
                  </a:cubicBezTo>
                  <a:cubicBezTo>
                    <a:pt x="936628" y="353836"/>
                    <a:pt x="937091" y="334676"/>
                    <a:pt x="936595" y="330573"/>
                  </a:cubicBezTo>
                  <a:cubicBezTo>
                    <a:pt x="936099" y="326470"/>
                    <a:pt x="920910" y="322863"/>
                    <a:pt x="915020" y="323359"/>
                  </a:cubicBezTo>
                  <a:cubicBezTo>
                    <a:pt x="903968" y="323638"/>
                    <a:pt x="892910" y="323129"/>
                    <a:pt x="881930" y="321837"/>
                  </a:cubicBezTo>
                  <a:cubicBezTo>
                    <a:pt x="876536" y="320811"/>
                    <a:pt x="874716" y="326437"/>
                    <a:pt x="872003" y="331599"/>
                  </a:cubicBezTo>
                  <a:cubicBezTo>
                    <a:pt x="867205" y="339342"/>
                    <a:pt x="863318" y="347615"/>
                    <a:pt x="860421" y="356251"/>
                  </a:cubicBezTo>
                  <a:cubicBezTo>
                    <a:pt x="857112" y="367833"/>
                    <a:pt x="843478" y="371407"/>
                    <a:pt x="837257" y="373988"/>
                  </a:cubicBezTo>
                  <a:cubicBezTo>
                    <a:pt x="831036" y="376569"/>
                    <a:pt x="827330" y="385040"/>
                    <a:pt x="830044" y="389143"/>
                  </a:cubicBezTo>
                  <a:cubicBezTo>
                    <a:pt x="832757" y="393246"/>
                    <a:pt x="836992" y="389937"/>
                    <a:pt x="839971" y="391460"/>
                  </a:cubicBezTo>
                  <a:cubicBezTo>
                    <a:pt x="842949" y="392982"/>
                    <a:pt x="839706" y="403802"/>
                    <a:pt x="837886" y="405324"/>
                  </a:cubicBezTo>
                  <a:cubicBezTo>
                    <a:pt x="836066" y="406847"/>
                    <a:pt x="841195" y="410718"/>
                    <a:pt x="836893" y="413564"/>
                  </a:cubicBezTo>
                  <a:cubicBezTo>
                    <a:pt x="832592" y="416410"/>
                    <a:pt x="828389" y="422300"/>
                    <a:pt x="830970" y="425377"/>
                  </a:cubicBezTo>
                  <a:cubicBezTo>
                    <a:pt x="833551" y="428455"/>
                    <a:pt x="846125" y="430010"/>
                    <a:pt x="851519" y="433087"/>
                  </a:cubicBezTo>
                  <a:cubicBezTo>
                    <a:pt x="856913" y="436165"/>
                    <a:pt x="854828" y="441823"/>
                    <a:pt x="858998" y="447217"/>
                  </a:cubicBezTo>
                  <a:cubicBezTo>
                    <a:pt x="863167" y="452611"/>
                    <a:pt x="867469" y="449269"/>
                    <a:pt x="869521" y="452611"/>
                  </a:cubicBezTo>
                  <a:cubicBezTo>
                    <a:pt x="871572" y="455953"/>
                    <a:pt x="862075" y="469322"/>
                    <a:pt x="858700" y="469818"/>
                  </a:cubicBezTo>
                  <a:cubicBezTo>
                    <a:pt x="855325" y="470314"/>
                    <a:pt x="841758" y="456218"/>
                    <a:pt x="837655" y="453273"/>
                  </a:cubicBezTo>
                  <a:cubicBezTo>
                    <a:pt x="833551" y="450328"/>
                    <a:pt x="817601" y="445265"/>
                    <a:pt x="809660" y="441195"/>
                  </a:cubicBezTo>
                  <a:cubicBezTo>
                    <a:pt x="801718" y="437125"/>
                    <a:pt x="795232" y="437588"/>
                    <a:pt x="786496" y="431665"/>
                  </a:cubicBezTo>
                  <a:cubicBezTo>
                    <a:pt x="777760" y="425741"/>
                    <a:pt x="770315" y="422929"/>
                    <a:pt x="754399" y="423193"/>
                  </a:cubicBezTo>
                  <a:cubicBezTo>
                    <a:pt x="738482" y="423458"/>
                    <a:pt x="728191" y="419620"/>
                    <a:pt x="722764" y="420381"/>
                  </a:cubicBezTo>
                  <a:cubicBezTo>
                    <a:pt x="717337" y="421142"/>
                    <a:pt x="719455" y="414987"/>
                    <a:pt x="709925" y="410851"/>
                  </a:cubicBezTo>
                  <a:cubicBezTo>
                    <a:pt x="700395" y="406714"/>
                    <a:pt x="694240" y="401089"/>
                    <a:pt x="688846" y="403935"/>
                  </a:cubicBezTo>
                  <a:cubicBezTo>
                    <a:pt x="683452" y="406780"/>
                    <a:pt x="685537" y="417171"/>
                    <a:pt x="693744" y="418329"/>
                  </a:cubicBezTo>
                  <a:cubicBezTo>
                    <a:pt x="701950" y="419487"/>
                    <a:pt x="697847" y="423954"/>
                    <a:pt x="706582" y="423458"/>
                  </a:cubicBezTo>
                  <a:cubicBezTo>
                    <a:pt x="715318" y="422962"/>
                    <a:pt x="717900" y="426039"/>
                    <a:pt x="717635" y="431400"/>
                  </a:cubicBezTo>
                  <a:cubicBezTo>
                    <a:pt x="717370" y="436761"/>
                    <a:pt x="721738" y="442187"/>
                    <a:pt x="725610" y="445827"/>
                  </a:cubicBezTo>
                  <a:cubicBezTo>
                    <a:pt x="729481" y="449467"/>
                    <a:pt x="727132" y="455324"/>
                    <a:pt x="720216" y="455324"/>
                  </a:cubicBezTo>
                  <a:cubicBezTo>
                    <a:pt x="713300" y="455324"/>
                    <a:pt x="705325" y="456350"/>
                    <a:pt x="708403" y="461214"/>
                  </a:cubicBezTo>
                  <a:cubicBezTo>
                    <a:pt x="711480" y="466079"/>
                    <a:pt x="706351" y="467402"/>
                    <a:pt x="699402" y="464821"/>
                  </a:cubicBezTo>
                  <a:cubicBezTo>
                    <a:pt x="692453" y="462240"/>
                    <a:pt x="696556" y="457376"/>
                    <a:pt x="699402" y="454530"/>
                  </a:cubicBezTo>
                  <a:cubicBezTo>
                    <a:pt x="702248" y="451684"/>
                    <a:pt x="693214" y="448111"/>
                    <a:pt x="688846" y="446555"/>
                  </a:cubicBezTo>
                  <a:cubicBezTo>
                    <a:pt x="684478" y="445000"/>
                    <a:pt x="667006" y="457905"/>
                    <a:pt x="662142" y="459792"/>
                  </a:cubicBezTo>
                  <a:cubicBezTo>
                    <a:pt x="657278" y="461678"/>
                    <a:pt x="645167" y="456714"/>
                    <a:pt x="632824" y="459792"/>
                  </a:cubicBezTo>
                  <a:cubicBezTo>
                    <a:pt x="620481" y="462869"/>
                    <a:pt x="621275" y="472664"/>
                    <a:pt x="616643" y="471638"/>
                  </a:cubicBezTo>
                  <a:cubicBezTo>
                    <a:pt x="612010" y="470612"/>
                    <a:pt x="598410" y="472895"/>
                    <a:pt x="593247" y="469818"/>
                  </a:cubicBezTo>
                  <a:cubicBezTo>
                    <a:pt x="588085" y="466741"/>
                    <a:pt x="592222" y="464954"/>
                    <a:pt x="597616" y="465218"/>
                  </a:cubicBezTo>
                  <a:cubicBezTo>
                    <a:pt x="603009" y="465483"/>
                    <a:pt x="604829" y="463663"/>
                    <a:pt x="601752" y="460056"/>
                  </a:cubicBezTo>
                  <a:cubicBezTo>
                    <a:pt x="598674" y="456449"/>
                    <a:pt x="605855" y="450824"/>
                    <a:pt x="605590" y="448243"/>
                  </a:cubicBezTo>
                  <a:cubicBezTo>
                    <a:pt x="605325" y="445662"/>
                    <a:pt x="585306" y="452346"/>
                    <a:pt x="581964" y="455192"/>
                  </a:cubicBezTo>
                  <a:cubicBezTo>
                    <a:pt x="578622" y="458038"/>
                    <a:pt x="582228" y="463167"/>
                    <a:pt x="578655" y="465119"/>
                  </a:cubicBezTo>
                  <a:cubicBezTo>
                    <a:pt x="575081" y="467071"/>
                    <a:pt x="575048" y="462009"/>
                    <a:pt x="570944" y="460486"/>
                  </a:cubicBezTo>
                  <a:cubicBezTo>
                    <a:pt x="566841" y="458964"/>
                    <a:pt x="536762" y="465880"/>
                    <a:pt x="531236" y="472300"/>
                  </a:cubicBezTo>
                  <a:cubicBezTo>
                    <a:pt x="525710" y="478719"/>
                    <a:pt x="514525" y="478918"/>
                    <a:pt x="514525" y="482591"/>
                  </a:cubicBezTo>
                  <a:cubicBezTo>
                    <a:pt x="514525" y="486264"/>
                    <a:pt x="500925" y="485900"/>
                    <a:pt x="495531" y="488514"/>
                  </a:cubicBezTo>
                  <a:cubicBezTo>
                    <a:pt x="490137" y="491128"/>
                    <a:pt x="493711" y="501585"/>
                    <a:pt x="491659" y="506747"/>
                  </a:cubicBezTo>
                  <a:cubicBezTo>
                    <a:pt x="489608" y="511909"/>
                    <a:pt x="468496" y="510354"/>
                    <a:pt x="462110" y="510585"/>
                  </a:cubicBezTo>
                  <a:cubicBezTo>
                    <a:pt x="455723" y="510817"/>
                    <a:pt x="453374" y="498243"/>
                    <a:pt x="448212" y="497349"/>
                  </a:cubicBezTo>
                  <a:cubicBezTo>
                    <a:pt x="443050" y="496456"/>
                    <a:pt x="446160" y="489408"/>
                    <a:pt x="447715" y="486297"/>
                  </a:cubicBezTo>
                  <a:cubicBezTo>
                    <a:pt x="449271" y="483187"/>
                    <a:pt x="453374" y="485801"/>
                    <a:pt x="459793" y="481697"/>
                  </a:cubicBezTo>
                  <a:cubicBezTo>
                    <a:pt x="466213" y="477594"/>
                    <a:pt x="472632" y="483749"/>
                    <a:pt x="475214" y="480903"/>
                  </a:cubicBezTo>
                  <a:cubicBezTo>
                    <a:pt x="477795" y="478058"/>
                    <a:pt x="465286" y="470645"/>
                    <a:pt x="464691" y="464193"/>
                  </a:cubicBezTo>
                  <a:cubicBezTo>
                    <a:pt x="464095" y="457740"/>
                    <a:pt x="450263" y="455986"/>
                    <a:pt x="442553" y="458038"/>
                  </a:cubicBezTo>
                  <a:cubicBezTo>
                    <a:pt x="435306" y="459713"/>
                    <a:pt x="427705" y="458897"/>
                    <a:pt x="420978" y="455721"/>
                  </a:cubicBezTo>
                  <a:cubicBezTo>
                    <a:pt x="415584" y="453173"/>
                    <a:pt x="416114" y="460354"/>
                    <a:pt x="424056" y="462340"/>
                  </a:cubicBezTo>
                  <a:cubicBezTo>
                    <a:pt x="431997" y="464325"/>
                    <a:pt x="427927" y="470579"/>
                    <a:pt x="429218" y="474418"/>
                  </a:cubicBezTo>
                  <a:cubicBezTo>
                    <a:pt x="430508" y="478256"/>
                    <a:pt x="427133" y="487025"/>
                    <a:pt x="422600" y="493676"/>
                  </a:cubicBezTo>
                  <a:cubicBezTo>
                    <a:pt x="418066" y="500327"/>
                    <a:pt x="421309" y="500129"/>
                    <a:pt x="428258" y="499864"/>
                  </a:cubicBezTo>
                  <a:cubicBezTo>
                    <a:pt x="435207" y="499599"/>
                    <a:pt x="434678" y="508600"/>
                    <a:pt x="434678" y="515251"/>
                  </a:cubicBezTo>
                  <a:cubicBezTo>
                    <a:pt x="434678" y="521903"/>
                    <a:pt x="429284" y="523756"/>
                    <a:pt x="429284" y="528488"/>
                  </a:cubicBezTo>
                  <a:cubicBezTo>
                    <a:pt x="429284" y="533220"/>
                    <a:pt x="423626" y="526204"/>
                    <a:pt x="421805" y="528256"/>
                  </a:cubicBezTo>
                  <a:cubicBezTo>
                    <a:pt x="419985" y="530308"/>
                    <a:pt x="417702" y="527230"/>
                    <a:pt x="416676" y="523094"/>
                  </a:cubicBezTo>
                  <a:cubicBezTo>
                    <a:pt x="415651" y="518957"/>
                    <a:pt x="405128" y="521307"/>
                    <a:pt x="399205" y="519785"/>
                  </a:cubicBezTo>
                  <a:cubicBezTo>
                    <a:pt x="393281" y="518263"/>
                    <a:pt x="390965" y="520844"/>
                    <a:pt x="388152" y="525178"/>
                  </a:cubicBezTo>
                  <a:cubicBezTo>
                    <a:pt x="385340" y="529513"/>
                    <a:pt x="377100" y="531366"/>
                    <a:pt x="372732" y="531797"/>
                  </a:cubicBezTo>
                  <a:cubicBezTo>
                    <a:pt x="368364" y="532227"/>
                    <a:pt x="360654" y="540797"/>
                    <a:pt x="356187" y="543875"/>
                  </a:cubicBezTo>
                  <a:cubicBezTo>
                    <a:pt x="351719" y="546952"/>
                    <a:pt x="350793" y="552875"/>
                    <a:pt x="357213" y="559063"/>
                  </a:cubicBezTo>
                  <a:cubicBezTo>
                    <a:pt x="363632" y="565251"/>
                    <a:pt x="364923" y="569321"/>
                    <a:pt x="364426" y="572663"/>
                  </a:cubicBezTo>
                  <a:cubicBezTo>
                    <a:pt x="363930" y="576006"/>
                    <a:pt x="346425" y="574980"/>
                    <a:pt x="343612" y="571373"/>
                  </a:cubicBezTo>
                  <a:cubicBezTo>
                    <a:pt x="340800" y="567766"/>
                    <a:pt x="329483" y="566509"/>
                    <a:pt x="325611" y="567270"/>
                  </a:cubicBezTo>
                  <a:cubicBezTo>
                    <a:pt x="321740" y="568031"/>
                    <a:pt x="311250" y="555721"/>
                    <a:pt x="305757" y="555456"/>
                  </a:cubicBezTo>
                  <a:cubicBezTo>
                    <a:pt x="300264" y="555192"/>
                    <a:pt x="296988" y="561876"/>
                    <a:pt x="295201" y="565218"/>
                  </a:cubicBezTo>
                  <a:cubicBezTo>
                    <a:pt x="293414" y="568560"/>
                    <a:pt x="297749" y="569586"/>
                    <a:pt x="300330" y="575145"/>
                  </a:cubicBezTo>
                  <a:cubicBezTo>
                    <a:pt x="302911" y="580704"/>
                    <a:pt x="312408" y="581035"/>
                    <a:pt x="317306" y="581035"/>
                  </a:cubicBezTo>
                  <a:cubicBezTo>
                    <a:pt x="322203" y="581035"/>
                    <a:pt x="320383" y="588514"/>
                    <a:pt x="318861" y="591591"/>
                  </a:cubicBezTo>
                  <a:cubicBezTo>
                    <a:pt x="317339" y="594669"/>
                    <a:pt x="308305" y="596985"/>
                    <a:pt x="305625" y="593643"/>
                  </a:cubicBezTo>
                  <a:cubicBezTo>
                    <a:pt x="302944" y="590301"/>
                    <a:pt x="292388" y="593643"/>
                    <a:pt x="291991" y="589540"/>
                  </a:cubicBezTo>
                  <a:cubicBezTo>
                    <a:pt x="291594" y="585436"/>
                    <a:pt x="284016" y="579248"/>
                    <a:pt x="276041" y="580539"/>
                  </a:cubicBezTo>
                  <a:cubicBezTo>
                    <a:pt x="268067" y="581830"/>
                    <a:pt x="266544" y="576667"/>
                    <a:pt x="267041" y="570612"/>
                  </a:cubicBezTo>
                  <a:cubicBezTo>
                    <a:pt x="267537" y="564556"/>
                    <a:pt x="262706" y="560850"/>
                    <a:pt x="262938" y="558037"/>
                  </a:cubicBezTo>
                  <a:cubicBezTo>
                    <a:pt x="263169" y="555225"/>
                    <a:pt x="259331" y="549533"/>
                    <a:pt x="263434" y="546720"/>
                  </a:cubicBezTo>
                  <a:cubicBezTo>
                    <a:pt x="267537" y="543908"/>
                    <a:pt x="264493" y="539540"/>
                    <a:pt x="264725" y="535668"/>
                  </a:cubicBezTo>
                  <a:cubicBezTo>
                    <a:pt x="264956" y="531797"/>
                    <a:pt x="257808" y="525906"/>
                    <a:pt x="251488" y="525906"/>
                  </a:cubicBezTo>
                  <a:cubicBezTo>
                    <a:pt x="245168" y="525906"/>
                    <a:pt x="246359" y="519487"/>
                    <a:pt x="240965" y="518196"/>
                  </a:cubicBezTo>
                  <a:cubicBezTo>
                    <a:pt x="235572" y="516906"/>
                    <a:pt x="224751" y="507905"/>
                    <a:pt x="223990" y="504067"/>
                  </a:cubicBezTo>
                  <a:cubicBezTo>
                    <a:pt x="223229" y="500228"/>
                    <a:pt x="214989" y="499699"/>
                    <a:pt x="217802" y="498408"/>
                  </a:cubicBezTo>
                  <a:cubicBezTo>
                    <a:pt x="220615" y="497118"/>
                    <a:pt x="227068" y="498938"/>
                    <a:pt x="231700" y="503537"/>
                  </a:cubicBezTo>
                  <a:cubicBezTo>
                    <a:pt x="236333" y="508137"/>
                    <a:pt x="243778" y="512273"/>
                    <a:pt x="255823" y="513828"/>
                  </a:cubicBezTo>
                  <a:cubicBezTo>
                    <a:pt x="267868" y="515384"/>
                    <a:pt x="272799" y="521009"/>
                    <a:pt x="286167" y="523325"/>
                  </a:cubicBezTo>
                  <a:cubicBezTo>
                    <a:pt x="299536" y="525642"/>
                    <a:pt x="307510" y="527197"/>
                    <a:pt x="326769" y="529943"/>
                  </a:cubicBezTo>
                  <a:cubicBezTo>
                    <a:pt x="346028" y="532690"/>
                    <a:pt x="371739" y="513233"/>
                    <a:pt x="377166" y="507839"/>
                  </a:cubicBezTo>
                  <a:cubicBezTo>
                    <a:pt x="382593" y="502445"/>
                    <a:pt x="375611" y="491294"/>
                    <a:pt x="375611" y="487290"/>
                  </a:cubicBezTo>
                  <a:cubicBezTo>
                    <a:pt x="375611" y="483286"/>
                    <a:pt x="366875" y="482657"/>
                    <a:pt x="365684" y="479580"/>
                  </a:cubicBezTo>
                  <a:cubicBezTo>
                    <a:pt x="362775" y="474321"/>
                    <a:pt x="357297" y="470997"/>
                    <a:pt x="351290" y="470844"/>
                  </a:cubicBezTo>
                  <a:cubicBezTo>
                    <a:pt x="343844" y="470844"/>
                    <a:pt x="342818" y="462373"/>
                    <a:pt x="336895" y="462902"/>
                  </a:cubicBezTo>
                  <a:cubicBezTo>
                    <a:pt x="330972" y="463431"/>
                    <a:pt x="326968" y="460321"/>
                    <a:pt x="311448" y="450030"/>
                  </a:cubicBezTo>
                  <a:cubicBezTo>
                    <a:pt x="295929" y="439739"/>
                    <a:pt x="274718" y="432293"/>
                    <a:pt x="270846" y="434080"/>
                  </a:cubicBezTo>
                  <a:cubicBezTo>
                    <a:pt x="266975" y="435867"/>
                    <a:pt x="264427" y="436926"/>
                    <a:pt x="261846" y="433087"/>
                  </a:cubicBezTo>
                  <a:cubicBezTo>
                    <a:pt x="259265" y="429249"/>
                    <a:pt x="253374" y="429778"/>
                    <a:pt x="249271" y="432823"/>
                  </a:cubicBezTo>
                  <a:cubicBezTo>
                    <a:pt x="245168" y="435867"/>
                    <a:pt x="241065" y="430010"/>
                    <a:pt x="233322" y="431797"/>
                  </a:cubicBezTo>
                  <a:cubicBezTo>
                    <a:pt x="225578" y="433584"/>
                    <a:pt x="221508" y="428488"/>
                    <a:pt x="223395" y="426138"/>
                  </a:cubicBezTo>
                  <a:cubicBezTo>
                    <a:pt x="225281" y="423789"/>
                    <a:pt x="236631" y="425874"/>
                    <a:pt x="236234" y="422035"/>
                  </a:cubicBezTo>
                  <a:cubicBezTo>
                    <a:pt x="235837" y="418197"/>
                    <a:pt x="231634" y="422035"/>
                    <a:pt x="224685" y="417403"/>
                  </a:cubicBezTo>
                  <a:cubicBezTo>
                    <a:pt x="217736" y="412770"/>
                    <a:pt x="213898" y="415847"/>
                    <a:pt x="212342" y="419719"/>
                  </a:cubicBezTo>
                  <a:cubicBezTo>
                    <a:pt x="210787" y="423590"/>
                    <a:pt x="205426" y="422532"/>
                    <a:pt x="201819" y="419223"/>
                  </a:cubicBezTo>
                  <a:cubicBezTo>
                    <a:pt x="201456" y="418892"/>
                    <a:pt x="201056" y="418604"/>
                    <a:pt x="200628" y="418362"/>
                  </a:cubicBezTo>
                  <a:cubicBezTo>
                    <a:pt x="199437" y="424815"/>
                    <a:pt x="195632" y="425444"/>
                    <a:pt x="191793" y="424583"/>
                  </a:cubicBezTo>
                  <a:cubicBezTo>
                    <a:pt x="187160" y="423557"/>
                    <a:pt x="182527" y="431201"/>
                    <a:pt x="177399" y="431201"/>
                  </a:cubicBezTo>
                  <a:cubicBezTo>
                    <a:pt x="171775" y="432001"/>
                    <a:pt x="167148" y="436032"/>
                    <a:pt x="165585" y="441492"/>
                  </a:cubicBezTo>
                  <a:cubicBezTo>
                    <a:pt x="164559" y="446092"/>
                    <a:pt x="158967" y="443544"/>
                    <a:pt x="158967" y="446621"/>
                  </a:cubicBezTo>
                  <a:cubicBezTo>
                    <a:pt x="159343" y="449928"/>
                    <a:pt x="158418" y="453251"/>
                    <a:pt x="156386" y="455887"/>
                  </a:cubicBezTo>
                  <a:cubicBezTo>
                    <a:pt x="153838" y="458964"/>
                    <a:pt x="156386" y="460520"/>
                    <a:pt x="158967" y="465814"/>
                  </a:cubicBezTo>
                  <a:cubicBezTo>
                    <a:pt x="161548" y="471108"/>
                    <a:pt x="167174" y="470447"/>
                    <a:pt x="169754" y="471969"/>
                  </a:cubicBezTo>
                  <a:cubicBezTo>
                    <a:pt x="172336" y="473491"/>
                    <a:pt x="182097" y="481896"/>
                    <a:pt x="182097" y="484841"/>
                  </a:cubicBezTo>
                  <a:cubicBezTo>
                    <a:pt x="182097" y="487786"/>
                    <a:pt x="174387" y="495629"/>
                    <a:pt x="171310" y="497680"/>
                  </a:cubicBezTo>
                  <a:cubicBezTo>
                    <a:pt x="168232" y="499732"/>
                    <a:pt x="164096" y="504861"/>
                    <a:pt x="166148" y="507938"/>
                  </a:cubicBezTo>
                  <a:cubicBezTo>
                    <a:pt x="168199" y="511016"/>
                    <a:pt x="176968" y="523888"/>
                    <a:pt x="182693" y="534179"/>
                  </a:cubicBezTo>
                  <a:cubicBezTo>
                    <a:pt x="188418" y="544470"/>
                    <a:pt x="180675" y="539805"/>
                    <a:pt x="177068" y="544437"/>
                  </a:cubicBezTo>
                  <a:cubicBezTo>
                    <a:pt x="173461" y="549070"/>
                    <a:pt x="178590" y="554728"/>
                    <a:pt x="179615" y="557673"/>
                  </a:cubicBezTo>
                  <a:cubicBezTo>
                    <a:pt x="180641" y="560619"/>
                    <a:pt x="174983" y="560254"/>
                    <a:pt x="175512" y="562802"/>
                  </a:cubicBezTo>
                  <a:cubicBezTo>
                    <a:pt x="176042" y="565350"/>
                    <a:pt x="183752" y="566409"/>
                    <a:pt x="184248" y="568461"/>
                  </a:cubicBezTo>
                  <a:cubicBezTo>
                    <a:pt x="184745" y="570513"/>
                    <a:pt x="179119" y="573094"/>
                    <a:pt x="181667" y="577197"/>
                  </a:cubicBezTo>
                  <a:cubicBezTo>
                    <a:pt x="184215" y="581300"/>
                    <a:pt x="190403" y="581300"/>
                    <a:pt x="190933" y="586429"/>
                  </a:cubicBezTo>
                  <a:cubicBezTo>
                    <a:pt x="191462" y="591558"/>
                    <a:pt x="179615" y="592088"/>
                    <a:pt x="180145" y="596356"/>
                  </a:cubicBezTo>
                  <a:cubicBezTo>
                    <a:pt x="180675" y="600625"/>
                    <a:pt x="195565" y="605589"/>
                    <a:pt x="202250" y="613299"/>
                  </a:cubicBezTo>
                  <a:cubicBezTo>
                    <a:pt x="208934" y="621009"/>
                    <a:pt x="208404" y="623226"/>
                    <a:pt x="206882" y="627197"/>
                  </a:cubicBezTo>
                  <a:cubicBezTo>
                    <a:pt x="203772" y="635469"/>
                    <a:pt x="185274" y="642617"/>
                    <a:pt x="181171" y="651849"/>
                  </a:cubicBezTo>
                  <a:cubicBezTo>
                    <a:pt x="177068" y="661081"/>
                    <a:pt x="161647" y="666244"/>
                    <a:pt x="154434" y="673424"/>
                  </a:cubicBezTo>
                  <a:cubicBezTo>
                    <a:pt x="151342" y="676668"/>
                    <a:pt x="148572" y="680203"/>
                    <a:pt x="146161" y="683980"/>
                  </a:cubicBezTo>
                  <a:cubicBezTo>
                    <a:pt x="148663" y="683383"/>
                    <a:pt x="151092" y="682518"/>
                    <a:pt x="153408" y="681399"/>
                  </a:cubicBezTo>
                  <a:cubicBezTo>
                    <a:pt x="157511" y="679314"/>
                    <a:pt x="160357" y="689341"/>
                    <a:pt x="164460" y="692716"/>
                  </a:cubicBezTo>
                  <a:cubicBezTo>
                    <a:pt x="168563" y="696091"/>
                    <a:pt x="176803" y="692948"/>
                    <a:pt x="179615" y="696025"/>
                  </a:cubicBezTo>
                  <a:cubicBezTo>
                    <a:pt x="182428" y="699102"/>
                    <a:pt x="177299" y="699334"/>
                    <a:pt x="171409" y="698308"/>
                  </a:cubicBezTo>
                  <a:cubicBezTo>
                    <a:pt x="165519" y="697282"/>
                    <a:pt x="163931" y="700889"/>
                    <a:pt x="154864" y="703967"/>
                  </a:cubicBezTo>
                  <a:cubicBezTo>
                    <a:pt x="147948" y="706283"/>
                    <a:pt x="148643" y="708732"/>
                    <a:pt x="146327" y="710585"/>
                  </a:cubicBezTo>
                  <a:cubicBezTo>
                    <a:pt x="150496" y="716640"/>
                    <a:pt x="144903" y="717435"/>
                    <a:pt x="142786" y="722001"/>
                  </a:cubicBezTo>
                  <a:cubicBezTo>
                    <a:pt x="140668" y="726568"/>
                    <a:pt x="137392" y="727792"/>
                    <a:pt x="136995" y="730869"/>
                  </a:cubicBezTo>
                  <a:cubicBezTo>
                    <a:pt x="137075" y="734207"/>
                    <a:pt x="137463" y="737530"/>
                    <a:pt x="138153" y="740797"/>
                  </a:cubicBezTo>
                  <a:cubicBezTo>
                    <a:pt x="138284" y="744245"/>
                    <a:pt x="139645" y="747532"/>
                    <a:pt x="141992" y="750062"/>
                  </a:cubicBezTo>
                  <a:cubicBezTo>
                    <a:pt x="144705" y="753900"/>
                    <a:pt x="139708" y="753900"/>
                    <a:pt x="137392" y="755820"/>
                  </a:cubicBezTo>
                  <a:cubicBezTo>
                    <a:pt x="135076" y="757739"/>
                    <a:pt x="136598" y="762008"/>
                    <a:pt x="139708" y="765085"/>
                  </a:cubicBezTo>
                  <a:cubicBezTo>
                    <a:pt x="142306" y="767574"/>
                    <a:pt x="143072" y="771420"/>
                    <a:pt x="141628" y="774714"/>
                  </a:cubicBezTo>
                  <a:cubicBezTo>
                    <a:pt x="140469" y="777395"/>
                    <a:pt x="144308" y="782060"/>
                    <a:pt x="147021" y="784642"/>
                  </a:cubicBezTo>
                  <a:cubicBezTo>
                    <a:pt x="149735" y="787223"/>
                    <a:pt x="149338" y="794569"/>
                    <a:pt x="151654" y="796587"/>
                  </a:cubicBezTo>
                  <a:cubicBezTo>
                    <a:pt x="154009" y="799125"/>
                    <a:pt x="157573" y="800156"/>
                    <a:pt x="160920" y="799268"/>
                  </a:cubicBezTo>
                  <a:cubicBezTo>
                    <a:pt x="164528" y="798160"/>
                    <a:pt x="168380" y="800021"/>
                    <a:pt x="169755" y="803536"/>
                  </a:cubicBezTo>
                  <a:cubicBezTo>
                    <a:pt x="171707" y="806845"/>
                    <a:pt x="174784" y="805455"/>
                    <a:pt x="179020" y="803536"/>
                  </a:cubicBezTo>
                  <a:cubicBezTo>
                    <a:pt x="183256" y="801617"/>
                    <a:pt x="192885" y="806845"/>
                    <a:pt x="195201" y="808136"/>
                  </a:cubicBezTo>
                  <a:cubicBezTo>
                    <a:pt x="197518" y="809426"/>
                    <a:pt x="196359" y="815846"/>
                    <a:pt x="196757" y="820082"/>
                  </a:cubicBezTo>
                  <a:cubicBezTo>
                    <a:pt x="197154" y="824317"/>
                    <a:pt x="194440" y="829744"/>
                    <a:pt x="198676" y="832424"/>
                  </a:cubicBezTo>
                  <a:cubicBezTo>
                    <a:pt x="202911" y="835105"/>
                    <a:pt x="201753" y="841293"/>
                    <a:pt x="206750" y="843245"/>
                  </a:cubicBezTo>
                  <a:cubicBezTo>
                    <a:pt x="211747" y="845197"/>
                    <a:pt x="213699" y="852080"/>
                    <a:pt x="216677" y="852874"/>
                  </a:cubicBezTo>
                  <a:cubicBezTo>
                    <a:pt x="220945" y="854403"/>
                    <a:pt x="224417" y="857588"/>
                    <a:pt x="226307" y="861709"/>
                  </a:cubicBezTo>
                  <a:cubicBezTo>
                    <a:pt x="227068" y="865184"/>
                    <a:pt x="220913" y="868328"/>
                    <a:pt x="217438" y="869817"/>
                  </a:cubicBezTo>
                  <a:cubicBezTo>
                    <a:pt x="213963" y="871306"/>
                    <a:pt x="207511" y="865184"/>
                    <a:pt x="205095" y="867897"/>
                  </a:cubicBezTo>
                  <a:cubicBezTo>
                    <a:pt x="202680" y="870611"/>
                    <a:pt x="205890" y="875608"/>
                    <a:pt x="207776" y="884079"/>
                  </a:cubicBezTo>
                  <a:cubicBezTo>
                    <a:pt x="209662" y="892550"/>
                    <a:pt x="211283" y="893311"/>
                    <a:pt x="215122" y="893311"/>
                  </a:cubicBezTo>
                  <a:cubicBezTo>
                    <a:pt x="218960" y="893311"/>
                    <a:pt x="220516" y="890631"/>
                    <a:pt x="223229" y="889108"/>
                  </a:cubicBezTo>
                  <a:cubicBezTo>
                    <a:pt x="225942" y="887586"/>
                    <a:pt x="232097" y="889870"/>
                    <a:pt x="234778" y="888711"/>
                  </a:cubicBezTo>
                  <a:cubicBezTo>
                    <a:pt x="237458" y="887553"/>
                    <a:pt x="247120" y="887156"/>
                    <a:pt x="249040" y="890233"/>
                  </a:cubicBezTo>
                  <a:cubicBezTo>
                    <a:pt x="250959" y="893311"/>
                    <a:pt x="252878" y="900657"/>
                    <a:pt x="251356" y="903470"/>
                  </a:cubicBezTo>
                  <a:cubicBezTo>
                    <a:pt x="249834" y="906282"/>
                    <a:pt x="253275" y="909227"/>
                    <a:pt x="255228" y="913099"/>
                  </a:cubicBezTo>
                  <a:cubicBezTo>
                    <a:pt x="257180" y="916971"/>
                    <a:pt x="265155" y="915018"/>
                    <a:pt x="267934" y="916176"/>
                  </a:cubicBezTo>
                  <a:cubicBezTo>
                    <a:pt x="270714" y="917335"/>
                    <a:pt x="276803" y="925806"/>
                    <a:pt x="275644" y="929644"/>
                  </a:cubicBezTo>
                  <a:cubicBezTo>
                    <a:pt x="274486" y="933483"/>
                    <a:pt x="279483" y="934277"/>
                    <a:pt x="282262" y="933119"/>
                  </a:cubicBezTo>
                  <a:cubicBezTo>
                    <a:pt x="285042" y="931961"/>
                    <a:pt x="287656" y="935071"/>
                    <a:pt x="290734" y="936990"/>
                  </a:cubicBezTo>
                  <a:cubicBezTo>
                    <a:pt x="293550" y="938673"/>
                    <a:pt x="297130" y="938353"/>
                    <a:pt x="299602" y="936196"/>
                  </a:cubicBezTo>
                  <a:cubicBezTo>
                    <a:pt x="302679" y="934277"/>
                    <a:pt x="307709" y="932887"/>
                    <a:pt x="309231" y="935435"/>
                  </a:cubicBezTo>
                  <a:cubicBezTo>
                    <a:pt x="310753" y="937983"/>
                    <a:pt x="316941" y="943145"/>
                    <a:pt x="316941" y="944701"/>
                  </a:cubicBezTo>
                  <a:cubicBezTo>
                    <a:pt x="316941" y="946256"/>
                    <a:pt x="326604" y="944701"/>
                    <a:pt x="331203" y="947017"/>
                  </a:cubicBezTo>
                  <a:cubicBezTo>
                    <a:pt x="335803" y="949333"/>
                    <a:pt x="340866" y="948142"/>
                    <a:pt x="345863" y="950855"/>
                  </a:cubicBezTo>
                  <a:cubicBezTo>
                    <a:pt x="350859" y="953569"/>
                    <a:pt x="355492" y="953966"/>
                    <a:pt x="355790" y="957043"/>
                  </a:cubicBezTo>
                  <a:cubicBezTo>
                    <a:pt x="356088" y="960121"/>
                    <a:pt x="351058" y="963628"/>
                    <a:pt x="351058" y="965217"/>
                  </a:cubicBezTo>
                  <a:cubicBezTo>
                    <a:pt x="351058" y="966805"/>
                    <a:pt x="355293" y="967897"/>
                    <a:pt x="355293" y="970213"/>
                  </a:cubicBezTo>
                  <a:cubicBezTo>
                    <a:pt x="355293" y="972530"/>
                    <a:pt x="349900" y="972530"/>
                    <a:pt x="349139" y="974449"/>
                  </a:cubicBezTo>
                  <a:cubicBezTo>
                    <a:pt x="348377" y="976368"/>
                    <a:pt x="352216" y="979082"/>
                    <a:pt x="352977" y="981067"/>
                  </a:cubicBezTo>
                  <a:cubicBezTo>
                    <a:pt x="353738" y="983053"/>
                    <a:pt x="349900" y="989571"/>
                    <a:pt x="349900" y="991491"/>
                  </a:cubicBezTo>
                  <a:cubicBezTo>
                    <a:pt x="349900" y="993410"/>
                    <a:pt x="338351" y="991094"/>
                    <a:pt x="335637" y="991094"/>
                  </a:cubicBezTo>
                  <a:cubicBezTo>
                    <a:pt x="332924" y="991094"/>
                    <a:pt x="324850" y="999962"/>
                    <a:pt x="322170" y="1000359"/>
                  </a:cubicBezTo>
                  <a:cubicBezTo>
                    <a:pt x="319489" y="1000756"/>
                    <a:pt x="320945" y="1004958"/>
                    <a:pt x="321773" y="1008598"/>
                  </a:cubicBezTo>
                  <a:cubicBezTo>
                    <a:pt x="330078" y="1007010"/>
                    <a:pt x="338583" y="1006348"/>
                    <a:pt x="339509" y="1008201"/>
                  </a:cubicBezTo>
                  <a:cubicBezTo>
                    <a:pt x="341064" y="1011279"/>
                    <a:pt x="321508" y="1019518"/>
                    <a:pt x="317934" y="1020776"/>
                  </a:cubicBezTo>
                  <a:cubicBezTo>
                    <a:pt x="314360" y="1022033"/>
                    <a:pt x="324850" y="1027394"/>
                    <a:pt x="324552" y="1030537"/>
                  </a:cubicBezTo>
                  <a:cubicBezTo>
                    <a:pt x="324255" y="1033681"/>
                    <a:pt x="313235" y="1034409"/>
                    <a:pt x="314261" y="1040465"/>
                  </a:cubicBezTo>
                  <a:cubicBezTo>
                    <a:pt x="315287" y="1046520"/>
                    <a:pt x="310654" y="1047943"/>
                    <a:pt x="304731" y="1047943"/>
                  </a:cubicBezTo>
                  <a:cubicBezTo>
                    <a:pt x="298808" y="1047943"/>
                    <a:pt x="297286" y="1051517"/>
                    <a:pt x="300131" y="1052013"/>
                  </a:cubicBezTo>
                  <a:cubicBezTo>
                    <a:pt x="302977" y="1052510"/>
                    <a:pt x="302679" y="1060253"/>
                    <a:pt x="313732" y="1063066"/>
                  </a:cubicBezTo>
                  <a:cubicBezTo>
                    <a:pt x="324784" y="1065878"/>
                    <a:pt x="336630" y="1076302"/>
                    <a:pt x="346127" y="1086461"/>
                  </a:cubicBezTo>
                  <a:cubicBezTo>
                    <a:pt x="347447" y="1087868"/>
                    <a:pt x="348976" y="1089062"/>
                    <a:pt x="350661" y="1090001"/>
                  </a:cubicBezTo>
                  <a:cubicBezTo>
                    <a:pt x="352695" y="1088655"/>
                    <a:pt x="354928" y="1087639"/>
                    <a:pt x="357279" y="1086990"/>
                  </a:cubicBezTo>
                  <a:cubicBezTo>
                    <a:pt x="364684" y="1086858"/>
                    <a:pt x="371950" y="1089007"/>
                    <a:pt x="378093" y="1093145"/>
                  </a:cubicBezTo>
                  <a:cubicBezTo>
                    <a:pt x="383487" y="1096983"/>
                    <a:pt x="402745" y="1092384"/>
                    <a:pt x="405061" y="1095461"/>
                  </a:cubicBezTo>
                  <a:cubicBezTo>
                    <a:pt x="407378" y="1098539"/>
                    <a:pt x="412011" y="1102410"/>
                    <a:pt x="415882" y="1102410"/>
                  </a:cubicBezTo>
                  <a:cubicBezTo>
                    <a:pt x="419754" y="1102410"/>
                    <a:pt x="423592" y="1110087"/>
                    <a:pt x="426670" y="1107771"/>
                  </a:cubicBezTo>
                  <a:cubicBezTo>
                    <a:pt x="429747" y="1105455"/>
                    <a:pt x="441296" y="1105488"/>
                    <a:pt x="444373" y="1105488"/>
                  </a:cubicBezTo>
                  <a:cubicBezTo>
                    <a:pt x="447451" y="1105488"/>
                    <a:pt x="447484" y="1107771"/>
                    <a:pt x="450561" y="1107771"/>
                  </a:cubicBezTo>
                  <a:cubicBezTo>
                    <a:pt x="453638" y="1107771"/>
                    <a:pt x="453638" y="1119352"/>
                    <a:pt x="455955" y="1118591"/>
                  </a:cubicBezTo>
                  <a:cubicBezTo>
                    <a:pt x="458271" y="1117830"/>
                    <a:pt x="466742" y="1125507"/>
                    <a:pt x="472136" y="1126302"/>
                  </a:cubicBezTo>
                  <a:cubicBezTo>
                    <a:pt x="477530" y="1127096"/>
                    <a:pt x="482924" y="1136229"/>
                    <a:pt x="485372" y="1135534"/>
                  </a:cubicBezTo>
                  <a:cubicBezTo>
                    <a:pt x="487821" y="1134839"/>
                    <a:pt x="491560" y="1139372"/>
                    <a:pt x="493083" y="1135534"/>
                  </a:cubicBezTo>
                  <a:cubicBezTo>
                    <a:pt x="494605" y="1131695"/>
                    <a:pt x="502182" y="1133681"/>
                    <a:pt x="504300" y="1127327"/>
                  </a:cubicBezTo>
                  <a:cubicBezTo>
                    <a:pt x="494373" y="1115382"/>
                    <a:pt x="484049" y="1102112"/>
                    <a:pt x="484446" y="1096983"/>
                  </a:cubicBezTo>
                  <a:cubicBezTo>
                    <a:pt x="484975" y="1088247"/>
                    <a:pt x="488582" y="1082622"/>
                    <a:pt x="477828" y="1073357"/>
                  </a:cubicBezTo>
                  <a:cubicBezTo>
                    <a:pt x="467073" y="1064091"/>
                    <a:pt x="478853" y="1057936"/>
                    <a:pt x="486597" y="1048175"/>
                  </a:cubicBezTo>
                  <a:cubicBezTo>
                    <a:pt x="493480" y="1039439"/>
                    <a:pt x="508139" y="1035633"/>
                    <a:pt x="517404" y="1029412"/>
                  </a:cubicBezTo>
                  <a:cubicBezTo>
                    <a:pt x="515636" y="1028136"/>
                    <a:pt x="513753" y="1027028"/>
                    <a:pt x="511779" y="1026103"/>
                  </a:cubicBezTo>
                  <a:cubicBezTo>
                    <a:pt x="504829" y="1023026"/>
                    <a:pt x="502513" y="1019949"/>
                    <a:pt x="507907" y="1018393"/>
                  </a:cubicBezTo>
                  <a:cubicBezTo>
                    <a:pt x="513301" y="1016838"/>
                    <a:pt x="510984" y="1013794"/>
                    <a:pt x="505590" y="1007606"/>
                  </a:cubicBezTo>
                  <a:cubicBezTo>
                    <a:pt x="500197" y="1001418"/>
                    <a:pt x="497881" y="995263"/>
                    <a:pt x="494803" y="995263"/>
                  </a:cubicBezTo>
                  <a:cubicBezTo>
                    <a:pt x="490674" y="994794"/>
                    <a:pt x="486495" y="995063"/>
                    <a:pt x="482460" y="996057"/>
                  </a:cubicBezTo>
                  <a:cubicBezTo>
                    <a:pt x="477828" y="997579"/>
                    <a:pt x="478622" y="992185"/>
                    <a:pt x="479383" y="986792"/>
                  </a:cubicBezTo>
                  <a:cubicBezTo>
                    <a:pt x="480144" y="981398"/>
                    <a:pt x="470912" y="982159"/>
                    <a:pt x="469456" y="979843"/>
                  </a:cubicBezTo>
                  <a:cubicBezTo>
                    <a:pt x="468000" y="977526"/>
                    <a:pt x="471772" y="969916"/>
                    <a:pt x="473327" y="969055"/>
                  </a:cubicBezTo>
                  <a:cubicBezTo>
                    <a:pt x="474883" y="968195"/>
                    <a:pt x="479482" y="965978"/>
                    <a:pt x="479482" y="963661"/>
                  </a:cubicBezTo>
                  <a:cubicBezTo>
                    <a:pt x="479482" y="961345"/>
                    <a:pt x="471011" y="960584"/>
                    <a:pt x="474089" y="955190"/>
                  </a:cubicBezTo>
                  <a:cubicBezTo>
                    <a:pt x="477166" y="949796"/>
                    <a:pt x="483321" y="949796"/>
                    <a:pt x="483321" y="944403"/>
                  </a:cubicBezTo>
                  <a:cubicBezTo>
                    <a:pt x="483321" y="939009"/>
                    <a:pt x="487953" y="934476"/>
                    <a:pt x="493248" y="938215"/>
                  </a:cubicBezTo>
                  <a:cubicBezTo>
                    <a:pt x="498542" y="941954"/>
                    <a:pt x="500958" y="952113"/>
                    <a:pt x="507146" y="949796"/>
                  </a:cubicBezTo>
                  <a:cubicBezTo>
                    <a:pt x="513334" y="947480"/>
                    <a:pt x="509429" y="942086"/>
                    <a:pt x="508668" y="939009"/>
                  </a:cubicBezTo>
                  <a:cubicBezTo>
                    <a:pt x="507907" y="935932"/>
                    <a:pt x="506352" y="931299"/>
                    <a:pt x="513301" y="929744"/>
                  </a:cubicBezTo>
                  <a:cubicBezTo>
                    <a:pt x="520250" y="928188"/>
                    <a:pt x="517172" y="921272"/>
                    <a:pt x="522566" y="921272"/>
                  </a:cubicBezTo>
                  <a:cubicBezTo>
                    <a:pt x="527960" y="921272"/>
                    <a:pt x="537986" y="914357"/>
                    <a:pt x="541064" y="912801"/>
                  </a:cubicBezTo>
                  <a:cubicBezTo>
                    <a:pt x="544141" y="911246"/>
                    <a:pt x="550991" y="907407"/>
                    <a:pt x="554300" y="908930"/>
                  </a:cubicBezTo>
                  <a:cubicBezTo>
                    <a:pt x="557609" y="910452"/>
                    <a:pt x="561249" y="914357"/>
                    <a:pt x="563565" y="908930"/>
                  </a:cubicBezTo>
                  <a:cubicBezTo>
                    <a:pt x="565882" y="903503"/>
                    <a:pt x="575114" y="905852"/>
                    <a:pt x="575875" y="908930"/>
                  </a:cubicBezTo>
                  <a:cubicBezTo>
                    <a:pt x="576636" y="912007"/>
                    <a:pt x="591295" y="912040"/>
                    <a:pt x="595928" y="915118"/>
                  </a:cubicBezTo>
                  <a:cubicBezTo>
                    <a:pt x="600561" y="918195"/>
                    <a:pt x="610587" y="924350"/>
                    <a:pt x="610587" y="927427"/>
                  </a:cubicBezTo>
                  <a:cubicBezTo>
                    <a:pt x="610587" y="930505"/>
                    <a:pt x="615186" y="935137"/>
                    <a:pt x="615186" y="929744"/>
                  </a:cubicBezTo>
                  <a:cubicBezTo>
                    <a:pt x="615186" y="924350"/>
                    <a:pt x="619058" y="925905"/>
                    <a:pt x="625114" y="929744"/>
                  </a:cubicBezTo>
                  <a:cubicBezTo>
                    <a:pt x="631169" y="933582"/>
                    <a:pt x="639773" y="932060"/>
                    <a:pt x="641328" y="928221"/>
                  </a:cubicBezTo>
                  <a:cubicBezTo>
                    <a:pt x="642883" y="924383"/>
                    <a:pt x="654399" y="919750"/>
                    <a:pt x="658270" y="922828"/>
                  </a:cubicBezTo>
                  <a:cubicBezTo>
                    <a:pt x="662142" y="925905"/>
                    <a:pt x="663664" y="928221"/>
                    <a:pt x="668198" y="923589"/>
                  </a:cubicBezTo>
                  <a:cubicBezTo>
                    <a:pt x="672731" y="918956"/>
                    <a:pt x="683618" y="919750"/>
                    <a:pt x="685173" y="924350"/>
                  </a:cubicBezTo>
                  <a:cubicBezTo>
                    <a:pt x="686728" y="928949"/>
                    <a:pt x="692089" y="929744"/>
                    <a:pt x="696722" y="929744"/>
                  </a:cubicBezTo>
                  <a:cubicBezTo>
                    <a:pt x="701354" y="929744"/>
                    <a:pt x="702115" y="936693"/>
                    <a:pt x="705193" y="935137"/>
                  </a:cubicBezTo>
                  <a:cubicBezTo>
                    <a:pt x="708270" y="933582"/>
                    <a:pt x="707509" y="925905"/>
                    <a:pt x="711381" y="926666"/>
                  </a:cubicBezTo>
                  <a:cubicBezTo>
                    <a:pt x="715253" y="927427"/>
                    <a:pt x="718297" y="932060"/>
                    <a:pt x="724617" y="932060"/>
                  </a:cubicBezTo>
                  <a:cubicBezTo>
                    <a:pt x="730937" y="932060"/>
                    <a:pt x="735438" y="930505"/>
                    <a:pt x="735438" y="925905"/>
                  </a:cubicBezTo>
                  <a:cubicBezTo>
                    <a:pt x="735438" y="921306"/>
                    <a:pt x="734677" y="913562"/>
                    <a:pt x="730805" y="913562"/>
                  </a:cubicBezTo>
                  <a:cubicBezTo>
                    <a:pt x="726933" y="913562"/>
                    <a:pt x="723095" y="909724"/>
                    <a:pt x="718462" y="909724"/>
                  </a:cubicBezTo>
                  <a:cubicBezTo>
                    <a:pt x="713830" y="909724"/>
                    <a:pt x="709230" y="901981"/>
                    <a:pt x="713830" y="900458"/>
                  </a:cubicBezTo>
                  <a:cubicBezTo>
                    <a:pt x="718429" y="898936"/>
                    <a:pt x="726172" y="895065"/>
                    <a:pt x="724617" y="891193"/>
                  </a:cubicBezTo>
                  <a:cubicBezTo>
                    <a:pt x="723062" y="887321"/>
                    <a:pt x="721573" y="879645"/>
                    <a:pt x="727727" y="878883"/>
                  </a:cubicBezTo>
                  <a:cubicBezTo>
                    <a:pt x="733882" y="878122"/>
                    <a:pt x="746986" y="878089"/>
                    <a:pt x="746225" y="875806"/>
                  </a:cubicBezTo>
                  <a:cubicBezTo>
                    <a:pt x="745464" y="873523"/>
                    <a:pt x="732989" y="871934"/>
                    <a:pt x="730805" y="868096"/>
                  </a:cubicBezTo>
                  <a:cubicBezTo>
                    <a:pt x="728621" y="864257"/>
                    <a:pt x="727727" y="854860"/>
                    <a:pt x="730044" y="853437"/>
                  </a:cubicBezTo>
                  <a:cubicBezTo>
                    <a:pt x="732360" y="852014"/>
                    <a:pt x="739971" y="854198"/>
                    <a:pt x="744703" y="852676"/>
                  </a:cubicBezTo>
                  <a:cubicBezTo>
                    <a:pt x="749435" y="851154"/>
                    <a:pt x="759329" y="854992"/>
                    <a:pt x="765517" y="850359"/>
                  </a:cubicBezTo>
                  <a:cubicBezTo>
                    <a:pt x="771705" y="845727"/>
                    <a:pt x="784775" y="844966"/>
                    <a:pt x="791725" y="844966"/>
                  </a:cubicBezTo>
                  <a:cubicBezTo>
                    <a:pt x="798674" y="844966"/>
                    <a:pt x="804034" y="840333"/>
                    <a:pt x="809461" y="839572"/>
                  </a:cubicBezTo>
                  <a:cubicBezTo>
                    <a:pt x="817767" y="838539"/>
                    <a:pt x="826000" y="836991"/>
                    <a:pt x="834114" y="834939"/>
                  </a:cubicBezTo>
                  <a:cubicBezTo>
                    <a:pt x="837985" y="833384"/>
                    <a:pt x="858799" y="830307"/>
                    <a:pt x="859560" y="826468"/>
                  </a:cubicBezTo>
                  <a:cubicBezTo>
                    <a:pt x="860321" y="822630"/>
                    <a:pt x="876900" y="819519"/>
                    <a:pt x="881135" y="821438"/>
                  </a:cubicBezTo>
                  <a:cubicBezTo>
                    <a:pt x="885371" y="823357"/>
                    <a:pt x="890798" y="824747"/>
                    <a:pt x="894636" y="823357"/>
                  </a:cubicBezTo>
                  <a:cubicBezTo>
                    <a:pt x="898475" y="821968"/>
                    <a:pt x="906582" y="826071"/>
                    <a:pt x="905821" y="830307"/>
                  </a:cubicBezTo>
                  <a:cubicBezTo>
                    <a:pt x="905060" y="834542"/>
                    <a:pt x="909130" y="839175"/>
                    <a:pt x="908898" y="842649"/>
                  </a:cubicBezTo>
                  <a:cubicBezTo>
                    <a:pt x="908667" y="846124"/>
                    <a:pt x="904663" y="847282"/>
                    <a:pt x="906979" y="849962"/>
                  </a:cubicBezTo>
                  <a:cubicBezTo>
                    <a:pt x="909295" y="852643"/>
                    <a:pt x="919686" y="850723"/>
                    <a:pt x="922763" y="847282"/>
                  </a:cubicBezTo>
                  <a:cubicBezTo>
                    <a:pt x="925841" y="843841"/>
                    <a:pt x="929381" y="848804"/>
                    <a:pt x="929381" y="851518"/>
                  </a:cubicBezTo>
                  <a:cubicBezTo>
                    <a:pt x="929381" y="854231"/>
                    <a:pt x="934411" y="856150"/>
                    <a:pt x="934411" y="852676"/>
                  </a:cubicBezTo>
                  <a:cubicBezTo>
                    <a:pt x="934411" y="849201"/>
                    <a:pt x="940566" y="851518"/>
                    <a:pt x="942485" y="853834"/>
                  </a:cubicBezTo>
                  <a:cubicBezTo>
                    <a:pt x="944405" y="856150"/>
                    <a:pt x="951751" y="851120"/>
                    <a:pt x="951751" y="854992"/>
                  </a:cubicBezTo>
                  <a:cubicBezTo>
                    <a:pt x="951751" y="858864"/>
                    <a:pt x="940963" y="861908"/>
                    <a:pt x="945596" y="866144"/>
                  </a:cubicBezTo>
                  <a:cubicBezTo>
                    <a:pt x="950228" y="870379"/>
                    <a:pt x="952909" y="861147"/>
                    <a:pt x="958832" y="863066"/>
                  </a:cubicBezTo>
                  <a:cubicBezTo>
                    <a:pt x="964755" y="864985"/>
                    <a:pt x="972300" y="856448"/>
                    <a:pt x="977727" y="855356"/>
                  </a:cubicBezTo>
                  <a:cubicBezTo>
                    <a:pt x="983154" y="854264"/>
                    <a:pt x="988878" y="849201"/>
                    <a:pt x="993511" y="846488"/>
                  </a:cubicBezTo>
                  <a:cubicBezTo>
                    <a:pt x="998144" y="843774"/>
                    <a:pt x="1008170" y="844569"/>
                    <a:pt x="1005093" y="847646"/>
                  </a:cubicBezTo>
                  <a:cubicBezTo>
                    <a:pt x="1002015" y="850723"/>
                    <a:pt x="998475" y="856514"/>
                    <a:pt x="1010089" y="860882"/>
                  </a:cubicBezTo>
                  <a:cubicBezTo>
                    <a:pt x="1021704" y="865250"/>
                    <a:pt x="1034775" y="887355"/>
                    <a:pt x="1042088" y="898672"/>
                  </a:cubicBezTo>
                  <a:cubicBezTo>
                    <a:pt x="1049401" y="909989"/>
                    <a:pt x="1056350" y="929876"/>
                    <a:pt x="1060189" y="929876"/>
                  </a:cubicBezTo>
                  <a:cubicBezTo>
                    <a:pt x="1064027" y="929876"/>
                    <a:pt x="1065218" y="919949"/>
                    <a:pt x="1070116" y="918725"/>
                  </a:cubicBezTo>
                  <a:cubicBezTo>
                    <a:pt x="1075013" y="917500"/>
                    <a:pt x="1078223" y="927196"/>
                    <a:pt x="1083616" y="928354"/>
                  </a:cubicBezTo>
                  <a:cubicBezTo>
                    <a:pt x="1089010" y="929512"/>
                    <a:pt x="1096323" y="932589"/>
                    <a:pt x="1100592" y="931034"/>
                  </a:cubicBezTo>
                  <a:cubicBezTo>
                    <a:pt x="1104861" y="929479"/>
                    <a:pt x="1114457" y="924085"/>
                    <a:pt x="1117931" y="926037"/>
                  </a:cubicBezTo>
                  <a:cubicBezTo>
                    <a:pt x="1121406" y="927990"/>
                    <a:pt x="1126038" y="927957"/>
                    <a:pt x="1129116" y="935270"/>
                  </a:cubicBezTo>
                  <a:cubicBezTo>
                    <a:pt x="1132194" y="942583"/>
                    <a:pt x="1136826" y="944138"/>
                    <a:pt x="1139904" y="944138"/>
                  </a:cubicBezTo>
                  <a:cubicBezTo>
                    <a:pt x="1142981" y="944138"/>
                    <a:pt x="1143643" y="947612"/>
                    <a:pt x="1143643" y="950756"/>
                  </a:cubicBezTo>
                  <a:cubicBezTo>
                    <a:pt x="1143643" y="953900"/>
                    <a:pt x="1149268" y="957970"/>
                    <a:pt x="1152346" y="957970"/>
                  </a:cubicBezTo>
                  <a:cubicBezTo>
                    <a:pt x="1157091" y="957899"/>
                    <a:pt x="1161790" y="957026"/>
                    <a:pt x="1166243" y="955389"/>
                  </a:cubicBezTo>
                  <a:cubicBezTo>
                    <a:pt x="1168792" y="953867"/>
                    <a:pt x="1171902" y="952311"/>
                    <a:pt x="1172398" y="955918"/>
                  </a:cubicBezTo>
                  <a:cubicBezTo>
                    <a:pt x="1172895" y="959525"/>
                    <a:pt x="1177561" y="965151"/>
                    <a:pt x="1180638" y="965151"/>
                  </a:cubicBezTo>
                  <a:cubicBezTo>
                    <a:pt x="1183715" y="965151"/>
                    <a:pt x="1189870" y="967732"/>
                    <a:pt x="1190565" y="965151"/>
                  </a:cubicBezTo>
                  <a:cubicBezTo>
                    <a:pt x="1191260" y="962569"/>
                    <a:pt x="1199301" y="961047"/>
                    <a:pt x="1202379" y="960518"/>
                  </a:cubicBezTo>
                  <a:cubicBezTo>
                    <a:pt x="1205456" y="959988"/>
                    <a:pt x="1216276" y="957970"/>
                    <a:pt x="1218328" y="953337"/>
                  </a:cubicBezTo>
                  <a:cubicBezTo>
                    <a:pt x="1220380" y="948705"/>
                    <a:pt x="1229116" y="948705"/>
                    <a:pt x="1231564" y="945627"/>
                  </a:cubicBezTo>
                  <a:cubicBezTo>
                    <a:pt x="1234013" y="942550"/>
                    <a:pt x="1241293" y="940994"/>
                    <a:pt x="1242848" y="937917"/>
                  </a:cubicBezTo>
                  <a:cubicBezTo>
                    <a:pt x="1244403" y="934840"/>
                    <a:pt x="1253636" y="935369"/>
                    <a:pt x="1254694" y="932788"/>
                  </a:cubicBezTo>
                  <a:cubicBezTo>
                    <a:pt x="1255754" y="930207"/>
                    <a:pt x="1263397" y="929710"/>
                    <a:pt x="1267004" y="930703"/>
                  </a:cubicBezTo>
                  <a:cubicBezTo>
                    <a:pt x="1270611" y="931696"/>
                    <a:pt x="1288612" y="935336"/>
                    <a:pt x="1291160" y="934840"/>
                  </a:cubicBezTo>
                  <a:cubicBezTo>
                    <a:pt x="1293708" y="934343"/>
                    <a:pt x="1294238" y="944105"/>
                    <a:pt x="1296819" y="944601"/>
                  </a:cubicBezTo>
                  <a:cubicBezTo>
                    <a:pt x="1299400" y="945098"/>
                    <a:pt x="1308665" y="952311"/>
                    <a:pt x="1311213" y="950260"/>
                  </a:cubicBezTo>
                  <a:cubicBezTo>
                    <a:pt x="1315242" y="947258"/>
                    <a:pt x="1320640" y="946846"/>
                    <a:pt x="1325078" y="949201"/>
                  </a:cubicBezTo>
                  <a:cubicBezTo>
                    <a:pt x="1330240" y="952311"/>
                    <a:pt x="1335369" y="956415"/>
                    <a:pt x="1337421" y="952808"/>
                  </a:cubicBezTo>
                  <a:cubicBezTo>
                    <a:pt x="1339472" y="949201"/>
                    <a:pt x="1350260" y="947679"/>
                    <a:pt x="1351816" y="945627"/>
                  </a:cubicBezTo>
                  <a:cubicBezTo>
                    <a:pt x="1353371" y="943575"/>
                    <a:pt x="1354893" y="937421"/>
                    <a:pt x="1352312" y="935336"/>
                  </a:cubicBezTo>
                  <a:cubicBezTo>
                    <a:pt x="1349731" y="933251"/>
                    <a:pt x="1347183" y="925078"/>
                    <a:pt x="1346157" y="920942"/>
                  </a:cubicBezTo>
                  <a:cubicBezTo>
                    <a:pt x="1345131" y="916805"/>
                    <a:pt x="1352312" y="915813"/>
                    <a:pt x="1353371" y="912239"/>
                  </a:cubicBezTo>
                  <a:cubicBezTo>
                    <a:pt x="1354429" y="908665"/>
                    <a:pt x="1360551" y="908102"/>
                    <a:pt x="1362603" y="906051"/>
                  </a:cubicBezTo>
                  <a:cubicBezTo>
                    <a:pt x="1364655" y="903999"/>
                    <a:pt x="1365184" y="899433"/>
                    <a:pt x="1368791" y="900392"/>
                  </a:cubicBezTo>
                  <a:cubicBezTo>
                    <a:pt x="1373280" y="901538"/>
                    <a:pt x="1377598" y="903273"/>
                    <a:pt x="1381630" y="905554"/>
                  </a:cubicBezTo>
                  <a:cubicBezTo>
                    <a:pt x="1384932" y="907355"/>
                    <a:pt x="1388658" y="908236"/>
                    <a:pt x="1392418" y="908102"/>
                  </a:cubicBezTo>
                  <a:cubicBezTo>
                    <a:pt x="1397013" y="908899"/>
                    <a:pt x="1401389" y="910658"/>
                    <a:pt x="1405257" y="913264"/>
                  </a:cubicBezTo>
                  <a:cubicBezTo>
                    <a:pt x="1408864" y="915316"/>
                    <a:pt x="1420180" y="915316"/>
                    <a:pt x="1422232" y="918394"/>
                  </a:cubicBezTo>
                  <a:cubicBezTo>
                    <a:pt x="1424284" y="921471"/>
                    <a:pt x="1421703" y="930207"/>
                    <a:pt x="1424284" y="933317"/>
                  </a:cubicBezTo>
                  <a:cubicBezTo>
                    <a:pt x="1426865" y="936428"/>
                    <a:pt x="1433020" y="943046"/>
                    <a:pt x="1435071" y="941524"/>
                  </a:cubicBezTo>
                  <a:cubicBezTo>
                    <a:pt x="1437123" y="940002"/>
                    <a:pt x="1446918" y="946653"/>
                    <a:pt x="1450525" y="946123"/>
                  </a:cubicBezTo>
                  <a:cubicBezTo>
                    <a:pt x="1454131" y="945594"/>
                    <a:pt x="1459757" y="939969"/>
                    <a:pt x="1462834" y="939969"/>
                  </a:cubicBezTo>
                  <a:cubicBezTo>
                    <a:pt x="1465912" y="939969"/>
                    <a:pt x="1475673" y="937421"/>
                    <a:pt x="1478784" y="937917"/>
                  </a:cubicBezTo>
                  <a:cubicBezTo>
                    <a:pt x="1481894" y="938413"/>
                    <a:pt x="1493145" y="942550"/>
                    <a:pt x="1494700" y="941524"/>
                  </a:cubicBezTo>
                  <a:cubicBezTo>
                    <a:pt x="1496255" y="940498"/>
                    <a:pt x="1506514" y="942020"/>
                    <a:pt x="1507937" y="945131"/>
                  </a:cubicBezTo>
                  <a:cubicBezTo>
                    <a:pt x="1509360" y="948241"/>
                    <a:pt x="1522331" y="948208"/>
                    <a:pt x="1522331" y="951749"/>
                  </a:cubicBezTo>
                  <a:cubicBezTo>
                    <a:pt x="1522331" y="955290"/>
                    <a:pt x="1529512" y="957374"/>
                    <a:pt x="1531563" y="961477"/>
                  </a:cubicBezTo>
                  <a:cubicBezTo>
                    <a:pt x="1533615" y="965581"/>
                    <a:pt x="1550590" y="963033"/>
                    <a:pt x="1553668" y="965614"/>
                  </a:cubicBezTo>
                  <a:cubicBezTo>
                    <a:pt x="1556745" y="968195"/>
                    <a:pt x="1576302" y="967665"/>
                    <a:pt x="1576831" y="965614"/>
                  </a:cubicBezTo>
                  <a:cubicBezTo>
                    <a:pt x="1577360" y="963562"/>
                    <a:pt x="1595858" y="962536"/>
                    <a:pt x="1599432" y="959955"/>
                  </a:cubicBezTo>
                  <a:cubicBezTo>
                    <a:pt x="1603006" y="957374"/>
                    <a:pt x="1612668" y="958433"/>
                    <a:pt x="1613330" y="954826"/>
                  </a:cubicBezTo>
                  <a:cubicBezTo>
                    <a:pt x="1613992" y="951219"/>
                    <a:pt x="1623257" y="948638"/>
                    <a:pt x="1627195" y="945561"/>
                  </a:cubicBezTo>
                  <a:cubicBezTo>
                    <a:pt x="1631133" y="942483"/>
                    <a:pt x="1647777" y="942980"/>
                    <a:pt x="1648803" y="946587"/>
                  </a:cubicBezTo>
                  <a:cubicBezTo>
                    <a:pt x="1649829" y="950194"/>
                    <a:pt x="1659590" y="951219"/>
                    <a:pt x="1663694" y="949664"/>
                  </a:cubicBezTo>
                  <a:cubicBezTo>
                    <a:pt x="1667797" y="948109"/>
                    <a:pt x="1678585" y="950194"/>
                    <a:pt x="1680239" y="953800"/>
                  </a:cubicBezTo>
                  <a:cubicBezTo>
                    <a:pt x="1681894" y="957407"/>
                    <a:pt x="1694104" y="959426"/>
                    <a:pt x="1697215" y="958400"/>
                  </a:cubicBezTo>
                  <a:cubicBezTo>
                    <a:pt x="1700325" y="957374"/>
                    <a:pt x="1710054" y="950194"/>
                    <a:pt x="1713760" y="949664"/>
                  </a:cubicBezTo>
                  <a:cubicBezTo>
                    <a:pt x="1717466" y="949135"/>
                    <a:pt x="1722462" y="945561"/>
                    <a:pt x="1721470" y="941954"/>
                  </a:cubicBezTo>
                  <a:cubicBezTo>
                    <a:pt x="1720477" y="938347"/>
                    <a:pt x="1728651" y="928089"/>
                    <a:pt x="1729676" y="923986"/>
                  </a:cubicBezTo>
                  <a:cubicBezTo>
                    <a:pt x="1730702" y="919883"/>
                    <a:pt x="1737916" y="908566"/>
                    <a:pt x="1740464" y="907441"/>
                  </a:cubicBezTo>
                  <a:cubicBezTo>
                    <a:pt x="1743012" y="906316"/>
                    <a:pt x="1748703" y="901782"/>
                    <a:pt x="1748174" y="898705"/>
                  </a:cubicBezTo>
                  <a:cubicBezTo>
                    <a:pt x="1747645" y="895627"/>
                    <a:pt x="1746122" y="886362"/>
                    <a:pt x="1743045" y="886362"/>
                  </a:cubicBezTo>
                  <a:cubicBezTo>
                    <a:pt x="1739967" y="886362"/>
                    <a:pt x="1734309" y="886891"/>
                    <a:pt x="1741523" y="877097"/>
                  </a:cubicBezTo>
                  <a:cubicBezTo>
                    <a:pt x="1748737" y="867302"/>
                    <a:pt x="1761377" y="869916"/>
                    <a:pt x="1763627" y="869916"/>
                  </a:cubicBezTo>
                  <a:cubicBezTo>
                    <a:pt x="1765878" y="869916"/>
                    <a:pt x="1782125" y="865813"/>
                    <a:pt x="1789306" y="867864"/>
                  </a:cubicBezTo>
                  <a:cubicBezTo>
                    <a:pt x="1796486" y="869916"/>
                    <a:pt x="1801119" y="866838"/>
                    <a:pt x="1808829" y="870942"/>
                  </a:cubicBezTo>
                  <a:cubicBezTo>
                    <a:pt x="1816539" y="875045"/>
                    <a:pt x="1827360" y="873523"/>
                    <a:pt x="1829908" y="877097"/>
                  </a:cubicBezTo>
                  <a:cubicBezTo>
                    <a:pt x="1832456" y="880670"/>
                    <a:pt x="1842747" y="883715"/>
                    <a:pt x="1841225" y="889969"/>
                  </a:cubicBezTo>
                  <a:cubicBezTo>
                    <a:pt x="1839702" y="896223"/>
                    <a:pt x="1846883" y="892550"/>
                    <a:pt x="1849431" y="905885"/>
                  </a:cubicBezTo>
                  <a:cubicBezTo>
                    <a:pt x="1851979" y="919221"/>
                    <a:pt x="1858167" y="920280"/>
                    <a:pt x="1859722" y="926435"/>
                  </a:cubicBezTo>
                  <a:cubicBezTo>
                    <a:pt x="1861278" y="932589"/>
                    <a:pt x="1869650" y="943939"/>
                    <a:pt x="1868458" y="947513"/>
                  </a:cubicBezTo>
                  <a:cubicBezTo>
                    <a:pt x="1867267" y="951087"/>
                    <a:pt x="1866406" y="956746"/>
                    <a:pt x="1875076" y="957275"/>
                  </a:cubicBezTo>
                  <a:cubicBezTo>
                    <a:pt x="1883746" y="957804"/>
                    <a:pt x="1890000" y="964489"/>
                    <a:pt x="1892052" y="963463"/>
                  </a:cubicBezTo>
                  <a:cubicBezTo>
                    <a:pt x="1894104" y="962437"/>
                    <a:pt x="1904395" y="966011"/>
                    <a:pt x="1909523" y="971140"/>
                  </a:cubicBezTo>
                  <a:cubicBezTo>
                    <a:pt x="1914653" y="976269"/>
                    <a:pt x="1922396" y="973721"/>
                    <a:pt x="1921866" y="979413"/>
                  </a:cubicBezTo>
                  <a:cubicBezTo>
                    <a:pt x="1921337" y="985104"/>
                    <a:pt x="1926002" y="989638"/>
                    <a:pt x="1925473" y="994270"/>
                  </a:cubicBezTo>
                  <a:cubicBezTo>
                    <a:pt x="1924944" y="998903"/>
                    <a:pt x="1935400" y="1002013"/>
                    <a:pt x="1942449" y="1000888"/>
                  </a:cubicBezTo>
                  <a:cubicBezTo>
                    <a:pt x="1949497" y="999763"/>
                    <a:pt x="1954758" y="1003436"/>
                    <a:pt x="1957836" y="997248"/>
                  </a:cubicBezTo>
                  <a:cubicBezTo>
                    <a:pt x="1960913" y="991060"/>
                    <a:pt x="1971072" y="993675"/>
                    <a:pt x="1974811" y="991094"/>
                  </a:cubicBezTo>
                  <a:cubicBezTo>
                    <a:pt x="1978550" y="988512"/>
                    <a:pt x="1989206" y="985435"/>
                    <a:pt x="1988709" y="994700"/>
                  </a:cubicBezTo>
                  <a:cubicBezTo>
                    <a:pt x="1988213" y="1003966"/>
                    <a:pt x="1994335" y="1006017"/>
                    <a:pt x="1989206" y="1009095"/>
                  </a:cubicBezTo>
                  <a:cubicBezTo>
                    <a:pt x="1984077" y="1012172"/>
                    <a:pt x="1981495" y="1025640"/>
                    <a:pt x="1979940" y="1031199"/>
                  </a:cubicBezTo>
                  <a:cubicBezTo>
                    <a:pt x="1978385" y="1036758"/>
                    <a:pt x="1970708" y="1038380"/>
                    <a:pt x="1969682" y="1044435"/>
                  </a:cubicBezTo>
                  <a:cubicBezTo>
                    <a:pt x="1968656" y="1050491"/>
                    <a:pt x="1961443" y="1051054"/>
                    <a:pt x="1961443" y="1055752"/>
                  </a:cubicBezTo>
                  <a:cubicBezTo>
                    <a:pt x="1961443" y="1060451"/>
                    <a:pt x="1951185" y="1059359"/>
                    <a:pt x="1946022" y="1055752"/>
                  </a:cubicBezTo>
                  <a:cubicBezTo>
                    <a:pt x="1940860" y="1052146"/>
                    <a:pt x="1935764" y="1062371"/>
                    <a:pt x="1931661" y="1062371"/>
                  </a:cubicBezTo>
                  <a:cubicBezTo>
                    <a:pt x="1927558" y="1062371"/>
                    <a:pt x="1928021" y="1071107"/>
                    <a:pt x="1929047" y="1074713"/>
                  </a:cubicBezTo>
                  <a:cubicBezTo>
                    <a:pt x="1930073" y="1078320"/>
                    <a:pt x="1927525" y="1082920"/>
                    <a:pt x="1930106" y="1089108"/>
                  </a:cubicBezTo>
                  <a:cubicBezTo>
                    <a:pt x="1931463" y="1092417"/>
                    <a:pt x="1930635" y="1098704"/>
                    <a:pt x="1931330" y="1105653"/>
                  </a:cubicBezTo>
                  <a:cubicBezTo>
                    <a:pt x="1937584" y="1101120"/>
                    <a:pt x="1943276" y="1097744"/>
                    <a:pt x="1945791" y="1097744"/>
                  </a:cubicBezTo>
                  <a:cubicBezTo>
                    <a:pt x="1952210" y="1097744"/>
                    <a:pt x="1958630" y="1108830"/>
                    <a:pt x="1965645" y="1109061"/>
                  </a:cubicBezTo>
                  <a:cubicBezTo>
                    <a:pt x="1972660" y="1109293"/>
                    <a:pt x="2005354" y="1087486"/>
                    <a:pt x="2005751" y="1083879"/>
                  </a:cubicBezTo>
                  <a:cubicBezTo>
                    <a:pt x="2006148" y="1080273"/>
                    <a:pt x="2025010" y="1062040"/>
                    <a:pt x="2034010" y="1052543"/>
                  </a:cubicBezTo>
                  <a:cubicBezTo>
                    <a:pt x="2043011" y="1043046"/>
                    <a:pt x="2054824" y="1029148"/>
                    <a:pt x="2059457" y="1018360"/>
                  </a:cubicBezTo>
                  <a:cubicBezTo>
                    <a:pt x="2062303" y="1011742"/>
                    <a:pt x="2074877" y="998837"/>
                    <a:pt x="2077954" y="993708"/>
                  </a:cubicBezTo>
                  <a:cubicBezTo>
                    <a:pt x="2081032" y="988579"/>
                    <a:pt x="2083084" y="988049"/>
                    <a:pt x="2088742" y="975971"/>
                  </a:cubicBezTo>
                  <a:cubicBezTo>
                    <a:pt x="2094400" y="963893"/>
                    <a:pt x="2094400" y="932292"/>
                    <a:pt x="2096220" y="930207"/>
                  </a:cubicBezTo>
                  <a:cubicBezTo>
                    <a:pt x="2098040" y="928122"/>
                    <a:pt x="2096982" y="922795"/>
                    <a:pt x="2099530" y="919453"/>
                  </a:cubicBezTo>
                  <a:cubicBezTo>
                    <a:pt x="2102078" y="916110"/>
                    <a:pt x="2100820" y="911478"/>
                    <a:pt x="2105949" y="907110"/>
                  </a:cubicBezTo>
                  <a:cubicBezTo>
                    <a:pt x="2109740" y="904559"/>
                    <a:pt x="2110971" y="899545"/>
                    <a:pt x="2108795" y="895528"/>
                  </a:cubicBezTo>
                  <a:cubicBezTo>
                    <a:pt x="2107505" y="892219"/>
                    <a:pt x="2109060" y="884740"/>
                    <a:pt x="2107769" y="882292"/>
                  </a:cubicBezTo>
                  <a:cubicBezTo>
                    <a:pt x="2106479" y="879843"/>
                    <a:pt x="2106743" y="878983"/>
                    <a:pt x="2109821" y="877163"/>
                  </a:cubicBezTo>
                  <a:cubicBezTo>
                    <a:pt x="2112898" y="875343"/>
                    <a:pt x="2107769" y="870743"/>
                    <a:pt x="2103401" y="868692"/>
                  </a:cubicBezTo>
                  <a:cubicBezTo>
                    <a:pt x="2099033" y="866640"/>
                    <a:pt x="2093474" y="864820"/>
                    <a:pt x="2092845" y="859956"/>
                  </a:cubicBezTo>
                  <a:cubicBezTo>
                    <a:pt x="2092217" y="855091"/>
                    <a:pt x="2084903" y="849168"/>
                    <a:pt x="2079245" y="849664"/>
                  </a:cubicBezTo>
                  <a:cubicBezTo>
                    <a:pt x="2073587" y="850161"/>
                    <a:pt x="2063031" y="846587"/>
                    <a:pt x="2064321" y="850194"/>
                  </a:cubicBezTo>
                  <a:cubicBezTo>
                    <a:pt x="2065612" y="853801"/>
                    <a:pt x="2063825" y="856812"/>
                    <a:pt x="2061012" y="856084"/>
                  </a:cubicBezTo>
                  <a:cubicBezTo>
                    <a:pt x="2058199" y="855356"/>
                    <a:pt x="2056876" y="857639"/>
                    <a:pt x="2053534" y="862702"/>
                  </a:cubicBezTo>
                  <a:cubicBezTo>
                    <a:pt x="2050191" y="867765"/>
                    <a:pt x="2038378" y="868361"/>
                    <a:pt x="2043606" y="863463"/>
                  </a:cubicBezTo>
                  <a:cubicBezTo>
                    <a:pt x="2048835" y="858566"/>
                    <a:pt x="2041819" y="858334"/>
                    <a:pt x="2042845" y="853205"/>
                  </a:cubicBezTo>
                  <a:cubicBezTo>
                    <a:pt x="2043871" y="848076"/>
                    <a:pt x="2048239" y="842914"/>
                    <a:pt x="2042316" y="846256"/>
                  </a:cubicBezTo>
                  <a:cubicBezTo>
                    <a:pt x="2036393" y="849598"/>
                    <a:pt x="2036426" y="857573"/>
                    <a:pt x="2031528" y="858599"/>
                  </a:cubicBezTo>
                  <a:cubicBezTo>
                    <a:pt x="2026631" y="859625"/>
                    <a:pt x="2028219" y="844734"/>
                    <a:pt x="2029477" y="840862"/>
                  </a:cubicBezTo>
                  <a:cubicBezTo>
                    <a:pt x="2030734" y="836991"/>
                    <a:pt x="2020476" y="841127"/>
                    <a:pt x="2009622" y="840366"/>
                  </a:cubicBezTo>
                  <a:cubicBezTo>
                    <a:pt x="1998769" y="839605"/>
                    <a:pt x="2001648" y="832126"/>
                    <a:pt x="2010383" y="827494"/>
                  </a:cubicBezTo>
                  <a:cubicBezTo>
                    <a:pt x="2019119" y="822861"/>
                    <a:pt x="2017597" y="818526"/>
                    <a:pt x="2021965" y="816706"/>
                  </a:cubicBezTo>
                  <a:cubicBezTo>
                    <a:pt x="2026333" y="814886"/>
                    <a:pt x="2037650" y="807441"/>
                    <a:pt x="2044301" y="803470"/>
                  </a:cubicBezTo>
                  <a:cubicBezTo>
                    <a:pt x="2049111" y="800812"/>
                    <a:pt x="2052573" y="796245"/>
                    <a:pt x="2053831" y="790896"/>
                  </a:cubicBezTo>
                  <a:cubicBezTo>
                    <a:pt x="2055354" y="786528"/>
                    <a:pt x="2067696" y="780969"/>
                    <a:pt x="2078749" y="772133"/>
                  </a:cubicBezTo>
                  <a:cubicBezTo>
                    <a:pt x="2089801" y="763298"/>
                    <a:pt x="2095294" y="758004"/>
                    <a:pt x="2097776" y="752610"/>
                  </a:cubicBezTo>
                  <a:cubicBezTo>
                    <a:pt x="2100258" y="747216"/>
                    <a:pt x="2116770" y="740532"/>
                    <a:pt x="2117035" y="736429"/>
                  </a:cubicBezTo>
                  <a:cubicBezTo>
                    <a:pt x="2117299" y="732325"/>
                    <a:pt x="2136558" y="722034"/>
                    <a:pt x="2149662" y="719453"/>
                  </a:cubicBezTo>
                  <a:cubicBezTo>
                    <a:pt x="2162766" y="716872"/>
                    <a:pt x="2183613" y="720214"/>
                    <a:pt x="2187451" y="724086"/>
                  </a:cubicBezTo>
                  <a:cubicBezTo>
                    <a:pt x="2189131" y="726524"/>
                    <a:pt x="2192468" y="727139"/>
                    <a:pt x="2194907" y="725460"/>
                  </a:cubicBezTo>
                  <a:cubicBezTo>
                    <a:pt x="2195532" y="725029"/>
                    <a:pt x="2196059" y="724471"/>
                    <a:pt x="2196452" y="723821"/>
                  </a:cubicBezTo>
                  <a:cubicBezTo>
                    <a:pt x="2198768" y="721240"/>
                    <a:pt x="2203897" y="722531"/>
                    <a:pt x="2212633" y="723556"/>
                  </a:cubicBezTo>
                  <a:cubicBezTo>
                    <a:pt x="2221369" y="724582"/>
                    <a:pt x="2223454" y="719453"/>
                    <a:pt x="2229178" y="721240"/>
                  </a:cubicBezTo>
                  <a:cubicBezTo>
                    <a:pt x="2234903" y="723027"/>
                    <a:pt x="2239966" y="724086"/>
                    <a:pt x="2243573" y="717137"/>
                  </a:cubicBezTo>
                  <a:cubicBezTo>
                    <a:pt x="2247180" y="710188"/>
                    <a:pt x="2264122" y="711478"/>
                    <a:pt x="2267994" y="714324"/>
                  </a:cubicBezTo>
                  <a:cubicBezTo>
                    <a:pt x="2271865" y="717170"/>
                    <a:pt x="2274943" y="720942"/>
                    <a:pt x="2281230" y="716872"/>
                  </a:cubicBezTo>
                  <a:cubicBezTo>
                    <a:pt x="2287517" y="712802"/>
                    <a:pt x="2287385" y="722266"/>
                    <a:pt x="2293308" y="723060"/>
                  </a:cubicBezTo>
                  <a:cubicBezTo>
                    <a:pt x="2299231" y="723854"/>
                    <a:pt x="2295359" y="728950"/>
                    <a:pt x="2290197" y="728454"/>
                  </a:cubicBezTo>
                  <a:cubicBezTo>
                    <a:pt x="2285035" y="727957"/>
                    <a:pt x="2278649" y="731002"/>
                    <a:pt x="2284572" y="734377"/>
                  </a:cubicBezTo>
                  <a:cubicBezTo>
                    <a:pt x="2290495" y="737752"/>
                    <a:pt x="2297411" y="731266"/>
                    <a:pt x="2302044" y="731796"/>
                  </a:cubicBezTo>
                  <a:cubicBezTo>
                    <a:pt x="2308294" y="732911"/>
                    <a:pt x="2314738" y="731823"/>
                    <a:pt x="2320277" y="728718"/>
                  </a:cubicBezTo>
                  <a:cubicBezTo>
                    <a:pt x="2326895" y="724582"/>
                    <a:pt x="2328516" y="732028"/>
                    <a:pt x="2332619" y="728454"/>
                  </a:cubicBezTo>
                  <a:cubicBezTo>
                    <a:pt x="2336722" y="724880"/>
                    <a:pt x="2345855" y="723821"/>
                    <a:pt x="2350621" y="724086"/>
                  </a:cubicBezTo>
                  <a:cubicBezTo>
                    <a:pt x="2355386" y="724351"/>
                    <a:pt x="2351382" y="718692"/>
                    <a:pt x="2343672" y="718692"/>
                  </a:cubicBezTo>
                  <a:cubicBezTo>
                    <a:pt x="2335961" y="718692"/>
                    <a:pt x="2336226" y="714589"/>
                    <a:pt x="2342381" y="704033"/>
                  </a:cubicBezTo>
                  <a:cubicBezTo>
                    <a:pt x="2348536" y="693477"/>
                    <a:pt x="2360382" y="687852"/>
                    <a:pt x="2367828" y="681432"/>
                  </a:cubicBezTo>
                  <a:cubicBezTo>
                    <a:pt x="2375273" y="675012"/>
                    <a:pt x="2380667" y="678123"/>
                    <a:pt x="2380667" y="673954"/>
                  </a:cubicBezTo>
                  <a:cubicBezTo>
                    <a:pt x="2380667" y="669784"/>
                    <a:pt x="2384274" y="658302"/>
                    <a:pt x="2389932" y="658037"/>
                  </a:cubicBezTo>
                  <a:cubicBezTo>
                    <a:pt x="2395591" y="657772"/>
                    <a:pt x="2409787" y="660353"/>
                    <a:pt x="2418456" y="655456"/>
                  </a:cubicBezTo>
                  <a:cubicBezTo>
                    <a:pt x="2427126" y="650559"/>
                    <a:pt x="2426398" y="659063"/>
                    <a:pt x="2430038" y="660353"/>
                  </a:cubicBezTo>
                  <a:cubicBezTo>
                    <a:pt x="2433678" y="661644"/>
                    <a:pt x="2438509" y="652908"/>
                    <a:pt x="2442612" y="655456"/>
                  </a:cubicBezTo>
                  <a:cubicBezTo>
                    <a:pt x="2446716" y="658004"/>
                    <a:pt x="2436457" y="664225"/>
                    <a:pt x="2434141" y="671637"/>
                  </a:cubicBezTo>
                  <a:cubicBezTo>
                    <a:pt x="2431825" y="679050"/>
                    <a:pt x="2439535" y="676303"/>
                    <a:pt x="2444068" y="678255"/>
                  </a:cubicBezTo>
                  <a:cubicBezTo>
                    <a:pt x="2448602" y="680208"/>
                    <a:pt x="2438410" y="683384"/>
                    <a:pt x="2439436" y="685436"/>
                  </a:cubicBezTo>
                  <a:cubicBezTo>
                    <a:pt x="2440462" y="687488"/>
                    <a:pt x="2449363" y="687488"/>
                    <a:pt x="2460514" y="676204"/>
                  </a:cubicBezTo>
                  <a:cubicBezTo>
                    <a:pt x="2471666" y="664920"/>
                    <a:pt x="2482089" y="661809"/>
                    <a:pt x="2489303" y="662571"/>
                  </a:cubicBezTo>
                  <a:cubicBezTo>
                    <a:pt x="2496517" y="663332"/>
                    <a:pt x="2492381" y="656151"/>
                    <a:pt x="2492877" y="645628"/>
                  </a:cubicBezTo>
                  <a:cubicBezTo>
                    <a:pt x="2493373" y="635105"/>
                    <a:pt x="2515478" y="631995"/>
                    <a:pt x="2522658" y="635072"/>
                  </a:cubicBezTo>
                  <a:cubicBezTo>
                    <a:pt x="2529839" y="638150"/>
                    <a:pt x="2529277" y="640995"/>
                    <a:pt x="2522394" y="639175"/>
                  </a:cubicBezTo>
                  <a:cubicBezTo>
                    <a:pt x="2515511" y="637356"/>
                    <a:pt x="2509158" y="643543"/>
                    <a:pt x="2509158" y="652412"/>
                  </a:cubicBezTo>
                  <a:cubicBezTo>
                    <a:pt x="2509158" y="661280"/>
                    <a:pt x="2503002" y="663993"/>
                    <a:pt x="2506345" y="667336"/>
                  </a:cubicBezTo>
                  <a:cubicBezTo>
                    <a:pt x="2509687" y="670678"/>
                    <a:pt x="2501447" y="671439"/>
                    <a:pt x="2501216" y="675046"/>
                  </a:cubicBezTo>
                  <a:cubicBezTo>
                    <a:pt x="2500984" y="678652"/>
                    <a:pt x="2501216" y="681465"/>
                    <a:pt x="2496054" y="682987"/>
                  </a:cubicBezTo>
                  <a:cubicBezTo>
                    <a:pt x="2490892" y="684510"/>
                    <a:pt x="2473684" y="686296"/>
                    <a:pt x="2473188" y="692914"/>
                  </a:cubicBezTo>
                  <a:cubicBezTo>
                    <a:pt x="2472692" y="699533"/>
                    <a:pt x="2463261" y="700360"/>
                    <a:pt x="2459059" y="708599"/>
                  </a:cubicBezTo>
                  <a:cubicBezTo>
                    <a:pt x="2454856" y="716839"/>
                    <a:pt x="2437980" y="721836"/>
                    <a:pt x="2426927" y="738149"/>
                  </a:cubicBezTo>
                  <a:cubicBezTo>
                    <a:pt x="2415875" y="754463"/>
                    <a:pt x="2398403" y="754695"/>
                    <a:pt x="2398403" y="757673"/>
                  </a:cubicBezTo>
                  <a:cubicBezTo>
                    <a:pt x="2398403" y="760651"/>
                    <a:pt x="2386326" y="760519"/>
                    <a:pt x="2382222" y="760982"/>
                  </a:cubicBezTo>
                  <a:cubicBezTo>
                    <a:pt x="2378119" y="761445"/>
                    <a:pt x="2386061" y="771505"/>
                    <a:pt x="2376299" y="782060"/>
                  </a:cubicBezTo>
                  <a:cubicBezTo>
                    <a:pt x="2366174" y="792814"/>
                    <a:pt x="2360488" y="806999"/>
                    <a:pt x="2360382" y="821769"/>
                  </a:cubicBezTo>
                  <a:cubicBezTo>
                    <a:pt x="2360614" y="836428"/>
                    <a:pt x="2365511" y="878553"/>
                    <a:pt x="2369879" y="886031"/>
                  </a:cubicBezTo>
                  <a:cubicBezTo>
                    <a:pt x="2374247" y="893509"/>
                    <a:pt x="2371699" y="911709"/>
                    <a:pt x="2375273" y="915581"/>
                  </a:cubicBezTo>
                  <a:cubicBezTo>
                    <a:pt x="2378847" y="919453"/>
                    <a:pt x="2377590" y="925839"/>
                    <a:pt x="2379906" y="928155"/>
                  </a:cubicBezTo>
                  <a:cubicBezTo>
                    <a:pt x="2382222" y="930472"/>
                    <a:pt x="2391719" y="917864"/>
                    <a:pt x="2398139" y="912470"/>
                  </a:cubicBezTo>
                  <a:cubicBezTo>
                    <a:pt x="2404558" y="907077"/>
                    <a:pt x="2402506" y="905290"/>
                    <a:pt x="2406875" y="902543"/>
                  </a:cubicBezTo>
                  <a:cubicBezTo>
                    <a:pt x="2411242" y="899797"/>
                    <a:pt x="2409456" y="887884"/>
                    <a:pt x="2410746" y="884807"/>
                  </a:cubicBezTo>
                  <a:cubicBezTo>
                    <a:pt x="2412037" y="881729"/>
                    <a:pt x="2420012" y="880174"/>
                    <a:pt x="2422560" y="876832"/>
                  </a:cubicBezTo>
                  <a:cubicBezTo>
                    <a:pt x="2425108" y="873490"/>
                    <a:pt x="2431825" y="875541"/>
                    <a:pt x="2435432" y="874251"/>
                  </a:cubicBezTo>
                  <a:cubicBezTo>
                    <a:pt x="2439039" y="872960"/>
                    <a:pt x="2435167" y="864324"/>
                    <a:pt x="2433877" y="859625"/>
                  </a:cubicBezTo>
                  <a:cubicBezTo>
                    <a:pt x="2432586" y="854926"/>
                    <a:pt x="2444399" y="848043"/>
                    <a:pt x="2450422" y="843675"/>
                  </a:cubicBezTo>
                  <a:cubicBezTo>
                    <a:pt x="2456444" y="839307"/>
                    <a:pt x="2464287" y="846521"/>
                    <a:pt x="2471236" y="840101"/>
                  </a:cubicBezTo>
                  <a:cubicBezTo>
                    <a:pt x="2478185" y="833682"/>
                    <a:pt x="2470706" y="826203"/>
                    <a:pt x="2468125" y="822894"/>
                  </a:cubicBezTo>
                  <a:cubicBezTo>
                    <a:pt x="2465544" y="819585"/>
                    <a:pt x="2475074" y="803338"/>
                    <a:pt x="2480468" y="801782"/>
                  </a:cubicBezTo>
                  <a:cubicBezTo>
                    <a:pt x="2485862" y="800227"/>
                    <a:pt x="2488708" y="805654"/>
                    <a:pt x="2493704" y="801021"/>
                  </a:cubicBezTo>
                  <a:cubicBezTo>
                    <a:pt x="2498701" y="796389"/>
                    <a:pt x="2489071" y="788943"/>
                    <a:pt x="2485498" y="789473"/>
                  </a:cubicBezTo>
                  <a:cubicBezTo>
                    <a:pt x="2481924" y="790002"/>
                    <a:pt x="2480601" y="776237"/>
                    <a:pt x="2489071" y="769949"/>
                  </a:cubicBezTo>
                  <a:cubicBezTo>
                    <a:pt x="2497543" y="763662"/>
                    <a:pt x="2494201" y="762239"/>
                    <a:pt x="2488575" y="760684"/>
                  </a:cubicBezTo>
                  <a:cubicBezTo>
                    <a:pt x="2482950" y="759129"/>
                    <a:pt x="2481957" y="761213"/>
                    <a:pt x="2477523" y="761478"/>
                  </a:cubicBezTo>
                  <a:cubicBezTo>
                    <a:pt x="2473089" y="761743"/>
                    <a:pt x="2468787" y="752477"/>
                    <a:pt x="2475471" y="743477"/>
                  </a:cubicBezTo>
                  <a:cubicBezTo>
                    <a:pt x="2482156" y="734476"/>
                    <a:pt x="2488708" y="735502"/>
                    <a:pt x="2490097" y="728057"/>
                  </a:cubicBezTo>
                  <a:cubicBezTo>
                    <a:pt x="2491487" y="720611"/>
                    <a:pt x="2500918" y="710055"/>
                    <a:pt x="2503334" y="706217"/>
                  </a:cubicBezTo>
                  <a:cubicBezTo>
                    <a:pt x="2505749" y="702378"/>
                    <a:pt x="2514915" y="706217"/>
                    <a:pt x="2518522" y="705456"/>
                  </a:cubicBezTo>
                  <a:cubicBezTo>
                    <a:pt x="2522129" y="704695"/>
                    <a:pt x="2520838" y="712372"/>
                    <a:pt x="2525140" y="708533"/>
                  </a:cubicBezTo>
                  <a:cubicBezTo>
                    <a:pt x="2529442" y="704695"/>
                    <a:pt x="2536722" y="691988"/>
                    <a:pt x="2542645" y="691988"/>
                  </a:cubicBezTo>
                  <a:cubicBezTo>
                    <a:pt x="2548568" y="691988"/>
                    <a:pt x="2544697" y="701485"/>
                    <a:pt x="2546219" y="707143"/>
                  </a:cubicBezTo>
                  <a:cubicBezTo>
                    <a:pt x="2547741" y="712802"/>
                    <a:pt x="2551116" y="705621"/>
                    <a:pt x="2562433" y="697911"/>
                  </a:cubicBezTo>
                  <a:cubicBezTo>
                    <a:pt x="2573750" y="690201"/>
                    <a:pt x="2598403" y="690962"/>
                    <a:pt x="2605848" y="694602"/>
                  </a:cubicBezTo>
                  <a:cubicBezTo>
                    <a:pt x="2613294" y="698242"/>
                    <a:pt x="2614584" y="706680"/>
                    <a:pt x="2618687" y="705654"/>
                  </a:cubicBezTo>
                  <a:cubicBezTo>
                    <a:pt x="2624975" y="704099"/>
                    <a:pt x="2619713" y="697150"/>
                    <a:pt x="2625901" y="695363"/>
                  </a:cubicBezTo>
                  <a:cubicBezTo>
                    <a:pt x="2634899" y="691822"/>
                    <a:pt x="2643371" y="687068"/>
                    <a:pt x="2651083" y="681234"/>
                  </a:cubicBezTo>
                  <a:cubicBezTo>
                    <a:pt x="2659290" y="675310"/>
                    <a:pt x="2657006" y="679711"/>
                    <a:pt x="2661374" y="674318"/>
                  </a:cubicBezTo>
                  <a:cubicBezTo>
                    <a:pt x="2665742" y="668924"/>
                    <a:pt x="2670110" y="671207"/>
                    <a:pt x="2671301" y="667699"/>
                  </a:cubicBezTo>
                  <a:cubicBezTo>
                    <a:pt x="2672493" y="664192"/>
                    <a:pt x="2684538" y="658169"/>
                    <a:pt x="2700620" y="654463"/>
                  </a:cubicBezTo>
                  <a:cubicBezTo>
                    <a:pt x="2716702" y="650757"/>
                    <a:pt x="2737880" y="640102"/>
                    <a:pt x="2737019" y="636760"/>
                  </a:cubicBezTo>
                  <a:cubicBezTo>
                    <a:pt x="2736159" y="633418"/>
                    <a:pt x="2743174" y="631862"/>
                    <a:pt x="2743935" y="635205"/>
                  </a:cubicBezTo>
                  <a:cubicBezTo>
                    <a:pt x="2744696" y="638547"/>
                    <a:pt x="2750884" y="637256"/>
                    <a:pt x="2759355" y="639043"/>
                  </a:cubicBezTo>
                  <a:cubicBezTo>
                    <a:pt x="2767826" y="640830"/>
                    <a:pt x="2771731" y="644205"/>
                    <a:pt x="2778382" y="637521"/>
                  </a:cubicBezTo>
                  <a:cubicBezTo>
                    <a:pt x="2785034" y="630837"/>
                    <a:pt x="2777621" y="628520"/>
                    <a:pt x="2777853" y="623391"/>
                  </a:cubicBezTo>
                  <a:cubicBezTo>
                    <a:pt x="2778084" y="618262"/>
                    <a:pt x="2766304" y="612835"/>
                    <a:pt x="2767926" y="607475"/>
                  </a:cubicBezTo>
                  <a:cubicBezTo>
                    <a:pt x="2769547" y="602114"/>
                    <a:pt x="2759190" y="587620"/>
                    <a:pt x="2756112" y="590499"/>
                  </a:cubicBezTo>
                  <a:cubicBezTo>
                    <a:pt x="2753035" y="593378"/>
                    <a:pt x="2745821" y="588183"/>
                    <a:pt x="2745821" y="584080"/>
                  </a:cubicBezTo>
                  <a:cubicBezTo>
                    <a:pt x="2745821" y="579976"/>
                    <a:pt x="2745292" y="575079"/>
                    <a:pt x="2740427" y="578156"/>
                  </a:cubicBezTo>
                  <a:cubicBezTo>
                    <a:pt x="2735563" y="581234"/>
                    <a:pt x="2727191" y="579712"/>
                    <a:pt x="2725768" y="575079"/>
                  </a:cubicBezTo>
                  <a:cubicBezTo>
                    <a:pt x="2724345" y="570446"/>
                    <a:pt x="2735298" y="567104"/>
                    <a:pt x="2742975" y="570215"/>
                  </a:cubicBezTo>
                  <a:cubicBezTo>
                    <a:pt x="2750652" y="573325"/>
                    <a:pt x="2748402" y="576370"/>
                    <a:pt x="2752241" y="578686"/>
                  </a:cubicBezTo>
                  <a:cubicBezTo>
                    <a:pt x="2756079" y="581002"/>
                    <a:pt x="2766635" y="579976"/>
                    <a:pt x="2772095" y="577395"/>
                  </a:cubicBezTo>
                  <a:cubicBezTo>
                    <a:pt x="2777555" y="574814"/>
                    <a:pt x="2792644" y="569950"/>
                    <a:pt x="2795258" y="565582"/>
                  </a:cubicBezTo>
                  <a:cubicBezTo>
                    <a:pt x="2797873" y="561214"/>
                    <a:pt x="2794994" y="559163"/>
                    <a:pt x="2800156" y="556581"/>
                  </a:cubicBezTo>
                  <a:cubicBezTo>
                    <a:pt x="2805318" y="554000"/>
                    <a:pt x="2801413" y="548607"/>
                    <a:pt x="2797045" y="546323"/>
                  </a:cubicBezTo>
                  <a:cubicBezTo>
                    <a:pt x="2794775" y="545457"/>
                    <a:pt x="2793636" y="542914"/>
                    <a:pt x="2794502" y="540643"/>
                  </a:cubicBezTo>
                  <a:cubicBezTo>
                    <a:pt x="2795116" y="539032"/>
                    <a:pt x="2796615" y="537928"/>
                    <a:pt x="2798336" y="537819"/>
                  </a:cubicBezTo>
                  <a:cubicBezTo>
                    <a:pt x="2802968" y="537819"/>
                    <a:pt x="2801645" y="532425"/>
                    <a:pt x="2804755" y="532161"/>
                  </a:cubicBezTo>
                  <a:cubicBezTo>
                    <a:pt x="2807866" y="531896"/>
                    <a:pt x="2808362" y="534477"/>
                    <a:pt x="2814021" y="531664"/>
                  </a:cubicBezTo>
                  <a:cubicBezTo>
                    <a:pt x="2819679" y="528852"/>
                    <a:pt x="2814252" y="535999"/>
                    <a:pt x="2811704" y="540896"/>
                  </a:cubicBezTo>
                  <a:cubicBezTo>
                    <a:pt x="2809156" y="545794"/>
                    <a:pt x="2817098" y="549897"/>
                    <a:pt x="2817859" y="552743"/>
                  </a:cubicBezTo>
                  <a:cubicBezTo>
                    <a:pt x="2818620" y="555589"/>
                    <a:pt x="2829673" y="556581"/>
                    <a:pt x="2835861" y="553239"/>
                  </a:cubicBezTo>
                  <a:cubicBezTo>
                    <a:pt x="2842049" y="549897"/>
                    <a:pt x="2861804" y="557342"/>
                    <a:pt x="2863094" y="562240"/>
                  </a:cubicBezTo>
                  <a:cubicBezTo>
                    <a:pt x="2864708" y="568833"/>
                    <a:pt x="2869257" y="574322"/>
                    <a:pt x="2875437" y="577131"/>
                  </a:cubicBezTo>
                  <a:cubicBezTo>
                    <a:pt x="2883676" y="581234"/>
                    <a:pt x="2891122" y="579447"/>
                    <a:pt x="2892644" y="583319"/>
                  </a:cubicBezTo>
                  <a:cubicBezTo>
                    <a:pt x="2893880" y="587203"/>
                    <a:pt x="2898010" y="589371"/>
                    <a:pt x="2901909" y="588183"/>
                  </a:cubicBezTo>
                  <a:cubicBezTo>
                    <a:pt x="2906542" y="587157"/>
                    <a:pt x="2909090" y="592286"/>
                    <a:pt x="2912432" y="589209"/>
                  </a:cubicBezTo>
                  <a:cubicBezTo>
                    <a:pt x="2915774" y="586131"/>
                    <a:pt x="2917594" y="591029"/>
                    <a:pt x="2921962" y="587157"/>
                  </a:cubicBezTo>
                  <a:cubicBezTo>
                    <a:pt x="2926330" y="583285"/>
                    <a:pt x="2912432" y="580738"/>
                    <a:pt x="2914252" y="577660"/>
                  </a:cubicBezTo>
                  <a:cubicBezTo>
                    <a:pt x="2916072" y="574583"/>
                    <a:pt x="2918885" y="579976"/>
                    <a:pt x="2922723" y="579712"/>
                  </a:cubicBezTo>
                  <a:cubicBezTo>
                    <a:pt x="2926562" y="579447"/>
                    <a:pt x="2921697" y="572002"/>
                    <a:pt x="2924510" y="571241"/>
                  </a:cubicBezTo>
                  <a:cubicBezTo>
                    <a:pt x="2927323" y="570479"/>
                    <a:pt x="2925040" y="555059"/>
                    <a:pt x="2921962" y="554033"/>
                  </a:cubicBezTo>
                  <a:cubicBezTo>
                    <a:pt x="2918885" y="553008"/>
                    <a:pt x="2921433" y="547415"/>
                    <a:pt x="2927356" y="551949"/>
                  </a:cubicBezTo>
                  <a:cubicBezTo>
                    <a:pt x="2933279" y="556482"/>
                    <a:pt x="2942511" y="556052"/>
                    <a:pt x="2946879" y="556052"/>
                  </a:cubicBezTo>
                  <a:cubicBezTo>
                    <a:pt x="2951247" y="556052"/>
                    <a:pt x="2947144" y="551949"/>
                    <a:pt x="2942776" y="551188"/>
                  </a:cubicBezTo>
                  <a:cubicBezTo>
                    <a:pt x="2938408" y="550427"/>
                    <a:pt x="2943537" y="546820"/>
                    <a:pt x="2946615" y="549632"/>
                  </a:cubicBezTo>
                  <a:cubicBezTo>
                    <a:pt x="2949692" y="552445"/>
                    <a:pt x="2955615" y="553769"/>
                    <a:pt x="2956145" y="550658"/>
                  </a:cubicBezTo>
                  <a:cubicBezTo>
                    <a:pt x="2956674" y="547548"/>
                    <a:pt x="2959718" y="540896"/>
                    <a:pt x="2965112" y="541161"/>
                  </a:cubicBezTo>
                  <a:cubicBezTo>
                    <a:pt x="2970506" y="541426"/>
                    <a:pt x="2972194" y="538878"/>
                    <a:pt x="2967032" y="537091"/>
                  </a:cubicBezTo>
                  <a:close/>
                  <a:moveTo>
                    <a:pt x="1533846" y="874218"/>
                  </a:moveTo>
                  <a:cubicBezTo>
                    <a:pt x="1519187" y="887454"/>
                    <a:pt x="1489902" y="890399"/>
                    <a:pt x="1489902" y="901220"/>
                  </a:cubicBezTo>
                  <a:cubicBezTo>
                    <a:pt x="1489902" y="912040"/>
                    <a:pt x="1454429" y="917401"/>
                    <a:pt x="1451352" y="912768"/>
                  </a:cubicBezTo>
                  <a:cubicBezTo>
                    <a:pt x="1448638" y="908698"/>
                    <a:pt x="1477560" y="907374"/>
                    <a:pt x="1484442" y="891954"/>
                  </a:cubicBezTo>
                  <a:cubicBezTo>
                    <a:pt x="1491325" y="876534"/>
                    <a:pt x="1517533" y="868592"/>
                    <a:pt x="1530769" y="848010"/>
                  </a:cubicBezTo>
                  <a:cubicBezTo>
                    <a:pt x="1540002" y="833351"/>
                    <a:pt x="1547711" y="811015"/>
                    <a:pt x="1553105" y="812537"/>
                  </a:cubicBezTo>
                  <a:cubicBezTo>
                    <a:pt x="1558499" y="814059"/>
                    <a:pt x="1548506" y="861114"/>
                    <a:pt x="1533846" y="874218"/>
                  </a:cubicBezTo>
                  <a:close/>
                  <a:moveTo>
                    <a:pt x="1599101" y="270646"/>
                  </a:moveTo>
                  <a:cubicBezTo>
                    <a:pt x="1597050" y="274749"/>
                    <a:pt x="1585865" y="275014"/>
                    <a:pt x="1588843" y="278852"/>
                  </a:cubicBezTo>
                  <a:cubicBezTo>
                    <a:pt x="1593972" y="285470"/>
                    <a:pt x="1619683" y="281963"/>
                    <a:pt x="1620213" y="273723"/>
                  </a:cubicBezTo>
                  <a:cubicBezTo>
                    <a:pt x="1620742" y="265484"/>
                    <a:pt x="1601186" y="266543"/>
                    <a:pt x="1599101" y="270646"/>
                  </a:cubicBezTo>
                  <a:close/>
                  <a:moveTo>
                    <a:pt x="663168" y="16775"/>
                  </a:moveTo>
                  <a:cubicBezTo>
                    <a:pt x="675511" y="16775"/>
                    <a:pt x="671904" y="9065"/>
                    <a:pt x="680143" y="10157"/>
                  </a:cubicBezTo>
                  <a:cubicBezTo>
                    <a:pt x="688383" y="11249"/>
                    <a:pt x="699137" y="10653"/>
                    <a:pt x="695034" y="5524"/>
                  </a:cubicBezTo>
                  <a:cubicBezTo>
                    <a:pt x="690931" y="395"/>
                    <a:pt x="661116" y="2447"/>
                    <a:pt x="664194" y="6550"/>
                  </a:cubicBezTo>
                  <a:cubicBezTo>
                    <a:pt x="667271" y="10653"/>
                    <a:pt x="640037" y="9131"/>
                    <a:pt x="640567" y="10653"/>
                  </a:cubicBezTo>
                  <a:cubicBezTo>
                    <a:pt x="641593" y="13698"/>
                    <a:pt x="650858" y="16775"/>
                    <a:pt x="663168" y="16775"/>
                  </a:cubicBezTo>
                  <a:close/>
                  <a:moveTo>
                    <a:pt x="599436" y="51189"/>
                  </a:moveTo>
                  <a:cubicBezTo>
                    <a:pt x="599436" y="42983"/>
                    <a:pt x="572698" y="52050"/>
                    <a:pt x="577861" y="53770"/>
                  </a:cubicBezTo>
                  <a:cubicBezTo>
                    <a:pt x="582493" y="55226"/>
                    <a:pt x="599436" y="59429"/>
                    <a:pt x="599436" y="51189"/>
                  </a:cubicBezTo>
                  <a:close/>
                  <a:moveTo>
                    <a:pt x="665617" y="44571"/>
                  </a:moveTo>
                  <a:cubicBezTo>
                    <a:pt x="667139" y="48708"/>
                    <a:pt x="663036" y="49204"/>
                    <a:pt x="652778" y="49204"/>
                  </a:cubicBezTo>
                  <a:cubicBezTo>
                    <a:pt x="642519" y="49204"/>
                    <a:pt x="637125" y="55028"/>
                    <a:pt x="642486" y="59495"/>
                  </a:cubicBezTo>
                  <a:cubicBezTo>
                    <a:pt x="648641" y="64624"/>
                    <a:pt x="675875" y="62572"/>
                    <a:pt x="680540" y="56385"/>
                  </a:cubicBezTo>
                  <a:cubicBezTo>
                    <a:pt x="685206" y="50197"/>
                    <a:pt x="697086" y="55392"/>
                    <a:pt x="699005" y="49204"/>
                  </a:cubicBezTo>
                  <a:cubicBezTo>
                    <a:pt x="700924" y="43016"/>
                    <a:pt x="664194" y="40402"/>
                    <a:pt x="665749" y="44505"/>
                  </a:cubicBezTo>
                  <a:close/>
                  <a:moveTo>
                    <a:pt x="753505" y="34644"/>
                  </a:moveTo>
                  <a:cubicBezTo>
                    <a:pt x="757112" y="30044"/>
                    <a:pt x="746887" y="30044"/>
                    <a:pt x="745795" y="25412"/>
                  </a:cubicBezTo>
                  <a:cubicBezTo>
                    <a:pt x="744703" y="20779"/>
                    <a:pt x="716014" y="19753"/>
                    <a:pt x="717536" y="24882"/>
                  </a:cubicBezTo>
                  <a:cubicBezTo>
                    <a:pt x="719058" y="30011"/>
                    <a:pt x="697681" y="35637"/>
                    <a:pt x="704299" y="40832"/>
                  </a:cubicBezTo>
                  <a:cubicBezTo>
                    <a:pt x="716642" y="50693"/>
                    <a:pt x="750030" y="39376"/>
                    <a:pt x="753638" y="34743"/>
                  </a:cubicBezTo>
                  <a:close/>
                  <a:moveTo>
                    <a:pt x="671772" y="26438"/>
                  </a:moveTo>
                  <a:cubicBezTo>
                    <a:pt x="673327" y="15650"/>
                    <a:pt x="655226" y="24386"/>
                    <a:pt x="641990" y="18728"/>
                  </a:cubicBezTo>
                  <a:cubicBezTo>
                    <a:pt x="628754" y="13069"/>
                    <a:pt x="620779" y="13499"/>
                    <a:pt x="629680" y="21309"/>
                  </a:cubicBezTo>
                  <a:cubicBezTo>
                    <a:pt x="633783" y="24882"/>
                    <a:pt x="606782" y="27695"/>
                    <a:pt x="611149" y="32096"/>
                  </a:cubicBezTo>
                  <a:cubicBezTo>
                    <a:pt x="621043" y="41990"/>
                    <a:pt x="670382" y="37324"/>
                    <a:pt x="672036" y="26537"/>
                  </a:cubicBezTo>
                  <a:close/>
                  <a:moveTo>
                    <a:pt x="595200" y="311645"/>
                  </a:moveTo>
                  <a:cubicBezTo>
                    <a:pt x="595729" y="316807"/>
                    <a:pt x="592619" y="320381"/>
                    <a:pt x="582890" y="320381"/>
                  </a:cubicBezTo>
                  <a:cubicBezTo>
                    <a:pt x="573162" y="320381"/>
                    <a:pt x="587490" y="326569"/>
                    <a:pt x="588516" y="332194"/>
                  </a:cubicBezTo>
                  <a:cubicBezTo>
                    <a:pt x="589541" y="337820"/>
                    <a:pt x="578588" y="333750"/>
                    <a:pt x="578258" y="342486"/>
                  </a:cubicBezTo>
                  <a:cubicBezTo>
                    <a:pt x="577927" y="351221"/>
                    <a:pt x="559231" y="342486"/>
                    <a:pt x="556649" y="353802"/>
                  </a:cubicBezTo>
                  <a:cubicBezTo>
                    <a:pt x="554068" y="365119"/>
                    <a:pt x="565915" y="363730"/>
                    <a:pt x="574121" y="364061"/>
                  </a:cubicBezTo>
                  <a:cubicBezTo>
                    <a:pt x="582328" y="364391"/>
                    <a:pt x="571044" y="372300"/>
                    <a:pt x="577199" y="376900"/>
                  </a:cubicBezTo>
                  <a:cubicBezTo>
                    <a:pt x="583353" y="381499"/>
                    <a:pt x="588019" y="380010"/>
                    <a:pt x="583817" y="371274"/>
                  </a:cubicBezTo>
                  <a:cubicBezTo>
                    <a:pt x="579614" y="362538"/>
                    <a:pt x="605425" y="374352"/>
                    <a:pt x="597715" y="381201"/>
                  </a:cubicBezTo>
                  <a:cubicBezTo>
                    <a:pt x="590005" y="388051"/>
                    <a:pt x="610058" y="393015"/>
                    <a:pt x="619819" y="393544"/>
                  </a:cubicBezTo>
                  <a:cubicBezTo>
                    <a:pt x="629581" y="394074"/>
                    <a:pt x="664227" y="401618"/>
                    <a:pt x="665021" y="393544"/>
                  </a:cubicBezTo>
                  <a:cubicBezTo>
                    <a:pt x="665551" y="388382"/>
                    <a:pt x="652182" y="383617"/>
                    <a:pt x="641394" y="372466"/>
                  </a:cubicBezTo>
                  <a:cubicBezTo>
                    <a:pt x="630607" y="361314"/>
                    <a:pt x="622897" y="342684"/>
                    <a:pt x="635239" y="334941"/>
                  </a:cubicBezTo>
                  <a:cubicBezTo>
                    <a:pt x="647582" y="327198"/>
                    <a:pt x="636762" y="323624"/>
                    <a:pt x="649104" y="314888"/>
                  </a:cubicBezTo>
                  <a:cubicBezTo>
                    <a:pt x="661447" y="306152"/>
                    <a:pt x="654267" y="297946"/>
                    <a:pt x="664525" y="296920"/>
                  </a:cubicBezTo>
                  <a:cubicBezTo>
                    <a:pt x="674783" y="295894"/>
                    <a:pt x="663499" y="286629"/>
                    <a:pt x="673790" y="285106"/>
                  </a:cubicBezTo>
                  <a:cubicBezTo>
                    <a:pt x="684081" y="283584"/>
                    <a:pt x="686100" y="272234"/>
                    <a:pt x="684578" y="268131"/>
                  </a:cubicBezTo>
                  <a:cubicBezTo>
                    <a:pt x="683055" y="264028"/>
                    <a:pt x="695365" y="268660"/>
                    <a:pt x="701123" y="262473"/>
                  </a:cubicBezTo>
                  <a:cubicBezTo>
                    <a:pt x="706881" y="256285"/>
                    <a:pt x="720150" y="260421"/>
                    <a:pt x="724286" y="251685"/>
                  </a:cubicBezTo>
                  <a:cubicBezTo>
                    <a:pt x="728423" y="242949"/>
                    <a:pt x="787522" y="222896"/>
                    <a:pt x="820944" y="215285"/>
                  </a:cubicBezTo>
                  <a:cubicBezTo>
                    <a:pt x="854365" y="207675"/>
                    <a:pt x="877462" y="193710"/>
                    <a:pt x="865649" y="184478"/>
                  </a:cubicBezTo>
                  <a:cubicBezTo>
                    <a:pt x="853835" y="175246"/>
                    <a:pt x="820414" y="188052"/>
                    <a:pt x="812208" y="194736"/>
                  </a:cubicBezTo>
                  <a:cubicBezTo>
                    <a:pt x="804001" y="201420"/>
                    <a:pt x="792155" y="196788"/>
                    <a:pt x="783948" y="201354"/>
                  </a:cubicBezTo>
                  <a:cubicBezTo>
                    <a:pt x="775742" y="205921"/>
                    <a:pt x="758237" y="210090"/>
                    <a:pt x="749501" y="204432"/>
                  </a:cubicBezTo>
                  <a:cubicBezTo>
                    <a:pt x="740765" y="198773"/>
                    <a:pt x="730474" y="211050"/>
                    <a:pt x="723790" y="210620"/>
                  </a:cubicBezTo>
                  <a:cubicBezTo>
                    <a:pt x="717105" y="210189"/>
                    <a:pt x="709429" y="217238"/>
                    <a:pt x="702215" y="216775"/>
                  </a:cubicBezTo>
                  <a:cubicBezTo>
                    <a:pt x="695001" y="216311"/>
                    <a:pt x="680640" y="222433"/>
                    <a:pt x="679614" y="226702"/>
                  </a:cubicBezTo>
                  <a:cubicBezTo>
                    <a:pt x="678588" y="230970"/>
                    <a:pt x="666378" y="229779"/>
                    <a:pt x="666378" y="234941"/>
                  </a:cubicBezTo>
                  <a:cubicBezTo>
                    <a:pt x="666378" y="240103"/>
                    <a:pt x="656451" y="244868"/>
                    <a:pt x="651454" y="240070"/>
                  </a:cubicBezTo>
                  <a:cubicBezTo>
                    <a:pt x="646457" y="235272"/>
                    <a:pt x="640137" y="245199"/>
                    <a:pt x="647351" y="251884"/>
                  </a:cubicBezTo>
                  <a:cubicBezTo>
                    <a:pt x="654564" y="258568"/>
                    <a:pt x="634114" y="259097"/>
                    <a:pt x="637424" y="263201"/>
                  </a:cubicBezTo>
                  <a:cubicBezTo>
                    <a:pt x="640733" y="267304"/>
                    <a:pt x="629713" y="269819"/>
                    <a:pt x="632294" y="274484"/>
                  </a:cubicBezTo>
                  <a:cubicBezTo>
                    <a:pt x="634876" y="279150"/>
                    <a:pt x="625081" y="280672"/>
                    <a:pt x="617370" y="282228"/>
                  </a:cubicBezTo>
                  <a:cubicBezTo>
                    <a:pt x="609661" y="283783"/>
                    <a:pt x="605557" y="294041"/>
                    <a:pt x="615319" y="294537"/>
                  </a:cubicBezTo>
                  <a:cubicBezTo>
                    <a:pt x="625081" y="295034"/>
                    <a:pt x="609661" y="296622"/>
                    <a:pt x="610686" y="304299"/>
                  </a:cubicBezTo>
                  <a:cubicBezTo>
                    <a:pt x="611712" y="311976"/>
                    <a:pt x="594836" y="306715"/>
                    <a:pt x="595332" y="31174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81A2B9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31840C0-B8B5-7F43-98F1-F80AAB1DF13D}"/>
                </a:ext>
              </a:extLst>
            </p:cNvPr>
            <p:cNvSpPr/>
            <p:nvPr/>
          </p:nvSpPr>
          <p:spPr>
            <a:xfrm>
              <a:off x="4608254" y="3433628"/>
              <a:ext cx="225016" cy="221707"/>
            </a:xfrm>
            <a:custGeom>
              <a:avLst/>
              <a:gdLst>
                <a:gd name="connsiteX0" fmla="*/ 84063 w 225015"/>
                <a:gd name="connsiteY0" fmla="*/ 213335 h 221706"/>
                <a:gd name="connsiteX1" fmla="*/ 93824 w 225015"/>
                <a:gd name="connsiteY1" fmla="*/ 208206 h 221706"/>
                <a:gd name="connsiteX2" fmla="*/ 103090 w 225015"/>
                <a:gd name="connsiteY2" fmla="*/ 220548 h 221706"/>
                <a:gd name="connsiteX3" fmla="*/ 125194 w 225015"/>
                <a:gd name="connsiteY3" fmla="*/ 220019 h 221706"/>
                <a:gd name="connsiteX4" fmla="*/ 136478 w 225015"/>
                <a:gd name="connsiteY4" fmla="*/ 208702 h 221706"/>
                <a:gd name="connsiteX5" fmla="*/ 136478 w 225015"/>
                <a:gd name="connsiteY5" fmla="*/ 94110 h 221706"/>
                <a:gd name="connsiteX6" fmla="*/ 153950 w 225015"/>
                <a:gd name="connsiteY6" fmla="*/ 87491 h 221706"/>
                <a:gd name="connsiteX7" fmla="*/ 153950 w 225015"/>
                <a:gd name="connsiteY7" fmla="*/ 27928 h 221706"/>
                <a:gd name="connsiteX8" fmla="*/ 170495 w 225015"/>
                <a:gd name="connsiteY8" fmla="*/ 25877 h 221706"/>
                <a:gd name="connsiteX9" fmla="*/ 190052 w 225015"/>
                <a:gd name="connsiteY9" fmla="*/ 20251 h 221706"/>
                <a:gd name="connsiteX10" fmla="*/ 199284 w 225015"/>
                <a:gd name="connsiteY10" fmla="*/ 26870 h 221706"/>
                <a:gd name="connsiteX11" fmla="*/ 211627 w 225015"/>
                <a:gd name="connsiteY11" fmla="*/ 19159 h 221706"/>
                <a:gd name="connsiteX12" fmla="*/ 223308 w 225015"/>
                <a:gd name="connsiteY12" fmla="*/ 16942 h 221706"/>
                <a:gd name="connsiteX13" fmla="*/ 221918 w 225015"/>
                <a:gd name="connsiteY13" fmla="*/ 12938 h 221706"/>
                <a:gd name="connsiteX14" fmla="*/ 185518 w 225015"/>
                <a:gd name="connsiteY14" fmla="*/ 15519 h 221706"/>
                <a:gd name="connsiteX15" fmla="*/ 158583 w 225015"/>
                <a:gd name="connsiteY15" fmla="*/ 17273 h 221706"/>
                <a:gd name="connsiteX16" fmla="*/ 120330 w 225015"/>
                <a:gd name="connsiteY16" fmla="*/ 17273 h 221706"/>
                <a:gd name="connsiteX17" fmla="*/ 114241 w 225015"/>
                <a:gd name="connsiteY17" fmla="*/ 11185 h 221706"/>
                <a:gd name="connsiteX18" fmla="*/ 54083 w 225015"/>
                <a:gd name="connsiteY18" fmla="*/ 11185 h 221706"/>
                <a:gd name="connsiteX19" fmla="*/ 38431 w 225015"/>
                <a:gd name="connsiteY19" fmla="*/ 6850 h 221706"/>
                <a:gd name="connsiteX20" fmla="*/ 21886 w 225015"/>
                <a:gd name="connsiteY20" fmla="*/ 5956 h 221706"/>
                <a:gd name="connsiteX21" fmla="*/ 14043 w 225015"/>
                <a:gd name="connsiteY21" fmla="*/ 2482 h 221706"/>
                <a:gd name="connsiteX22" fmla="*/ 7954 w 225015"/>
                <a:gd name="connsiteY22" fmla="*/ 6850 h 221706"/>
                <a:gd name="connsiteX23" fmla="*/ 2528 w 225015"/>
                <a:gd name="connsiteY23" fmla="*/ 8273 h 221706"/>
                <a:gd name="connsiteX24" fmla="*/ 12455 w 225015"/>
                <a:gd name="connsiteY24" fmla="*/ 31006 h 221706"/>
                <a:gd name="connsiteX25" fmla="*/ 29430 w 225015"/>
                <a:gd name="connsiteY25" fmla="*/ 66446 h 221706"/>
                <a:gd name="connsiteX26" fmla="*/ 47134 w 225015"/>
                <a:gd name="connsiteY26" fmla="*/ 102845 h 221706"/>
                <a:gd name="connsiteX27" fmla="*/ 47928 w 225015"/>
                <a:gd name="connsiteY27" fmla="*/ 132164 h 221706"/>
                <a:gd name="connsiteX28" fmla="*/ 54116 w 225015"/>
                <a:gd name="connsiteY28" fmla="*/ 159364 h 221706"/>
                <a:gd name="connsiteX29" fmla="*/ 65929 w 225015"/>
                <a:gd name="connsiteY29" fmla="*/ 201521 h 221706"/>
                <a:gd name="connsiteX30" fmla="*/ 76717 w 225015"/>
                <a:gd name="connsiteY30" fmla="*/ 215386 h 221706"/>
                <a:gd name="connsiteX31" fmla="*/ 84063 w 225015"/>
                <a:gd name="connsiteY31" fmla="*/ 213335 h 22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5015" h="221706">
                  <a:moveTo>
                    <a:pt x="84063" y="213335"/>
                  </a:moveTo>
                  <a:cubicBezTo>
                    <a:pt x="84063" y="209728"/>
                    <a:pt x="90251" y="203044"/>
                    <a:pt x="93824" y="208206"/>
                  </a:cubicBezTo>
                  <a:cubicBezTo>
                    <a:pt x="97398" y="213368"/>
                    <a:pt x="95876" y="220548"/>
                    <a:pt x="103090" y="220548"/>
                  </a:cubicBezTo>
                  <a:cubicBezTo>
                    <a:pt x="110304" y="220548"/>
                    <a:pt x="122944" y="223096"/>
                    <a:pt x="125194" y="220019"/>
                  </a:cubicBezTo>
                  <a:cubicBezTo>
                    <a:pt x="127444" y="216942"/>
                    <a:pt x="136478" y="214361"/>
                    <a:pt x="136478" y="208702"/>
                  </a:cubicBezTo>
                  <a:lnTo>
                    <a:pt x="136478" y="94110"/>
                  </a:lnTo>
                  <a:cubicBezTo>
                    <a:pt x="136478" y="90006"/>
                    <a:pt x="153950" y="94110"/>
                    <a:pt x="153950" y="87491"/>
                  </a:cubicBezTo>
                  <a:lnTo>
                    <a:pt x="153950" y="27928"/>
                  </a:lnTo>
                  <a:cubicBezTo>
                    <a:pt x="159499" y="27559"/>
                    <a:pt x="165023" y="26874"/>
                    <a:pt x="170495" y="25877"/>
                  </a:cubicBezTo>
                  <a:cubicBezTo>
                    <a:pt x="174102" y="24884"/>
                    <a:pt x="187041" y="18167"/>
                    <a:pt x="190052" y="20251"/>
                  </a:cubicBezTo>
                  <a:cubicBezTo>
                    <a:pt x="193063" y="22336"/>
                    <a:pt x="197233" y="29484"/>
                    <a:pt x="199284" y="26870"/>
                  </a:cubicBezTo>
                  <a:cubicBezTo>
                    <a:pt x="201336" y="24255"/>
                    <a:pt x="206498" y="19159"/>
                    <a:pt x="211627" y="19159"/>
                  </a:cubicBezTo>
                  <a:cubicBezTo>
                    <a:pt x="215582" y="18788"/>
                    <a:pt x="219492" y="18045"/>
                    <a:pt x="223308" y="16942"/>
                  </a:cubicBezTo>
                  <a:cubicBezTo>
                    <a:pt x="222534" y="15737"/>
                    <a:pt x="222057" y="14364"/>
                    <a:pt x="221918" y="12938"/>
                  </a:cubicBezTo>
                  <a:cubicBezTo>
                    <a:pt x="221918" y="8570"/>
                    <a:pt x="190615" y="13799"/>
                    <a:pt x="185518" y="15519"/>
                  </a:cubicBezTo>
                  <a:cubicBezTo>
                    <a:pt x="180422" y="17240"/>
                    <a:pt x="163778" y="19854"/>
                    <a:pt x="158583" y="17273"/>
                  </a:cubicBezTo>
                  <a:cubicBezTo>
                    <a:pt x="153387" y="14692"/>
                    <a:pt x="120330" y="17273"/>
                    <a:pt x="120330" y="17273"/>
                  </a:cubicBezTo>
                  <a:lnTo>
                    <a:pt x="114241" y="11185"/>
                  </a:lnTo>
                  <a:lnTo>
                    <a:pt x="54083" y="11185"/>
                  </a:lnTo>
                  <a:cubicBezTo>
                    <a:pt x="48530" y="11508"/>
                    <a:pt x="43026" y="9984"/>
                    <a:pt x="38431" y="6850"/>
                  </a:cubicBezTo>
                  <a:cubicBezTo>
                    <a:pt x="33506" y="3515"/>
                    <a:pt x="27142" y="3172"/>
                    <a:pt x="21886" y="5956"/>
                  </a:cubicBezTo>
                  <a:cubicBezTo>
                    <a:pt x="15797" y="8570"/>
                    <a:pt x="18411" y="2482"/>
                    <a:pt x="14043" y="2482"/>
                  </a:cubicBezTo>
                  <a:cubicBezTo>
                    <a:pt x="11347" y="2657"/>
                    <a:pt x="8984" y="4351"/>
                    <a:pt x="7954" y="6850"/>
                  </a:cubicBezTo>
                  <a:lnTo>
                    <a:pt x="2528" y="8273"/>
                  </a:lnTo>
                  <a:cubicBezTo>
                    <a:pt x="1965" y="13567"/>
                    <a:pt x="6664" y="23329"/>
                    <a:pt x="12455" y="31006"/>
                  </a:cubicBezTo>
                  <a:cubicBezTo>
                    <a:pt x="19826" y="41920"/>
                    <a:pt x="25546" y="53862"/>
                    <a:pt x="29430" y="66446"/>
                  </a:cubicBezTo>
                  <a:cubicBezTo>
                    <a:pt x="33269" y="79053"/>
                    <a:pt x="44354" y="93150"/>
                    <a:pt x="47134" y="102845"/>
                  </a:cubicBezTo>
                  <a:cubicBezTo>
                    <a:pt x="49913" y="112541"/>
                    <a:pt x="45115" y="126009"/>
                    <a:pt x="47928" y="132164"/>
                  </a:cubicBezTo>
                  <a:cubicBezTo>
                    <a:pt x="51066" y="140952"/>
                    <a:pt x="53143" y="150083"/>
                    <a:pt x="54116" y="159364"/>
                  </a:cubicBezTo>
                  <a:cubicBezTo>
                    <a:pt x="55638" y="169920"/>
                    <a:pt x="56399" y="192256"/>
                    <a:pt x="65929" y="201521"/>
                  </a:cubicBezTo>
                  <a:cubicBezTo>
                    <a:pt x="70040" y="205718"/>
                    <a:pt x="73659" y="210370"/>
                    <a:pt x="76717" y="215386"/>
                  </a:cubicBezTo>
                  <a:cubicBezTo>
                    <a:pt x="80853" y="215552"/>
                    <a:pt x="84063" y="216048"/>
                    <a:pt x="84063" y="21333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A690C7-A5A1-D841-B056-E7CAC8AFA2AF}"/>
                </a:ext>
              </a:extLst>
            </p:cNvPr>
            <p:cNvSpPr/>
            <p:nvPr/>
          </p:nvSpPr>
          <p:spPr>
            <a:xfrm>
              <a:off x="4828816" y="3409141"/>
              <a:ext cx="138980" cy="125744"/>
            </a:xfrm>
            <a:custGeom>
              <a:avLst/>
              <a:gdLst>
                <a:gd name="connsiteX0" fmla="*/ 94771 w 138980"/>
                <a:gd name="connsiteY0" fmla="*/ 8107 h 125744"/>
                <a:gd name="connsiteX1" fmla="*/ 92223 w 138980"/>
                <a:gd name="connsiteY1" fmla="*/ 2482 h 125744"/>
                <a:gd name="connsiteX2" fmla="*/ 77299 w 138980"/>
                <a:gd name="connsiteY2" fmla="*/ 2945 h 125744"/>
                <a:gd name="connsiteX3" fmla="*/ 67372 w 138980"/>
                <a:gd name="connsiteY3" fmla="*/ 11714 h 125744"/>
                <a:gd name="connsiteX4" fmla="*/ 51456 w 138980"/>
                <a:gd name="connsiteY4" fmla="*/ 24024 h 125744"/>
                <a:gd name="connsiteX5" fmla="*/ 33455 w 138980"/>
                <a:gd name="connsiteY5" fmla="*/ 43547 h 125744"/>
                <a:gd name="connsiteX6" fmla="*/ 11350 w 138980"/>
                <a:gd name="connsiteY6" fmla="*/ 39973 h 125744"/>
                <a:gd name="connsiteX7" fmla="*/ 2482 w 138980"/>
                <a:gd name="connsiteY7" fmla="*/ 41330 h 125744"/>
                <a:gd name="connsiteX8" fmla="*/ 12409 w 138980"/>
                <a:gd name="connsiteY8" fmla="*/ 51257 h 125744"/>
                <a:gd name="connsiteX9" fmla="*/ 21939 w 138980"/>
                <a:gd name="connsiteY9" fmla="*/ 72104 h 125744"/>
                <a:gd name="connsiteX10" fmla="*/ 39312 w 138980"/>
                <a:gd name="connsiteY10" fmla="*/ 84282 h 125744"/>
                <a:gd name="connsiteX11" fmla="*/ 46294 w 138980"/>
                <a:gd name="connsiteY11" fmla="*/ 97319 h 125744"/>
                <a:gd name="connsiteX12" fmla="*/ 58438 w 138980"/>
                <a:gd name="connsiteY12" fmla="*/ 109464 h 125744"/>
                <a:gd name="connsiteX13" fmla="*/ 70714 w 138980"/>
                <a:gd name="connsiteY13" fmla="*/ 116810 h 125744"/>
                <a:gd name="connsiteX14" fmla="*/ 87260 w 138980"/>
                <a:gd name="connsiteY14" fmla="*/ 119887 h 125744"/>
                <a:gd name="connsiteX15" fmla="*/ 107114 w 138980"/>
                <a:gd name="connsiteY15" fmla="*/ 123593 h 125744"/>
                <a:gd name="connsiteX16" fmla="*/ 124752 w 138980"/>
                <a:gd name="connsiteY16" fmla="*/ 106022 h 125744"/>
                <a:gd name="connsiteX17" fmla="*/ 129384 w 138980"/>
                <a:gd name="connsiteY17" fmla="*/ 89080 h 125744"/>
                <a:gd name="connsiteX18" fmla="*/ 138650 w 138980"/>
                <a:gd name="connsiteY18" fmla="*/ 75844 h 125744"/>
                <a:gd name="connsiteX19" fmla="*/ 133223 w 138980"/>
                <a:gd name="connsiteY19" fmla="*/ 62607 h 125744"/>
                <a:gd name="connsiteX20" fmla="*/ 137855 w 138980"/>
                <a:gd name="connsiteY20" fmla="*/ 47187 h 125744"/>
                <a:gd name="connsiteX21" fmla="*/ 137094 w 138980"/>
                <a:gd name="connsiteY21" fmla="*/ 20218 h 125744"/>
                <a:gd name="connsiteX22" fmla="*/ 117041 w 138980"/>
                <a:gd name="connsiteY22" fmla="*/ 13269 h 125744"/>
                <a:gd name="connsiteX23" fmla="*/ 94771 w 138980"/>
                <a:gd name="connsiteY23" fmla="*/ 8107 h 12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980" h="125744">
                  <a:moveTo>
                    <a:pt x="94771" y="8107"/>
                  </a:moveTo>
                  <a:lnTo>
                    <a:pt x="92223" y="2482"/>
                  </a:lnTo>
                  <a:lnTo>
                    <a:pt x="77299" y="2945"/>
                  </a:lnTo>
                  <a:cubicBezTo>
                    <a:pt x="67372" y="5526"/>
                    <a:pt x="67372" y="8603"/>
                    <a:pt x="67372" y="11714"/>
                  </a:cubicBezTo>
                  <a:cubicBezTo>
                    <a:pt x="67372" y="14825"/>
                    <a:pt x="58140" y="21972"/>
                    <a:pt x="51456" y="24024"/>
                  </a:cubicBezTo>
                  <a:cubicBezTo>
                    <a:pt x="44772" y="26075"/>
                    <a:pt x="37558" y="41495"/>
                    <a:pt x="33455" y="43547"/>
                  </a:cubicBezTo>
                  <a:cubicBezTo>
                    <a:pt x="29351" y="45599"/>
                    <a:pt x="15487" y="40470"/>
                    <a:pt x="11350" y="39973"/>
                  </a:cubicBezTo>
                  <a:cubicBezTo>
                    <a:pt x="8345" y="40011"/>
                    <a:pt x="5361" y="40467"/>
                    <a:pt x="2482" y="41330"/>
                  </a:cubicBezTo>
                  <a:cubicBezTo>
                    <a:pt x="5063" y="45830"/>
                    <a:pt x="10424" y="51257"/>
                    <a:pt x="12409" y="51257"/>
                  </a:cubicBezTo>
                  <a:cubicBezTo>
                    <a:pt x="14990" y="51257"/>
                    <a:pt x="15718" y="69490"/>
                    <a:pt x="21939" y="72104"/>
                  </a:cubicBezTo>
                  <a:cubicBezTo>
                    <a:pt x="28160" y="74719"/>
                    <a:pt x="39312" y="80807"/>
                    <a:pt x="39312" y="84282"/>
                  </a:cubicBezTo>
                  <a:cubicBezTo>
                    <a:pt x="39312" y="87756"/>
                    <a:pt x="46294" y="92091"/>
                    <a:pt x="46294" y="97319"/>
                  </a:cubicBezTo>
                  <a:cubicBezTo>
                    <a:pt x="46294" y="102548"/>
                    <a:pt x="53177" y="109662"/>
                    <a:pt x="58438" y="109464"/>
                  </a:cubicBezTo>
                  <a:cubicBezTo>
                    <a:pt x="69556" y="109100"/>
                    <a:pt x="70714" y="113732"/>
                    <a:pt x="70714" y="116810"/>
                  </a:cubicBezTo>
                  <a:cubicBezTo>
                    <a:pt x="70714" y="119887"/>
                    <a:pt x="85374" y="116810"/>
                    <a:pt x="87260" y="119887"/>
                  </a:cubicBezTo>
                  <a:cubicBezTo>
                    <a:pt x="89146" y="122964"/>
                    <a:pt x="103507" y="121674"/>
                    <a:pt x="107114" y="123593"/>
                  </a:cubicBezTo>
                  <a:cubicBezTo>
                    <a:pt x="113137" y="117703"/>
                    <a:pt x="121773" y="109993"/>
                    <a:pt x="124752" y="106022"/>
                  </a:cubicBezTo>
                  <a:cubicBezTo>
                    <a:pt x="129384" y="99867"/>
                    <a:pt x="125513" y="91396"/>
                    <a:pt x="129384" y="89080"/>
                  </a:cubicBezTo>
                  <a:cubicBezTo>
                    <a:pt x="133256" y="86764"/>
                    <a:pt x="141727" y="76737"/>
                    <a:pt x="138650" y="75844"/>
                  </a:cubicBezTo>
                  <a:cubicBezTo>
                    <a:pt x="135572" y="74950"/>
                    <a:pt x="137855" y="67372"/>
                    <a:pt x="133223" y="62607"/>
                  </a:cubicBezTo>
                  <a:cubicBezTo>
                    <a:pt x="128590" y="57842"/>
                    <a:pt x="138650" y="55658"/>
                    <a:pt x="137855" y="47187"/>
                  </a:cubicBezTo>
                  <a:cubicBezTo>
                    <a:pt x="137061" y="38716"/>
                    <a:pt x="139411" y="21741"/>
                    <a:pt x="137094" y="20218"/>
                  </a:cubicBezTo>
                  <a:cubicBezTo>
                    <a:pt x="134778" y="18696"/>
                    <a:pt x="123858" y="17902"/>
                    <a:pt x="117041" y="13269"/>
                  </a:cubicBezTo>
                  <a:cubicBezTo>
                    <a:pt x="110225" y="8637"/>
                    <a:pt x="94771" y="8107"/>
                    <a:pt x="94771" y="810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CB77D6A-178E-EE43-8EB8-B801D3BDFB27}"/>
                </a:ext>
              </a:extLst>
            </p:cNvPr>
            <p:cNvSpPr/>
            <p:nvPr/>
          </p:nvSpPr>
          <p:spPr>
            <a:xfrm>
              <a:off x="4742152" y="3447956"/>
              <a:ext cx="158835" cy="168762"/>
            </a:xfrm>
            <a:custGeom>
              <a:avLst/>
              <a:gdLst>
                <a:gd name="connsiteX0" fmla="*/ 145267 w 158834"/>
                <a:gd name="connsiteY0" fmla="*/ 70615 h 168761"/>
                <a:gd name="connsiteX1" fmla="*/ 133123 w 158834"/>
                <a:gd name="connsiteY1" fmla="*/ 58471 h 168761"/>
                <a:gd name="connsiteX2" fmla="*/ 126141 w 158834"/>
                <a:gd name="connsiteY2" fmla="*/ 45433 h 168761"/>
                <a:gd name="connsiteX3" fmla="*/ 108769 w 158834"/>
                <a:gd name="connsiteY3" fmla="*/ 33256 h 168761"/>
                <a:gd name="connsiteX4" fmla="*/ 99239 w 158834"/>
                <a:gd name="connsiteY4" fmla="*/ 12409 h 168761"/>
                <a:gd name="connsiteX5" fmla="*/ 89312 w 158834"/>
                <a:gd name="connsiteY5" fmla="*/ 2482 h 168761"/>
                <a:gd name="connsiteX6" fmla="*/ 77631 w 158834"/>
                <a:gd name="connsiteY6" fmla="*/ 4699 h 168761"/>
                <a:gd name="connsiteX7" fmla="*/ 65288 w 158834"/>
                <a:gd name="connsiteY7" fmla="*/ 12409 h 168761"/>
                <a:gd name="connsiteX8" fmla="*/ 56055 w 158834"/>
                <a:gd name="connsiteY8" fmla="*/ 5791 h 168761"/>
                <a:gd name="connsiteX9" fmla="*/ 36499 w 158834"/>
                <a:gd name="connsiteY9" fmla="*/ 11416 h 168761"/>
                <a:gd name="connsiteX10" fmla="*/ 19954 w 158834"/>
                <a:gd name="connsiteY10" fmla="*/ 13468 h 168761"/>
                <a:gd name="connsiteX11" fmla="*/ 19954 w 158834"/>
                <a:gd name="connsiteY11" fmla="*/ 73031 h 168761"/>
                <a:gd name="connsiteX12" fmla="*/ 2482 w 158834"/>
                <a:gd name="connsiteY12" fmla="*/ 79649 h 168761"/>
                <a:gd name="connsiteX13" fmla="*/ 2482 w 158834"/>
                <a:gd name="connsiteY13" fmla="*/ 130906 h 168761"/>
                <a:gd name="connsiteX14" fmla="*/ 10721 w 158834"/>
                <a:gd name="connsiteY14" fmla="*/ 136300 h 168761"/>
                <a:gd name="connsiteX15" fmla="*/ 16380 w 158834"/>
                <a:gd name="connsiteY15" fmla="*/ 155824 h 168761"/>
                <a:gd name="connsiteX16" fmla="*/ 12773 w 158834"/>
                <a:gd name="connsiteY16" fmla="*/ 159960 h 168761"/>
                <a:gd name="connsiteX17" fmla="*/ 15851 w 158834"/>
                <a:gd name="connsiteY17" fmla="*/ 167670 h 168761"/>
                <a:gd name="connsiteX18" fmla="*/ 33322 w 158834"/>
                <a:gd name="connsiteY18" fmla="*/ 166611 h 168761"/>
                <a:gd name="connsiteX19" fmla="*/ 49272 w 158834"/>
                <a:gd name="connsiteY19" fmla="*/ 148643 h 168761"/>
                <a:gd name="connsiteX20" fmla="*/ 61085 w 158834"/>
                <a:gd name="connsiteY20" fmla="*/ 139411 h 168761"/>
                <a:gd name="connsiteX21" fmla="*/ 81634 w 158834"/>
                <a:gd name="connsiteY21" fmla="*/ 146029 h 168761"/>
                <a:gd name="connsiteX22" fmla="*/ 98180 w 158834"/>
                <a:gd name="connsiteY22" fmla="*/ 138319 h 168761"/>
                <a:gd name="connsiteX23" fmla="*/ 104798 w 158834"/>
                <a:gd name="connsiteY23" fmla="*/ 125480 h 168761"/>
                <a:gd name="connsiteX24" fmla="*/ 119688 w 158834"/>
                <a:gd name="connsiteY24" fmla="*/ 114692 h 168761"/>
                <a:gd name="connsiteX25" fmla="*/ 126902 w 158834"/>
                <a:gd name="connsiteY25" fmla="*/ 102879 h 168761"/>
                <a:gd name="connsiteX26" fmla="*/ 140800 w 158834"/>
                <a:gd name="connsiteY26" fmla="*/ 92588 h 168761"/>
                <a:gd name="connsiteX27" fmla="*/ 151588 w 158834"/>
                <a:gd name="connsiteY27" fmla="*/ 86433 h 168761"/>
                <a:gd name="connsiteX28" fmla="*/ 157544 w 158834"/>
                <a:gd name="connsiteY28" fmla="*/ 78028 h 168761"/>
                <a:gd name="connsiteX29" fmla="*/ 157544 w 158834"/>
                <a:gd name="connsiteY29" fmla="*/ 78028 h 168761"/>
                <a:gd name="connsiteX30" fmla="*/ 145267 w 158834"/>
                <a:gd name="connsiteY30" fmla="*/ 70615 h 16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58834" h="168761">
                  <a:moveTo>
                    <a:pt x="145267" y="70615"/>
                  </a:moveTo>
                  <a:cubicBezTo>
                    <a:pt x="140006" y="70814"/>
                    <a:pt x="133123" y="63666"/>
                    <a:pt x="133123" y="58471"/>
                  </a:cubicBezTo>
                  <a:cubicBezTo>
                    <a:pt x="133123" y="53276"/>
                    <a:pt x="126141" y="48908"/>
                    <a:pt x="126141" y="45433"/>
                  </a:cubicBezTo>
                  <a:cubicBezTo>
                    <a:pt x="126141" y="41959"/>
                    <a:pt x="114857" y="35870"/>
                    <a:pt x="108769" y="33256"/>
                  </a:cubicBezTo>
                  <a:cubicBezTo>
                    <a:pt x="102680" y="30642"/>
                    <a:pt x="101819" y="12409"/>
                    <a:pt x="99239" y="12409"/>
                  </a:cubicBezTo>
                  <a:cubicBezTo>
                    <a:pt x="97253" y="12409"/>
                    <a:pt x="91892" y="7015"/>
                    <a:pt x="89312" y="2482"/>
                  </a:cubicBezTo>
                  <a:cubicBezTo>
                    <a:pt x="85496" y="3585"/>
                    <a:pt x="81585" y="4327"/>
                    <a:pt x="77631" y="4699"/>
                  </a:cubicBezTo>
                  <a:cubicBezTo>
                    <a:pt x="72501" y="4699"/>
                    <a:pt x="67339" y="9861"/>
                    <a:pt x="65288" y="12409"/>
                  </a:cubicBezTo>
                  <a:cubicBezTo>
                    <a:pt x="63236" y="14957"/>
                    <a:pt x="59133" y="7776"/>
                    <a:pt x="56055" y="5791"/>
                  </a:cubicBezTo>
                  <a:cubicBezTo>
                    <a:pt x="52978" y="3805"/>
                    <a:pt x="40106" y="10424"/>
                    <a:pt x="36499" y="11416"/>
                  </a:cubicBezTo>
                  <a:cubicBezTo>
                    <a:pt x="31027" y="12414"/>
                    <a:pt x="25503" y="13099"/>
                    <a:pt x="19954" y="13468"/>
                  </a:cubicBezTo>
                  <a:lnTo>
                    <a:pt x="19954" y="73031"/>
                  </a:lnTo>
                  <a:cubicBezTo>
                    <a:pt x="19954" y="79649"/>
                    <a:pt x="2482" y="75612"/>
                    <a:pt x="2482" y="79649"/>
                  </a:cubicBezTo>
                  <a:lnTo>
                    <a:pt x="2482" y="130906"/>
                  </a:lnTo>
                  <a:cubicBezTo>
                    <a:pt x="6254" y="132263"/>
                    <a:pt x="9828" y="134215"/>
                    <a:pt x="10721" y="136300"/>
                  </a:cubicBezTo>
                  <a:cubicBezTo>
                    <a:pt x="12773" y="141429"/>
                    <a:pt x="17339" y="152845"/>
                    <a:pt x="16380" y="155824"/>
                  </a:cubicBezTo>
                  <a:cubicBezTo>
                    <a:pt x="15420" y="158802"/>
                    <a:pt x="12773" y="156849"/>
                    <a:pt x="12773" y="159960"/>
                  </a:cubicBezTo>
                  <a:cubicBezTo>
                    <a:pt x="12773" y="163070"/>
                    <a:pt x="10721" y="167670"/>
                    <a:pt x="15851" y="167670"/>
                  </a:cubicBezTo>
                  <a:cubicBezTo>
                    <a:pt x="20979" y="167670"/>
                    <a:pt x="29715" y="170747"/>
                    <a:pt x="33322" y="166611"/>
                  </a:cubicBezTo>
                  <a:cubicBezTo>
                    <a:pt x="36929" y="162475"/>
                    <a:pt x="48743" y="153375"/>
                    <a:pt x="49272" y="148643"/>
                  </a:cubicBezTo>
                  <a:cubicBezTo>
                    <a:pt x="49801" y="143911"/>
                    <a:pt x="52349" y="133752"/>
                    <a:pt x="61085" y="139411"/>
                  </a:cubicBezTo>
                  <a:cubicBezTo>
                    <a:pt x="69821" y="145069"/>
                    <a:pt x="70351" y="146029"/>
                    <a:pt x="81634" y="146029"/>
                  </a:cubicBezTo>
                  <a:cubicBezTo>
                    <a:pt x="92918" y="146029"/>
                    <a:pt x="96029" y="145499"/>
                    <a:pt x="98180" y="138319"/>
                  </a:cubicBezTo>
                  <a:cubicBezTo>
                    <a:pt x="100331" y="131138"/>
                    <a:pt x="98180" y="125480"/>
                    <a:pt x="104798" y="125480"/>
                  </a:cubicBezTo>
                  <a:cubicBezTo>
                    <a:pt x="111416" y="125480"/>
                    <a:pt x="119688" y="119292"/>
                    <a:pt x="119688" y="114692"/>
                  </a:cubicBezTo>
                  <a:cubicBezTo>
                    <a:pt x="119688" y="110092"/>
                    <a:pt x="122799" y="102879"/>
                    <a:pt x="126902" y="102879"/>
                  </a:cubicBezTo>
                  <a:cubicBezTo>
                    <a:pt x="131006" y="102879"/>
                    <a:pt x="139742" y="97717"/>
                    <a:pt x="140800" y="92588"/>
                  </a:cubicBezTo>
                  <a:cubicBezTo>
                    <a:pt x="141859" y="87458"/>
                    <a:pt x="149007" y="89510"/>
                    <a:pt x="151588" y="86433"/>
                  </a:cubicBezTo>
                  <a:cubicBezTo>
                    <a:pt x="152845" y="84910"/>
                    <a:pt x="155327" y="81304"/>
                    <a:pt x="157544" y="78028"/>
                  </a:cubicBezTo>
                  <a:lnTo>
                    <a:pt x="157544" y="78028"/>
                  </a:lnTo>
                  <a:cubicBezTo>
                    <a:pt x="157445" y="74884"/>
                    <a:pt x="156386" y="70251"/>
                    <a:pt x="145267" y="7061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6F5A8C-B594-364D-AA7D-BAA074797BBE}"/>
                </a:ext>
              </a:extLst>
            </p:cNvPr>
            <p:cNvSpPr/>
            <p:nvPr/>
          </p:nvSpPr>
          <p:spPr>
            <a:xfrm>
              <a:off x="4925010" y="3592926"/>
              <a:ext cx="26472" cy="33091"/>
            </a:xfrm>
            <a:custGeom>
              <a:avLst/>
              <a:gdLst>
                <a:gd name="connsiteX0" fmla="*/ 14295 w 26472"/>
                <a:gd name="connsiteY0" fmla="*/ 2482 h 33090"/>
                <a:gd name="connsiteX1" fmla="*/ 2482 w 26472"/>
                <a:gd name="connsiteY1" fmla="*/ 14990 h 33090"/>
                <a:gd name="connsiteX2" fmla="*/ 13236 w 26472"/>
                <a:gd name="connsiteY2" fmla="*/ 31105 h 33090"/>
                <a:gd name="connsiteX3" fmla="*/ 22898 w 26472"/>
                <a:gd name="connsiteY3" fmla="*/ 27167 h 33090"/>
                <a:gd name="connsiteX4" fmla="*/ 25844 w 26472"/>
                <a:gd name="connsiteY4" fmla="*/ 22535 h 33090"/>
                <a:gd name="connsiteX5" fmla="*/ 24222 w 26472"/>
                <a:gd name="connsiteY5" fmla="*/ 7578 h 33090"/>
                <a:gd name="connsiteX6" fmla="*/ 14295 w 26472"/>
                <a:gd name="connsiteY6" fmla="*/ 2482 h 3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72" h="33090">
                  <a:moveTo>
                    <a:pt x="14295" y="2482"/>
                  </a:moveTo>
                  <a:cubicBezTo>
                    <a:pt x="9993" y="2482"/>
                    <a:pt x="2482" y="12839"/>
                    <a:pt x="2482" y="14990"/>
                  </a:cubicBezTo>
                  <a:cubicBezTo>
                    <a:pt x="2482" y="17141"/>
                    <a:pt x="7842" y="30774"/>
                    <a:pt x="13236" y="31105"/>
                  </a:cubicBezTo>
                  <a:cubicBezTo>
                    <a:pt x="18630" y="31436"/>
                    <a:pt x="22534" y="31105"/>
                    <a:pt x="22898" y="27167"/>
                  </a:cubicBezTo>
                  <a:cubicBezTo>
                    <a:pt x="23210" y="25287"/>
                    <a:pt x="24273" y="23615"/>
                    <a:pt x="25844" y="22535"/>
                  </a:cubicBezTo>
                  <a:cubicBezTo>
                    <a:pt x="25413" y="19226"/>
                    <a:pt x="24520" y="11913"/>
                    <a:pt x="24222" y="7578"/>
                  </a:cubicBezTo>
                  <a:cubicBezTo>
                    <a:pt x="20913" y="5460"/>
                    <a:pt x="16975" y="2482"/>
                    <a:pt x="14295" y="248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05B095-2842-DE46-913C-D07819D3D4F0}"/>
                </a:ext>
              </a:extLst>
            </p:cNvPr>
            <p:cNvSpPr/>
            <p:nvPr/>
          </p:nvSpPr>
          <p:spPr>
            <a:xfrm>
              <a:off x="4862006" y="3645307"/>
              <a:ext cx="43018" cy="43018"/>
            </a:xfrm>
            <a:custGeom>
              <a:avLst/>
              <a:gdLst>
                <a:gd name="connsiteX0" fmla="*/ 30245 w 43017"/>
                <a:gd name="connsiteY0" fmla="*/ 3707 h 43017"/>
                <a:gd name="connsiteX1" fmla="*/ 12773 w 43017"/>
                <a:gd name="connsiteY1" fmla="*/ 10888 h 43017"/>
                <a:gd name="connsiteX2" fmla="*/ 2482 w 43017"/>
                <a:gd name="connsiteY2" fmla="*/ 26308 h 43017"/>
                <a:gd name="connsiteX3" fmla="*/ 12773 w 43017"/>
                <a:gd name="connsiteY3" fmla="*/ 40702 h 43017"/>
                <a:gd name="connsiteX4" fmla="*/ 19954 w 43017"/>
                <a:gd name="connsiteY4" fmla="*/ 41728 h 43017"/>
                <a:gd name="connsiteX5" fmla="*/ 24090 w 43017"/>
                <a:gd name="connsiteY5" fmla="*/ 32496 h 43017"/>
                <a:gd name="connsiteX6" fmla="*/ 35374 w 43017"/>
                <a:gd name="connsiteY6" fmla="*/ 29418 h 43017"/>
                <a:gd name="connsiteX7" fmla="*/ 41528 w 43017"/>
                <a:gd name="connsiteY7" fmla="*/ 17076 h 43017"/>
                <a:gd name="connsiteX8" fmla="*/ 30245 w 43017"/>
                <a:gd name="connsiteY8" fmla="*/ 3707 h 4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17" h="43017">
                  <a:moveTo>
                    <a:pt x="30245" y="3707"/>
                  </a:moveTo>
                  <a:cubicBezTo>
                    <a:pt x="28193" y="-396"/>
                    <a:pt x="14825" y="6784"/>
                    <a:pt x="12773" y="10888"/>
                  </a:cubicBezTo>
                  <a:cubicBezTo>
                    <a:pt x="10721" y="14991"/>
                    <a:pt x="2482" y="26308"/>
                    <a:pt x="2482" y="26308"/>
                  </a:cubicBezTo>
                  <a:lnTo>
                    <a:pt x="12773" y="40702"/>
                  </a:lnTo>
                  <a:lnTo>
                    <a:pt x="19954" y="41728"/>
                  </a:lnTo>
                  <a:cubicBezTo>
                    <a:pt x="19954" y="41728"/>
                    <a:pt x="22005" y="36599"/>
                    <a:pt x="24090" y="32496"/>
                  </a:cubicBezTo>
                  <a:cubicBezTo>
                    <a:pt x="26175" y="28393"/>
                    <a:pt x="35374" y="33522"/>
                    <a:pt x="35374" y="29418"/>
                  </a:cubicBezTo>
                  <a:cubicBezTo>
                    <a:pt x="35374" y="25315"/>
                    <a:pt x="41528" y="21179"/>
                    <a:pt x="41528" y="17076"/>
                  </a:cubicBezTo>
                  <a:cubicBezTo>
                    <a:pt x="41528" y="12972"/>
                    <a:pt x="32296" y="7678"/>
                    <a:pt x="30245" y="370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5FAE4A7-CFAD-6E47-9B47-8E017385E747}"/>
                </a:ext>
              </a:extLst>
            </p:cNvPr>
            <p:cNvSpPr/>
            <p:nvPr/>
          </p:nvSpPr>
          <p:spPr>
            <a:xfrm>
              <a:off x="4682423" y="3523502"/>
              <a:ext cx="281270" cy="248179"/>
            </a:xfrm>
            <a:custGeom>
              <a:avLst/>
              <a:gdLst>
                <a:gd name="connsiteX0" fmla="*/ 268530 w 281269"/>
                <a:gd name="connsiteY0" fmla="*/ 93779 h 248179"/>
                <a:gd name="connsiteX1" fmla="*/ 268331 w 281269"/>
                <a:gd name="connsiteY1" fmla="*/ 91959 h 248179"/>
                <a:gd name="connsiteX2" fmla="*/ 265386 w 281269"/>
                <a:gd name="connsiteY2" fmla="*/ 96591 h 248179"/>
                <a:gd name="connsiteX3" fmla="*/ 255724 w 281269"/>
                <a:gd name="connsiteY3" fmla="*/ 100529 h 248179"/>
                <a:gd name="connsiteX4" fmla="*/ 244969 w 281269"/>
                <a:gd name="connsiteY4" fmla="*/ 84414 h 248179"/>
                <a:gd name="connsiteX5" fmla="*/ 256783 w 281269"/>
                <a:gd name="connsiteY5" fmla="*/ 71906 h 248179"/>
                <a:gd name="connsiteX6" fmla="*/ 266710 w 281269"/>
                <a:gd name="connsiteY6" fmla="*/ 77002 h 248179"/>
                <a:gd name="connsiteX7" fmla="*/ 266710 w 281269"/>
                <a:gd name="connsiteY7" fmla="*/ 73693 h 248179"/>
                <a:gd name="connsiteX8" fmla="*/ 265155 w 281269"/>
                <a:gd name="connsiteY8" fmla="*/ 42091 h 248179"/>
                <a:gd name="connsiteX9" fmla="*/ 254367 w 281269"/>
                <a:gd name="connsiteY9" fmla="*/ 9696 h 248179"/>
                <a:gd name="connsiteX10" fmla="*/ 233950 w 281269"/>
                <a:gd name="connsiteY10" fmla="*/ 5460 h 248179"/>
                <a:gd name="connsiteX11" fmla="*/ 217405 w 281269"/>
                <a:gd name="connsiteY11" fmla="*/ 2482 h 248179"/>
                <a:gd name="connsiteX12" fmla="*/ 211449 w 281269"/>
                <a:gd name="connsiteY12" fmla="*/ 10887 h 248179"/>
                <a:gd name="connsiteX13" fmla="*/ 200661 w 281269"/>
                <a:gd name="connsiteY13" fmla="*/ 17042 h 248179"/>
                <a:gd name="connsiteX14" fmla="*/ 186763 w 281269"/>
                <a:gd name="connsiteY14" fmla="*/ 27333 h 248179"/>
                <a:gd name="connsiteX15" fmla="*/ 179549 w 281269"/>
                <a:gd name="connsiteY15" fmla="*/ 39146 h 248179"/>
                <a:gd name="connsiteX16" fmla="*/ 164659 w 281269"/>
                <a:gd name="connsiteY16" fmla="*/ 49934 h 248179"/>
                <a:gd name="connsiteX17" fmla="*/ 158041 w 281269"/>
                <a:gd name="connsiteY17" fmla="*/ 62773 h 248179"/>
                <a:gd name="connsiteX18" fmla="*/ 141495 w 281269"/>
                <a:gd name="connsiteY18" fmla="*/ 70483 h 248179"/>
                <a:gd name="connsiteX19" fmla="*/ 120946 w 281269"/>
                <a:gd name="connsiteY19" fmla="*/ 63865 h 248179"/>
                <a:gd name="connsiteX20" fmla="*/ 109133 w 281269"/>
                <a:gd name="connsiteY20" fmla="*/ 73097 h 248179"/>
                <a:gd name="connsiteX21" fmla="*/ 93183 w 281269"/>
                <a:gd name="connsiteY21" fmla="*/ 91065 h 248179"/>
                <a:gd name="connsiteX22" fmla="*/ 75711 w 281269"/>
                <a:gd name="connsiteY22" fmla="*/ 92124 h 248179"/>
                <a:gd name="connsiteX23" fmla="*/ 72634 w 281269"/>
                <a:gd name="connsiteY23" fmla="*/ 84414 h 248179"/>
                <a:gd name="connsiteX24" fmla="*/ 76241 w 281269"/>
                <a:gd name="connsiteY24" fmla="*/ 80278 h 248179"/>
                <a:gd name="connsiteX25" fmla="*/ 70582 w 281269"/>
                <a:gd name="connsiteY25" fmla="*/ 60754 h 248179"/>
                <a:gd name="connsiteX26" fmla="*/ 62343 w 281269"/>
                <a:gd name="connsiteY26" fmla="*/ 55360 h 248179"/>
                <a:gd name="connsiteX27" fmla="*/ 62343 w 281269"/>
                <a:gd name="connsiteY27" fmla="*/ 118828 h 248179"/>
                <a:gd name="connsiteX28" fmla="*/ 51059 w 281269"/>
                <a:gd name="connsiteY28" fmla="*/ 130145 h 248179"/>
                <a:gd name="connsiteX29" fmla="*/ 28954 w 281269"/>
                <a:gd name="connsiteY29" fmla="*/ 130675 h 248179"/>
                <a:gd name="connsiteX30" fmla="*/ 19689 w 281269"/>
                <a:gd name="connsiteY30" fmla="*/ 118332 h 248179"/>
                <a:gd name="connsiteX31" fmla="*/ 9927 w 281269"/>
                <a:gd name="connsiteY31" fmla="*/ 123461 h 248179"/>
                <a:gd name="connsiteX32" fmla="*/ 2482 w 281269"/>
                <a:gd name="connsiteY32" fmla="*/ 125248 h 248179"/>
                <a:gd name="connsiteX33" fmla="*/ 15718 w 281269"/>
                <a:gd name="connsiteY33" fmla="*/ 153011 h 248179"/>
                <a:gd name="connsiteX34" fmla="*/ 32263 w 281269"/>
                <a:gd name="connsiteY34" fmla="*/ 187425 h 248179"/>
                <a:gd name="connsiteX35" fmla="*/ 32263 w 281269"/>
                <a:gd name="connsiteY35" fmla="*/ 203606 h 248179"/>
                <a:gd name="connsiteX36" fmla="*/ 32495 w 281269"/>
                <a:gd name="connsiteY36" fmla="*/ 217769 h 248179"/>
                <a:gd name="connsiteX37" fmla="*/ 38154 w 281269"/>
                <a:gd name="connsiteY37" fmla="*/ 232660 h 248179"/>
                <a:gd name="connsiteX38" fmla="*/ 45334 w 281269"/>
                <a:gd name="connsiteY38" fmla="*/ 237028 h 248179"/>
                <a:gd name="connsiteX39" fmla="*/ 54599 w 281269"/>
                <a:gd name="connsiteY39" fmla="*/ 244473 h 248179"/>
                <a:gd name="connsiteX40" fmla="*/ 64737 w 281269"/>
                <a:gd name="connsiteY40" fmla="*/ 245061 h 248179"/>
                <a:gd name="connsiteX41" fmla="*/ 65917 w 281269"/>
                <a:gd name="connsiteY41" fmla="*/ 243712 h 248179"/>
                <a:gd name="connsiteX42" fmla="*/ 86466 w 281269"/>
                <a:gd name="connsiteY42" fmla="*/ 238318 h 248179"/>
                <a:gd name="connsiteX43" fmla="*/ 102415 w 281269"/>
                <a:gd name="connsiteY43" fmla="*/ 231866 h 248179"/>
                <a:gd name="connsiteX44" fmla="*/ 129119 w 281269"/>
                <a:gd name="connsiteY44" fmla="*/ 231634 h 248179"/>
                <a:gd name="connsiteX45" fmla="*/ 145664 w 281269"/>
                <a:gd name="connsiteY45" fmla="*/ 229582 h 248179"/>
                <a:gd name="connsiteX46" fmla="*/ 156717 w 281269"/>
                <a:gd name="connsiteY46" fmla="*/ 227266 h 248179"/>
                <a:gd name="connsiteX47" fmla="*/ 171111 w 281269"/>
                <a:gd name="connsiteY47" fmla="*/ 222369 h 248179"/>
                <a:gd name="connsiteX48" fmla="*/ 206849 w 281269"/>
                <a:gd name="connsiteY48" fmla="*/ 199768 h 248179"/>
                <a:gd name="connsiteX49" fmla="*/ 248212 w 281269"/>
                <a:gd name="connsiteY49" fmla="*/ 149139 h 248179"/>
                <a:gd name="connsiteX50" fmla="*/ 273130 w 281269"/>
                <a:gd name="connsiteY50" fmla="*/ 121409 h 248179"/>
                <a:gd name="connsiteX51" fmla="*/ 281336 w 281269"/>
                <a:gd name="connsiteY51" fmla="*/ 92786 h 248179"/>
                <a:gd name="connsiteX52" fmla="*/ 268530 w 281269"/>
                <a:gd name="connsiteY52" fmla="*/ 93779 h 248179"/>
                <a:gd name="connsiteX53" fmla="*/ 214956 w 281269"/>
                <a:gd name="connsiteY53" fmla="*/ 151224 h 248179"/>
                <a:gd name="connsiteX54" fmla="*/ 203673 w 281269"/>
                <a:gd name="connsiteY54" fmla="*/ 154301 h 248179"/>
                <a:gd name="connsiteX55" fmla="*/ 199536 w 281269"/>
                <a:gd name="connsiteY55" fmla="*/ 163533 h 248179"/>
                <a:gd name="connsiteX56" fmla="*/ 192355 w 281269"/>
                <a:gd name="connsiteY56" fmla="*/ 162508 h 248179"/>
                <a:gd name="connsiteX57" fmla="*/ 182064 w 281269"/>
                <a:gd name="connsiteY57" fmla="*/ 148113 h 248179"/>
                <a:gd name="connsiteX58" fmla="*/ 192355 w 281269"/>
                <a:gd name="connsiteY58" fmla="*/ 132693 h 248179"/>
                <a:gd name="connsiteX59" fmla="*/ 209827 w 281269"/>
                <a:gd name="connsiteY59" fmla="*/ 125512 h 248179"/>
                <a:gd name="connsiteX60" fmla="*/ 221111 w 281269"/>
                <a:gd name="connsiteY60" fmla="*/ 138749 h 248179"/>
                <a:gd name="connsiteX61" fmla="*/ 214956 w 281269"/>
                <a:gd name="connsiteY61" fmla="*/ 151224 h 24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81269" h="248179">
                  <a:moveTo>
                    <a:pt x="268530" y="93779"/>
                  </a:moveTo>
                  <a:cubicBezTo>
                    <a:pt x="268530" y="93779"/>
                    <a:pt x="268530" y="93051"/>
                    <a:pt x="268331" y="91959"/>
                  </a:cubicBezTo>
                  <a:cubicBezTo>
                    <a:pt x="266761" y="93039"/>
                    <a:pt x="265698" y="94711"/>
                    <a:pt x="265386" y="96591"/>
                  </a:cubicBezTo>
                  <a:cubicBezTo>
                    <a:pt x="265022" y="100529"/>
                    <a:pt x="261085" y="100893"/>
                    <a:pt x="255724" y="100529"/>
                  </a:cubicBezTo>
                  <a:cubicBezTo>
                    <a:pt x="250363" y="100165"/>
                    <a:pt x="244969" y="86565"/>
                    <a:pt x="244969" y="84414"/>
                  </a:cubicBezTo>
                  <a:cubicBezTo>
                    <a:pt x="244969" y="82263"/>
                    <a:pt x="252481" y="71906"/>
                    <a:pt x="256783" y="71906"/>
                  </a:cubicBezTo>
                  <a:cubicBezTo>
                    <a:pt x="259563" y="71906"/>
                    <a:pt x="263401" y="74884"/>
                    <a:pt x="266710" y="77002"/>
                  </a:cubicBezTo>
                  <a:cubicBezTo>
                    <a:pt x="266620" y="75901"/>
                    <a:pt x="266620" y="74794"/>
                    <a:pt x="266710" y="73693"/>
                  </a:cubicBezTo>
                  <a:cubicBezTo>
                    <a:pt x="267107" y="71376"/>
                    <a:pt x="269821" y="44805"/>
                    <a:pt x="265155" y="42091"/>
                  </a:cubicBezTo>
                  <a:cubicBezTo>
                    <a:pt x="260489" y="39378"/>
                    <a:pt x="255922" y="12310"/>
                    <a:pt x="254367" y="9696"/>
                  </a:cubicBezTo>
                  <a:cubicBezTo>
                    <a:pt x="252812" y="7081"/>
                    <a:pt x="235870" y="8571"/>
                    <a:pt x="233950" y="5460"/>
                  </a:cubicBezTo>
                  <a:cubicBezTo>
                    <a:pt x="232031" y="2350"/>
                    <a:pt x="217736" y="5460"/>
                    <a:pt x="217405" y="2482"/>
                  </a:cubicBezTo>
                  <a:cubicBezTo>
                    <a:pt x="215188" y="5791"/>
                    <a:pt x="212706" y="9365"/>
                    <a:pt x="211449" y="10887"/>
                  </a:cubicBezTo>
                  <a:cubicBezTo>
                    <a:pt x="208868" y="13964"/>
                    <a:pt x="201522" y="11913"/>
                    <a:pt x="200661" y="17042"/>
                  </a:cubicBezTo>
                  <a:cubicBezTo>
                    <a:pt x="199801" y="22171"/>
                    <a:pt x="190734" y="27333"/>
                    <a:pt x="186763" y="27333"/>
                  </a:cubicBezTo>
                  <a:cubicBezTo>
                    <a:pt x="182792" y="27333"/>
                    <a:pt x="179549" y="34513"/>
                    <a:pt x="179549" y="39146"/>
                  </a:cubicBezTo>
                  <a:cubicBezTo>
                    <a:pt x="179549" y="43779"/>
                    <a:pt x="171343" y="49934"/>
                    <a:pt x="164659" y="49934"/>
                  </a:cubicBezTo>
                  <a:cubicBezTo>
                    <a:pt x="157974" y="49934"/>
                    <a:pt x="160026" y="55592"/>
                    <a:pt x="158041" y="62773"/>
                  </a:cubicBezTo>
                  <a:cubicBezTo>
                    <a:pt x="156055" y="69953"/>
                    <a:pt x="152911" y="70483"/>
                    <a:pt x="141495" y="70483"/>
                  </a:cubicBezTo>
                  <a:cubicBezTo>
                    <a:pt x="130079" y="70483"/>
                    <a:pt x="129682" y="69457"/>
                    <a:pt x="120946" y="63865"/>
                  </a:cubicBezTo>
                  <a:cubicBezTo>
                    <a:pt x="112210" y="58272"/>
                    <a:pt x="109629" y="68464"/>
                    <a:pt x="109133" y="73097"/>
                  </a:cubicBezTo>
                  <a:cubicBezTo>
                    <a:pt x="108636" y="77730"/>
                    <a:pt x="96790" y="86962"/>
                    <a:pt x="93183" y="91065"/>
                  </a:cubicBezTo>
                  <a:cubicBezTo>
                    <a:pt x="89576" y="95168"/>
                    <a:pt x="80873" y="92124"/>
                    <a:pt x="75711" y="92124"/>
                  </a:cubicBezTo>
                  <a:cubicBezTo>
                    <a:pt x="70549" y="92124"/>
                    <a:pt x="72634" y="87491"/>
                    <a:pt x="72634" y="84414"/>
                  </a:cubicBezTo>
                  <a:cubicBezTo>
                    <a:pt x="72634" y="81337"/>
                    <a:pt x="75215" y="83388"/>
                    <a:pt x="76241" y="80278"/>
                  </a:cubicBezTo>
                  <a:cubicBezTo>
                    <a:pt x="77266" y="77167"/>
                    <a:pt x="72634" y="65883"/>
                    <a:pt x="70582" y="60754"/>
                  </a:cubicBezTo>
                  <a:cubicBezTo>
                    <a:pt x="69689" y="58537"/>
                    <a:pt x="66115" y="56717"/>
                    <a:pt x="62343" y="55360"/>
                  </a:cubicBezTo>
                  <a:lnTo>
                    <a:pt x="62343" y="118828"/>
                  </a:lnTo>
                  <a:cubicBezTo>
                    <a:pt x="62343" y="124487"/>
                    <a:pt x="53077" y="127035"/>
                    <a:pt x="51059" y="130145"/>
                  </a:cubicBezTo>
                  <a:cubicBezTo>
                    <a:pt x="49040" y="133256"/>
                    <a:pt x="36135" y="130675"/>
                    <a:pt x="28954" y="130675"/>
                  </a:cubicBezTo>
                  <a:cubicBezTo>
                    <a:pt x="21774" y="130675"/>
                    <a:pt x="23296" y="123461"/>
                    <a:pt x="19689" y="118332"/>
                  </a:cubicBezTo>
                  <a:cubicBezTo>
                    <a:pt x="16082" y="113203"/>
                    <a:pt x="9927" y="119854"/>
                    <a:pt x="9927" y="123461"/>
                  </a:cubicBezTo>
                  <a:cubicBezTo>
                    <a:pt x="9927" y="126174"/>
                    <a:pt x="6618" y="125678"/>
                    <a:pt x="2482" y="125248"/>
                  </a:cubicBezTo>
                  <a:cubicBezTo>
                    <a:pt x="8049" y="133905"/>
                    <a:pt x="12497" y="143234"/>
                    <a:pt x="15718" y="153011"/>
                  </a:cubicBezTo>
                  <a:cubicBezTo>
                    <a:pt x="19821" y="166644"/>
                    <a:pt x="29848" y="179483"/>
                    <a:pt x="32263" y="187425"/>
                  </a:cubicBezTo>
                  <a:cubicBezTo>
                    <a:pt x="34679" y="195367"/>
                    <a:pt x="37657" y="202845"/>
                    <a:pt x="32263" y="203606"/>
                  </a:cubicBezTo>
                  <a:cubicBezTo>
                    <a:pt x="26870" y="204367"/>
                    <a:pt x="26870" y="209033"/>
                    <a:pt x="32495" y="217769"/>
                  </a:cubicBezTo>
                  <a:cubicBezTo>
                    <a:pt x="38120" y="226505"/>
                    <a:pt x="33289" y="231634"/>
                    <a:pt x="38154" y="232660"/>
                  </a:cubicBezTo>
                  <a:cubicBezTo>
                    <a:pt x="43018" y="233685"/>
                    <a:pt x="41463" y="236763"/>
                    <a:pt x="45334" y="237028"/>
                  </a:cubicBezTo>
                  <a:cubicBezTo>
                    <a:pt x="49206" y="237292"/>
                    <a:pt x="51952" y="241131"/>
                    <a:pt x="54599" y="244473"/>
                  </a:cubicBezTo>
                  <a:cubicBezTo>
                    <a:pt x="57237" y="247435"/>
                    <a:pt x="61776" y="247698"/>
                    <a:pt x="64737" y="245061"/>
                  </a:cubicBezTo>
                  <a:cubicBezTo>
                    <a:pt x="65185" y="244662"/>
                    <a:pt x="65581" y="244209"/>
                    <a:pt x="65917" y="243712"/>
                  </a:cubicBezTo>
                  <a:cubicBezTo>
                    <a:pt x="68729" y="239609"/>
                    <a:pt x="77465" y="238318"/>
                    <a:pt x="86466" y="238318"/>
                  </a:cubicBezTo>
                  <a:cubicBezTo>
                    <a:pt x="95466" y="238318"/>
                    <a:pt x="93679" y="234447"/>
                    <a:pt x="102415" y="231866"/>
                  </a:cubicBezTo>
                  <a:cubicBezTo>
                    <a:pt x="111110" y="229228"/>
                    <a:pt x="120380" y="229147"/>
                    <a:pt x="129119" y="231634"/>
                  </a:cubicBezTo>
                  <a:cubicBezTo>
                    <a:pt x="134649" y="233599"/>
                    <a:pt x="140782" y="232838"/>
                    <a:pt x="145664" y="229582"/>
                  </a:cubicBezTo>
                  <a:cubicBezTo>
                    <a:pt x="149271" y="227266"/>
                    <a:pt x="156220" y="233189"/>
                    <a:pt x="156717" y="227266"/>
                  </a:cubicBezTo>
                  <a:cubicBezTo>
                    <a:pt x="157213" y="221343"/>
                    <a:pt x="164427" y="222369"/>
                    <a:pt x="171111" y="222369"/>
                  </a:cubicBezTo>
                  <a:cubicBezTo>
                    <a:pt x="177795" y="222369"/>
                    <a:pt x="193977" y="211846"/>
                    <a:pt x="206849" y="199768"/>
                  </a:cubicBezTo>
                  <a:cubicBezTo>
                    <a:pt x="222292" y="184314"/>
                    <a:pt x="236149" y="167353"/>
                    <a:pt x="248212" y="149139"/>
                  </a:cubicBezTo>
                  <a:cubicBezTo>
                    <a:pt x="255393" y="137061"/>
                    <a:pt x="267239" y="126803"/>
                    <a:pt x="273130" y="121409"/>
                  </a:cubicBezTo>
                  <a:cubicBezTo>
                    <a:pt x="277564" y="117339"/>
                    <a:pt x="280112" y="103143"/>
                    <a:pt x="281336" y="92786"/>
                  </a:cubicBezTo>
                  <a:cubicBezTo>
                    <a:pt x="277049" y="92823"/>
                    <a:pt x="272771" y="93154"/>
                    <a:pt x="268530" y="93779"/>
                  </a:cubicBezTo>
                  <a:close/>
                  <a:moveTo>
                    <a:pt x="214956" y="151224"/>
                  </a:moveTo>
                  <a:cubicBezTo>
                    <a:pt x="214956" y="155327"/>
                    <a:pt x="205724" y="150165"/>
                    <a:pt x="203673" y="154301"/>
                  </a:cubicBezTo>
                  <a:cubicBezTo>
                    <a:pt x="201621" y="158438"/>
                    <a:pt x="199536" y="163533"/>
                    <a:pt x="199536" y="163533"/>
                  </a:cubicBezTo>
                  <a:lnTo>
                    <a:pt x="192355" y="162508"/>
                  </a:lnTo>
                  <a:lnTo>
                    <a:pt x="182064" y="148113"/>
                  </a:lnTo>
                  <a:cubicBezTo>
                    <a:pt x="182064" y="148113"/>
                    <a:pt x="190304" y="136829"/>
                    <a:pt x="192355" y="132693"/>
                  </a:cubicBezTo>
                  <a:cubicBezTo>
                    <a:pt x="194407" y="128557"/>
                    <a:pt x="207776" y="121409"/>
                    <a:pt x="209827" y="125512"/>
                  </a:cubicBezTo>
                  <a:cubicBezTo>
                    <a:pt x="211879" y="129616"/>
                    <a:pt x="221111" y="134778"/>
                    <a:pt x="221111" y="138749"/>
                  </a:cubicBezTo>
                  <a:cubicBezTo>
                    <a:pt x="221111" y="142720"/>
                    <a:pt x="214956" y="147088"/>
                    <a:pt x="214956" y="15122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97C641-B8B0-9D47-9BE3-BD967C66C3BE}"/>
                </a:ext>
              </a:extLst>
            </p:cNvPr>
            <p:cNvSpPr/>
            <p:nvPr/>
          </p:nvSpPr>
          <p:spPr>
            <a:xfrm>
              <a:off x="4608333" y="3235441"/>
              <a:ext cx="205161" cy="218398"/>
            </a:xfrm>
            <a:custGeom>
              <a:avLst/>
              <a:gdLst>
                <a:gd name="connsiteX0" fmla="*/ 13997 w 205161"/>
                <a:gd name="connsiteY0" fmla="*/ 200569 h 218397"/>
                <a:gd name="connsiteX1" fmla="*/ 21840 w 205161"/>
                <a:gd name="connsiteY1" fmla="*/ 204044 h 218397"/>
                <a:gd name="connsiteX2" fmla="*/ 38385 w 205161"/>
                <a:gd name="connsiteY2" fmla="*/ 204937 h 218397"/>
                <a:gd name="connsiteX3" fmla="*/ 54037 w 205161"/>
                <a:gd name="connsiteY3" fmla="*/ 209272 h 218397"/>
                <a:gd name="connsiteX4" fmla="*/ 113997 w 205161"/>
                <a:gd name="connsiteY4" fmla="*/ 209272 h 218397"/>
                <a:gd name="connsiteX5" fmla="*/ 120086 w 205161"/>
                <a:gd name="connsiteY5" fmla="*/ 215361 h 218397"/>
                <a:gd name="connsiteX6" fmla="*/ 158338 w 205161"/>
                <a:gd name="connsiteY6" fmla="*/ 215361 h 218397"/>
                <a:gd name="connsiteX7" fmla="*/ 185274 w 205161"/>
                <a:gd name="connsiteY7" fmla="*/ 213607 h 218397"/>
                <a:gd name="connsiteX8" fmla="*/ 190039 w 205161"/>
                <a:gd name="connsiteY8" fmla="*/ 212482 h 218397"/>
                <a:gd name="connsiteX9" fmla="*/ 170185 w 205161"/>
                <a:gd name="connsiteY9" fmla="*/ 185381 h 218397"/>
                <a:gd name="connsiteX10" fmla="*/ 171972 w 205161"/>
                <a:gd name="connsiteY10" fmla="*/ 127571 h 218397"/>
                <a:gd name="connsiteX11" fmla="*/ 197782 w 205161"/>
                <a:gd name="connsiteY11" fmla="*/ 128465 h 218397"/>
                <a:gd name="connsiteX12" fmla="*/ 202216 w 205161"/>
                <a:gd name="connsiteY12" fmla="*/ 123998 h 218397"/>
                <a:gd name="connsiteX13" fmla="*/ 205889 w 205161"/>
                <a:gd name="connsiteY13" fmla="*/ 89484 h 218397"/>
                <a:gd name="connsiteX14" fmla="*/ 201190 w 205161"/>
                <a:gd name="connsiteY14" fmla="*/ 89286 h 218397"/>
                <a:gd name="connsiteX15" fmla="*/ 185770 w 205161"/>
                <a:gd name="connsiteY15" fmla="*/ 90841 h 218397"/>
                <a:gd name="connsiteX16" fmla="*/ 176538 w 205161"/>
                <a:gd name="connsiteY16" fmla="*/ 95474 h 218397"/>
                <a:gd name="connsiteX17" fmla="*/ 176538 w 205161"/>
                <a:gd name="connsiteY17" fmla="*/ 81576 h 218397"/>
                <a:gd name="connsiteX18" fmla="*/ 168034 w 205161"/>
                <a:gd name="connsiteY18" fmla="*/ 67711 h 218397"/>
                <a:gd name="connsiteX19" fmla="*/ 170350 w 205161"/>
                <a:gd name="connsiteY19" fmla="*/ 43025 h 218397"/>
                <a:gd name="connsiteX20" fmla="*/ 167273 w 205161"/>
                <a:gd name="connsiteY20" fmla="*/ 29160 h 218397"/>
                <a:gd name="connsiteX21" fmla="*/ 155724 w 205161"/>
                <a:gd name="connsiteY21" fmla="*/ 26844 h 218397"/>
                <a:gd name="connsiteX22" fmla="*/ 147253 w 205161"/>
                <a:gd name="connsiteY22" fmla="*/ 23005 h 218397"/>
                <a:gd name="connsiteX23" fmla="*/ 133355 w 205161"/>
                <a:gd name="connsiteY23" fmla="*/ 23005 h 218397"/>
                <a:gd name="connsiteX24" fmla="*/ 126439 w 205161"/>
                <a:gd name="connsiteY24" fmla="*/ 38425 h 218397"/>
                <a:gd name="connsiteX25" fmla="*/ 106386 w 205161"/>
                <a:gd name="connsiteY25" fmla="*/ 41503 h 218397"/>
                <a:gd name="connsiteX26" fmla="*/ 91727 w 205161"/>
                <a:gd name="connsiteY26" fmla="*/ 30715 h 218397"/>
                <a:gd name="connsiteX27" fmla="*/ 84778 w 205161"/>
                <a:gd name="connsiteY27" fmla="*/ 17479 h 218397"/>
                <a:gd name="connsiteX28" fmla="*/ 81701 w 205161"/>
                <a:gd name="connsiteY28" fmla="*/ 2820 h 218397"/>
                <a:gd name="connsiteX29" fmla="*/ 25447 w 205161"/>
                <a:gd name="connsiteY29" fmla="*/ 2820 h 218397"/>
                <a:gd name="connsiteX30" fmla="*/ 15519 w 205161"/>
                <a:gd name="connsiteY30" fmla="*/ 8181 h 218397"/>
                <a:gd name="connsiteX31" fmla="*/ 30741 w 205161"/>
                <a:gd name="connsiteY31" fmla="*/ 44580 h 218397"/>
                <a:gd name="connsiteX32" fmla="*/ 27928 w 205161"/>
                <a:gd name="connsiteY32" fmla="*/ 62813 h 218397"/>
                <a:gd name="connsiteX33" fmla="*/ 38716 w 205161"/>
                <a:gd name="connsiteY33" fmla="*/ 99213 h 218397"/>
                <a:gd name="connsiteX34" fmla="*/ 26373 w 205161"/>
                <a:gd name="connsiteY34" fmla="*/ 124395 h 218397"/>
                <a:gd name="connsiteX35" fmla="*/ 13799 w 205161"/>
                <a:gd name="connsiteY35" fmla="*/ 157816 h 218397"/>
                <a:gd name="connsiteX36" fmla="*/ 4798 w 205161"/>
                <a:gd name="connsiteY36" fmla="*/ 182204 h 218397"/>
                <a:gd name="connsiteX37" fmla="*/ 2482 w 205161"/>
                <a:gd name="connsiteY37" fmla="*/ 205599 h 218397"/>
                <a:gd name="connsiteX38" fmla="*/ 2482 w 205161"/>
                <a:gd name="connsiteY38" fmla="*/ 206261 h 218397"/>
                <a:gd name="connsiteX39" fmla="*/ 7909 w 205161"/>
                <a:gd name="connsiteY39" fmla="*/ 204838 h 218397"/>
                <a:gd name="connsiteX40" fmla="*/ 13997 w 205161"/>
                <a:gd name="connsiteY40" fmla="*/ 200569 h 21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5161" h="218397">
                  <a:moveTo>
                    <a:pt x="13997" y="200569"/>
                  </a:moveTo>
                  <a:cubicBezTo>
                    <a:pt x="18365" y="200569"/>
                    <a:pt x="15751" y="206658"/>
                    <a:pt x="21840" y="204044"/>
                  </a:cubicBezTo>
                  <a:cubicBezTo>
                    <a:pt x="27096" y="201259"/>
                    <a:pt x="33460" y="201602"/>
                    <a:pt x="38385" y="204937"/>
                  </a:cubicBezTo>
                  <a:cubicBezTo>
                    <a:pt x="42981" y="208071"/>
                    <a:pt x="48484" y="209595"/>
                    <a:pt x="54037" y="209272"/>
                  </a:cubicBezTo>
                  <a:lnTo>
                    <a:pt x="113997" y="209272"/>
                  </a:lnTo>
                  <a:lnTo>
                    <a:pt x="120086" y="215361"/>
                  </a:lnTo>
                  <a:cubicBezTo>
                    <a:pt x="120086" y="215361"/>
                    <a:pt x="153176" y="212747"/>
                    <a:pt x="158338" y="215361"/>
                  </a:cubicBezTo>
                  <a:cubicBezTo>
                    <a:pt x="163501" y="217975"/>
                    <a:pt x="180046" y="215361"/>
                    <a:pt x="185274" y="213607"/>
                  </a:cubicBezTo>
                  <a:cubicBezTo>
                    <a:pt x="186841" y="213147"/>
                    <a:pt x="188432" y="212772"/>
                    <a:pt x="190039" y="212482"/>
                  </a:cubicBezTo>
                  <a:lnTo>
                    <a:pt x="170185" y="185381"/>
                  </a:lnTo>
                  <a:lnTo>
                    <a:pt x="171972" y="127571"/>
                  </a:lnTo>
                  <a:lnTo>
                    <a:pt x="197782" y="128465"/>
                  </a:lnTo>
                  <a:lnTo>
                    <a:pt x="202216" y="123998"/>
                  </a:lnTo>
                  <a:lnTo>
                    <a:pt x="205889" y="89484"/>
                  </a:lnTo>
                  <a:cubicBezTo>
                    <a:pt x="204437" y="88698"/>
                    <a:pt x="202704" y="88625"/>
                    <a:pt x="201190" y="89286"/>
                  </a:cubicBezTo>
                  <a:cubicBezTo>
                    <a:pt x="195797" y="91602"/>
                    <a:pt x="191264" y="90841"/>
                    <a:pt x="185770" y="90841"/>
                  </a:cubicBezTo>
                  <a:cubicBezTo>
                    <a:pt x="180277" y="90841"/>
                    <a:pt x="179616" y="96235"/>
                    <a:pt x="176538" y="95474"/>
                  </a:cubicBezTo>
                  <a:cubicBezTo>
                    <a:pt x="173461" y="94713"/>
                    <a:pt x="175744" y="85546"/>
                    <a:pt x="176538" y="81576"/>
                  </a:cubicBezTo>
                  <a:cubicBezTo>
                    <a:pt x="177332" y="77605"/>
                    <a:pt x="171905" y="70788"/>
                    <a:pt x="168034" y="67711"/>
                  </a:cubicBezTo>
                  <a:cubicBezTo>
                    <a:pt x="164162" y="64633"/>
                    <a:pt x="172666" y="45342"/>
                    <a:pt x="170350" y="43025"/>
                  </a:cubicBezTo>
                  <a:cubicBezTo>
                    <a:pt x="168034" y="40709"/>
                    <a:pt x="167273" y="34554"/>
                    <a:pt x="167273" y="29160"/>
                  </a:cubicBezTo>
                  <a:cubicBezTo>
                    <a:pt x="167273" y="23766"/>
                    <a:pt x="163434" y="26844"/>
                    <a:pt x="155724" y="26844"/>
                  </a:cubicBezTo>
                  <a:cubicBezTo>
                    <a:pt x="148014" y="26844"/>
                    <a:pt x="147253" y="23005"/>
                    <a:pt x="147253" y="23005"/>
                  </a:cubicBezTo>
                  <a:cubicBezTo>
                    <a:pt x="147253" y="23005"/>
                    <a:pt x="137988" y="20689"/>
                    <a:pt x="133355" y="23005"/>
                  </a:cubicBezTo>
                  <a:cubicBezTo>
                    <a:pt x="128722" y="25322"/>
                    <a:pt x="129483" y="39187"/>
                    <a:pt x="126439" y="38425"/>
                  </a:cubicBezTo>
                  <a:cubicBezTo>
                    <a:pt x="123395" y="37664"/>
                    <a:pt x="114063" y="39187"/>
                    <a:pt x="106386" y="41503"/>
                  </a:cubicBezTo>
                  <a:cubicBezTo>
                    <a:pt x="98709" y="43819"/>
                    <a:pt x="95599" y="39948"/>
                    <a:pt x="91727" y="30715"/>
                  </a:cubicBezTo>
                  <a:cubicBezTo>
                    <a:pt x="87856" y="21483"/>
                    <a:pt x="83223" y="24527"/>
                    <a:pt x="84778" y="17479"/>
                  </a:cubicBezTo>
                  <a:cubicBezTo>
                    <a:pt x="85389" y="12387"/>
                    <a:pt x="84307" y="7236"/>
                    <a:pt x="81701" y="2820"/>
                  </a:cubicBezTo>
                  <a:cubicBezTo>
                    <a:pt x="81701" y="2820"/>
                    <a:pt x="30807" y="2059"/>
                    <a:pt x="25447" y="2820"/>
                  </a:cubicBezTo>
                  <a:cubicBezTo>
                    <a:pt x="21838" y="3986"/>
                    <a:pt x="18474" y="5803"/>
                    <a:pt x="15519" y="8181"/>
                  </a:cubicBezTo>
                  <a:cubicBezTo>
                    <a:pt x="18829" y="20027"/>
                    <a:pt x="28557" y="39815"/>
                    <a:pt x="30741" y="44580"/>
                  </a:cubicBezTo>
                  <a:cubicBezTo>
                    <a:pt x="32925" y="49345"/>
                    <a:pt x="27928" y="53813"/>
                    <a:pt x="27928" y="62813"/>
                  </a:cubicBezTo>
                  <a:cubicBezTo>
                    <a:pt x="27928" y="71814"/>
                    <a:pt x="37856" y="88260"/>
                    <a:pt x="38716" y="99213"/>
                  </a:cubicBezTo>
                  <a:cubicBezTo>
                    <a:pt x="39576" y="110166"/>
                    <a:pt x="32561" y="117181"/>
                    <a:pt x="26373" y="124395"/>
                  </a:cubicBezTo>
                  <a:cubicBezTo>
                    <a:pt x="19101" y="134119"/>
                    <a:pt x="14740" y="145709"/>
                    <a:pt x="13799" y="157816"/>
                  </a:cubicBezTo>
                  <a:cubicBezTo>
                    <a:pt x="13799" y="167743"/>
                    <a:pt x="4533" y="177671"/>
                    <a:pt x="4798" y="182204"/>
                  </a:cubicBezTo>
                  <a:cubicBezTo>
                    <a:pt x="4642" y="190051"/>
                    <a:pt x="3868" y="197874"/>
                    <a:pt x="2482" y="205599"/>
                  </a:cubicBezTo>
                  <a:cubicBezTo>
                    <a:pt x="2482" y="205798"/>
                    <a:pt x="2482" y="206062"/>
                    <a:pt x="2482" y="206261"/>
                  </a:cubicBezTo>
                  <a:lnTo>
                    <a:pt x="7909" y="204838"/>
                  </a:lnTo>
                  <a:cubicBezTo>
                    <a:pt x="8968" y="202378"/>
                    <a:pt x="11324" y="200726"/>
                    <a:pt x="13997" y="20056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95A2619-EF71-024B-BBF1-0A7A90384E88}"/>
                </a:ext>
              </a:extLst>
            </p:cNvPr>
            <p:cNvSpPr/>
            <p:nvPr/>
          </p:nvSpPr>
          <p:spPr>
            <a:xfrm>
              <a:off x="4775871" y="3276051"/>
              <a:ext cx="205161" cy="178689"/>
            </a:xfrm>
            <a:custGeom>
              <a:avLst/>
              <a:gdLst>
                <a:gd name="connsiteX0" fmla="*/ 156518 w 205161"/>
                <a:gd name="connsiteY0" fmla="*/ 9629 h 178689"/>
                <a:gd name="connsiteX1" fmla="*/ 143977 w 205161"/>
                <a:gd name="connsiteY1" fmla="*/ 2482 h 178689"/>
                <a:gd name="connsiteX2" fmla="*/ 123064 w 205161"/>
                <a:gd name="connsiteY2" fmla="*/ 5592 h 178689"/>
                <a:gd name="connsiteX3" fmla="*/ 118431 w 205161"/>
                <a:gd name="connsiteY3" fmla="*/ 17141 h 178689"/>
                <a:gd name="connsiteX4" fmla="*/ 116115 w 205161"/>
                <a:gd name="connsiteY4" fmla="*/ 26373 h 178689"/>
                <a:gd name="connsiteX5" fmla="*/ 115354 w 205161"/>
                <a:gd name="connsiteY5" fmla="*/ 45665 h 178689"/>
                <a:gd name="connsiteX6" fmla="*/ 111482 w 205161"/>
                <a:gd name="connsiteY6" fmla="*/ 61846 h 178689"/>
                <a:gd name="connsiteX7" fmla="*/ 123064 w 205161"/>
                <a:gd name="connsiteY7" fmla="*/ 75711 h 178689"/>
                <a:gd name="connsiteX8" fmla="*/ 134613 w 205161"/>
                <a:gd name="connsiteY8" fmla="*/ 71873 h 178689"/>
                <a:gd name="connsiteX9" fmla="*/ 136929 w 205161"/>
                <a:gd name="connsiteY9" fmla="*/ 84215 h 178689"/>
                <a:gd name="connsiteX10" fmla="*/ 133851 w 205161"/>
                <a:gd name="connsiteY10" fmla="*/ 91925 h 178689"/>
                <a:gd name="connsiteX11" fmla="*/ 121508 w 205161"/>
                <a:gd name="connsiteY11" fmla="*/ 91925 h 178689"/>
                <a:gd name="connsiteX12" fmla="*/ 114559 w 205161"/>
                <a:gd name="connsiteY12" fmla="*/ 77266 h 178689"/>
                <a:gd name="connsiteX13" fmla="*/ 101323 w 205161"/>
                <a:gd name="connsiteY13" fmla="*/ 74189 h 178689"/>
                <a:gd name="connsiteX14" fmla="*/ 92091 w 205161"/>
                <a:gd name="connsiteY14" fmla="*/ 64262 h 178689"/>
                <a:gd name="connsiteX15" fmla="*/ 85903 w 205161"/>
                <a:gd name="connsiteY15" fmla="*/ 67339 h 178689"/>
                <a:gd name="connsiteX16" fmla="*/ 78226 w 205161"/>
                <a:gd name="connsiteY16" fmla="*/ 69656 h 178689"/>
                <a:gd name="connsiteX17" fmla="*/ 63567 w 205161"/>
                <a:gd name="connsiteY17" fmla="*/ 65023 h 178689"/>
                <a:gd name="connsiteX18" fmla="*/ 58173 w 205161"/>
                <a:gd name="connsiteY18" fmla="*/ 56552 h 178689"/>
                <a:gd name="connsiteX19" fmla="*/ 47386 w 205161"/>
                <a:gd name="connsiteY19" fmla="*/ 57346 h 178689"/>
                <a:gd name="connsiteX20" fmla="*/ 42753 w 205161"/>
                <a:gd name="connsiteY20" fmla="*/ 53474 h 178689"/>
                <a:gd name="connsiteX21" fmla="*/ 38187 w 205161"/>
                <a:gd name="connsiteY21" fmla="*/ 49040 h 178689"/>
                <a:gd name="connsiteX22" fmla="*/ 34514 w 205161"/>
                <a:gd name="connsiteY22" fmla="*/ 83554 h 178689"/>
                <a:gd name="connsiteX23" fmla="*/ 30079 w 205161"/>
                <a:gd name="connsiteY23" fmla="*/ 88021 h 178689"/>
                <a:gd name="connsiteX24" fmla="*/ 4269 w 205161"/>
                <a:gd name="connsiteY24" fmla="*/ 87127 h 178689"/>
                <a:gd name="connsiteX25" fmla="*/ 2482 w 205161"/>
                <a:gd name="connsiteY25" fmla="*/ 144937 h 178689"/>
                <a:gd name="connsiteX26" fmla="*/ 22336 w 205161"/>
                <a:gd name="connsiteY26" fmla="*/ 172038 h 178689"/>
                <a:gd name="connsiteX27" fmla="*/ 54070 w 205161"/>
                <a:gd name="connsiteY27" fmla="*/ 170582 h 178689"/>
                <a:gd name="connsiteX28" fmla="*/ 55460 w 205161"/>
                <a:gd name="connsiteY28" fmla="*/ 174586 h 178689"/>
                <a:gd name="connsiteX29" fmla="*/ 64328 w 205161"/>
                <a:gd name="connsiteY29" fmla="*/ 173229 h 178689"/>
                <a:gd name="connsiteX30" fmla="*/ 86433 w 205161"/>
                <a:gd name="connsiteY30" fmla="*/ 176803 h 178689"/>
                <a:gd name="connsiteX31" fmla="*/ 104434 w 205161"/>
                <a:gd name="connsiteY31" fmla="*/ 157279 h 178689"/>
                <a:gd name="connsiteX32" fmla="*/ 120350 w 205161"/>
                <a:gd name="connsiteY32" fmla="*/ 144970 h 178689"/>
                <a:gd name="connsiteX33" fmla="*/ 130277 w 205161"/>
                <a:gd name="connsiteY33" fmla="*/ 136201 h 178689"/>
                <a:gd name="connsiteX34" fmla="*/ 145201 w 205161"/>
                <a:gd name="connsiteY34" fmla="*/ 135737 h 178689"/>
                <a:gd name="connsiteX35" fmla="*/ 146227 w 205161"/>
                <a:gd name="connsiteY35" fmla="*/ 135737 h 178689"/>
                <a:gd name="connsiteX36" fmla="*/ 142620 w 205161"/>
                <a:gd name="connsiteY36" fmla="*/ 122865 h 178689"/>
                <a:gd name="connsiteX37" fmla="*/ 190767 w 205161"/>
                <a:gd name="connsiteY37" fmla="*/ 105460 h 178689"/>
                <a:gd name="connsiteX38" fmla="*/ 187690 w 205161"/>
                <a:gd name="connsiteY38" fmla="*/ 97816 h 178689"/>
                <a:gd name="connsiteX39" fmla="*/ 190370 w 205161"/>
                <a:gd name="connsiteY39" fmla="*/ 80906 h 178689"/>
                <a:gd name="connsiteX40" fmla="*/ 197485 w 205161"/>
                <a:gd name="connsiteY40" fmla="*/ 76472 h 178689"/>
                <a:gd name="connsiteX41" fmla="*/ 196591 w 205161"/>
                <a:gd name="connsiteY41" fmla="*/ 48014 h 178689"/>
                <a:gd name="connsiteX42" fmla="*/ 202812 w 205161"/>
                <a:gd name="connsiteY42" fmla="*/ 44441 h 178689"/>
                <a:gd name="connsiteX43" fmla="*/ 194837 w 205161"/>
                <a:gd name="connsiteY43" fmla="*/ 25744 h 178689"/>
                <a:gd name="connsiteX44" fmla="*/ 172567 w 205161"/>
                <a:gd name="connsiteY44" fmla="*/ 15983 h 178689"/>
                <a:gd name="connsiteX45" fmla="*/ 156518 w 205161"/>
                <a:gd name="connsiteY45" fmla="*/ 9629 h 178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5161" h="178689">
                  <a:moveTo>
                    <a:pt x="156518" y="9629"/>
                  </a:moveTo>
                  <a:cubicBezTo>
                    <a:pt x="154202" y="9629"/>
                    <a:pt x="148709" y="5956"/>
                    <a:pt x="143977" y="2482"/>
                  </a:cubicBezTo>
                  <a:cubicBezTo>
                    <a:pt x="140668" y="6221"/>
                    <a:pt x="128855" y="5592"/>
                    <a:pt x="123064" y="5592"/>
                  </a:cubicBezTo>
                  <a:cubicBezTo>
                    <a:pt x="117273" y="5592"/>
                    <a:pt x="122303" y="14063"/>
                    <a:pt x="118431" y="17141"/>
                  </a:cubicBezTo>
                  <a:cubicBezTo>
                    <a:pt x="114559" y="20218"/>
                    <a:pt x="113037" y="24851"/>
                    <a:pt x="116115" y="26373"/>
                  </a:cubicBezTo>
                  <a:cubicBezTo>
                    <a:pt x="119192" y="27895"/>
                    <a:pt x="115354" y="41032"/>
                    <a:pt x="115354" y="45665"/>
                  </a:cubicBezTo>
                  <a:cubicBezTo>
                    <a:pt x="115354" y="50297"/>
                    <a:pt x="109166" y="60324"/>
                    <a:pt x="111482" y="61846"/>
                  </a:cubicBezTo>
                  <a:cubicBezTo>
                    <a:pt x="113798" y="63368"/>
                    <a:pt x="117670" y="74189"/>
                    <a:pt x="123064" y="75711"/>
                  </a:cubicBezTo>
                  <a:cubicBezTo>
                    <a:pt x="128458" y="77233"/>
                    <a:pt x="132296" y="71873"/>
                    <a:pt x="134613" y="71873"/>
                  </a:cubicBezTo>
                  <a:cubicBezTo>
                    <a:pt x="136929" y="71873"/>
                    <a:pt x="136929" y="78822"/>
                    <a:pt x="136929" y="84215"/>
                  </a:cubicBezTo>
                  <a:cubicBezTo>
                    <a:pt x="137111" y="87117"/>
                    <a:pt x="135981" y="89947"/>
                    <a:pt x="133851" y="91925"/>
                  </a:cubicBezTo>
                  <a:cubicBezTo>
                    <a:pt x="133852" y="91925"/>
                    <a:pt x="125380" y="95003"/>
                    <a:pt x="121508" y="91925"/>
                  </a:cubicBezTo>
                  <a:cubicBezTo>
                    <a:pt x="117671" y="87917"/>
                    <a:pt x="115233" y="82775"/>
                    <a:pt x="114559" y="77266"/>
                  </a:cubicBezTo>
                  <a:cubicBezTo>
                    <a:pt x="114559" y="74189"/>
                    <a:pt x="105327" y="74189"/>
                    <a:pt x="101323" y="74189"/>
                  </a:cubicBezTo>
                  <a:cubicBezTo>
                    <a:pt x="97319" y="74189"/>
                    <a:pt x="93613" y="67240"/>
                    <a:pt x="92091" y="64262"/>
                  </a:cubicBezTo>
                  <a:cubicBezTo>
                    <a:pt x="90569" y="61284"/>
                    <a:pt x="85903" y="65023"/>
                    <a:pt x="85903" y="67339"/>
                  </a:cubicBezTo>
                  <a:cubicBezTo>
                    <a:pt x="85903" y="69656"/>
                    <a:pt x="82065" y="69656"/>
                    <a:pt x="78226" y="69656"/>
                  </a:cubicBezTo>
                  <a:cubicBezTo>
                    <a:pt x="74388" y="69656"/>
                    <a:pt x="66644" y="63501"/>
                    <a:pt x="63567" y="65023"/>
                  </a:cubicBezTo>
                  <a:cubicBezTo>
                    <a:pt x="60490" y="66545"/>
                    <a:pt x="57412" y="59662"/>
                    <a:pt x="58173" y="56552"/>
                  </a:cubicBezTo>
                  <a:cubicBezTo>
                    <a:pt x="58934" y="53441"/>
                    <a:pt x="50463" y="55791"/>
                    <a:pt x="47386" y="57346"/>
                  </a:cubicBezTo>
                  <a:cubicBezTo>
                    <a:pt x="44308" y="58901"/>
                    <a:pt x="42753" y="53474"/>
                    <a:pt x="42753" y="53474"/>
                  </a:cubicBezTo>
                  <a:cubicBezTo>
                    <a:pt x="41646" y="51621"/>
                    <a:pt x="40071" y="50092"/>
                    <a:pt x="38187" y="49040"/>
                  </a:cubicBezTo>
                  <a:lnTo>
                    <a:pt x="34514" y="83554"/>
                  </a:lnTo>
                  <a:lnTo>
                    <a:pt x="30079" y="88021"/>
                  </a:lnTo>
                  <a:lnTo>
                    <a:pt x="4269" y="87127"/>
                  </a:lnTo>
                  <a:lnTo>
                    <a:pt x="2482" y="144937"/>
                  </a:lnTo>
                  <a:lnTo>
                    <a:pt x="22336" y="172038"/>
                  </a:lnTo>
                  <a:cubicBezTo>
                    <a:pt x="32660" y="169920"/>
                    <a:pt x="54070" y="166975"/>
                    <a:pt x="54070" y="170582"/>
                  </a:cubicBezTo>
                  <a:cubicBezTo>
                    <a:pt x="54209" y="172008"/>
                    <a:pt x="54685" y="173380"/>
                    <a:pt x="55460" y="174586"/>
                  </a:cubicBezTo>
                  <a:cubicBezTo>
                    <a:pt x="58338" y="173723"/>
                    <a:pt x="61323" y="173267"/>
                    <a:pt x="64328" y="173229"/>
                  </a:cubicBezTo>
                  <a:cubicBezTo>
                    <a:pt x="68465" y="173725"/>
                    <a:pt x="82329" y="178854"/>
                    <a:pt x="86433" y="176803"/>
                  </a:cubicBezTo>
                  <a:cubicBezTo>
                    <a:pt x="90536" y="174751"/>
                    <a:pt x="97750" y="159331"/>
                    <a:pt x="104434" y="157279"/>
                  </a:cubicBezTo>
                  <a:cubicBezTo>
                    <a:pt x="111118" y="155228"/>
                    <a:pt x="120350" y="148047"/>
                    <a:pt x="120350" y="144970"/>
                  </a:cubicBezTo>
                  <a:cubicBezTo>
                    <a:pt x="120350" y="141892"/>
                    <a:pt x="120350" y="138782"/>
                    <a:pt x="130277" y="136201"/>
                  </a:cubicBezTo>
                  <a:lnTo>
                    <a:pt x="145201" y="135737"/>
                  </a:lnTo>
                  <a:lnTo>
                    <a:pt x="146227" y="135737"/>
                  </a:lnTo>
                  <a:lnTo>
                    <a:pt x="142620" y="122865"/>
                  </a:lnTo>
                  <a:cubicBezTo>
                    <a:pt x="142620" y="122865"/>
                    <a:pt x="188186" y="105890"/>
                    <a:pt x="190767" y="105460"/>
                  </a:cubicBezTo>
                  <a:cubicBezTo>
                    <a:pt x="188782" y="101356"/>
                    <a:pt x="186697" y="98312"/>
                    <a:pt x="187690" y="97816"/>
                  </a:cubicBezTo>
                  <a:cubicBezTo>
                    <a:pt x="189477" y="96922"/>
                    <a:pt x="190370" y="84579"/>
                    <a:pt x="190370" y="80906"/>
                  </a:cubicBezTo>
                  <a:cubicBezTo>
                    <a:pt x="190370" y="77233"/>
                    <a:pt x="201058" y="80013"/>
                    <a:pt x="197485" y="76472"/>
                  </a:cubicBezTo>
                  <a:cubicBezTo>
                    <a:pt x="193911" y="72932"/>
                    <a:pt x="194837" y="52448"/>
                    <a:pt x="196591" y="48014"/>
                  </a:cubicBezTo>
                  <a:cubicBezTo>
                    <a:pt x="198345" y="43580"/>
                    <a:pt x="202812" y="48014"/>
                    <a:pt x="202812" y="44441"/>
                  </a:cubicBezTo>
                  <a:cubicBezTo>
                    <a:pt x="202812" y="40867"/>
                    <a:pt x="197485" y="29318"/>
                    <a:pt x="194837" y="25744"/>
                  </a:cubicBezTo>
                  <a:cubicBezTo>
                    <a:pt x="192885" y="23196"/>
                    <a:pt x="177034" y="16843"/>
                    <a:pt x="172567" y="15983"/>
                  </a:cubicBezTo>
                  <a:cubicBezTo>
                    <a:pt x="168100" y="15122"/>
                    <a:pt x="160986" y="9629"/>
                    <a:pt x="156518" y="962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8DAB62B-13C6-254B-8DB7-4E2C66429B9C}"/>
                </a:ext>
              </a:extLst>
            </p:cNvPr>
            <p:cNvSpPr/>
            <p:nvPr/>
          </p:nvSpPr>
          <p:spPr>
            <a:xfrm>
              <a:off x="4895041" y="3151002"/>
              <a:ext cx="36400" cy="33091"/>
            </a:xfrm>
            <a:custGeom>
              <a:avLst/>
              <a:gdLst>
                <a:gd name="connsiteX0" fmla="*/ 30069 w 36399"/>
                <a:gd name="connsiteY0" fmla="*/ 2482 h 33090"/>
                <a:gd name="connsiteX1" fmla="*/ 20472 w 36399"/>
                <a:gd name="connsiteY1" fmla="*/ 5791 h 33090"/>
                <a:gd name="connsiteX2" fmla="*/ 11803 w 36399"/>
                <a:gd name="connsiteY2" fmla="*/ 7280 h 33090"/>
                <a:gd name="connsiteX3" fmla="*/ 9685 w 36399"/>
                <a:gd name="connsiteY3" fmla="*/ 8934 h 33090"/>
                <a:gd name="connsiteX4" fmla="*/ 6376 w 36399"/>
                <a:gd name="connsiteY4" fmla="*/ 20119 h 33090"/>
                <a:gd name="connsiteX5" fmla="*/ 2504 w 36399"/>
                <a:gd name="connsiteY5" fmla="*/ 25116 h 33090"/>
                <a:gd name="connsiteX6" fmla="*/ 5979 w 36399"/>
                <a:gd name="connsiteY6" fmla="*/ 30146 h 33090"/>
                <a:gd name="connsiteX7" fmla="*/ 11737 w 36399"/>
                <a:gd name="connsiteY7" fmla="*/ 30708 h 33090"/>
                <a:gd name="connsiteX8" fmla="*/ 20638 w 36399"/>
                <a:gd name="connsiteY8" fmla="*/ 25380 h 33090"/>
                <a:gd name="connsiteX9" fmla="*/ 35760 w 36399"/>
                <a:gd name="connsiteY9" fmla="*/ 21807 h 33090"/>
                <a:gd name="connsiteX10" fmla="*/ 33080 w 36399"/>
                <a:gd name="connsiteY10" fmla="*/ 10225 h 3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399" h="33090">
                  <a:moveTo>
                    <a:pt x="30069" y="2482"/>
                  </a:moveTo>
                  <a:cubicBezTo>
                    <a:pt x="26798" y="3363"/>
                    <a:pt x="23591" y="4469"/>
                    <a:pt x="20472" y="5791"/>
                  </a:cubicBezTo>
                  <a:cubicBezTo>
                    <a:pt x="17871" y="7356"/>
                    <a:pt x="14777" y="7888"/>
                    <a:pt x="11803" y="7280"/>
                  </a:cubicBezTo>
                  <a:cubicBezTo>
                    <a:pt x="11257" y="8011"/>
                    <a:pt x="10526" y="8582"/>
                    <a:pt x="9685" y="8934"/>
                  </a:cubicBezTo>
                  <a:cubicBezTo>
                    <a:pt x="5449" y="10457"/>
                    <a:pt x="6376" y="20119"/>
                    <a:pt x="6376" y="20119"/>
                  </a:cubicBezTo>
                  <a:cubicBezTo>
                    <a:pt x="3964" y="20494"/>
                    <a:pt x="2265" y="22687"/>
                    <a:pt x="2504" y="25116"/>
                  </a:cubicBezTo>
                  <a:cubicBezTo>
                    <a:pt x="2438" y="27372"/>
                    <a:pt x="3846" y="29409"/>
                    <a:pt x="5979" y="30146"/>
                  </a:cubicBezTo>
                  <a:cubicBezTo>
                    <a:pt x="7909" y="30204"/>
                    <a:pt x="9832" y="30392"/>
                    <a:pt x="11737" y="30708"/>
                  </a:cubicBezTo>
                  <a:cubicBezTo>
                    <a:pt x="21664" y="32462"/>
                    <a:pt x="20638" y="25380"/>
                    <a:pt x="20638" y="25380"/>
                  </a:cubicBezTo>
                  <a:cubicBezTo>
                    <a:pt x="20638" y="25380"/>
                    <a:pt x="34867" y="26241"/>
                    <a:pt x="35760" y="21807"/>
                  </a:cubicBezTo>
                  <a:cubicBezTo>
                    <a:pt x="36654" y="17373"/>
                    <a:pt x="33080" y="10225"/>
                    <a:pt x="33080" y="1022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FCBA53D-7EAB-2B41-A376-048B206D5C2A}"/>
                </a:ext>
              </a:extLst>
            </p:cNvPr>
            <p:cNvSpPr/>
            <p:nvPr/>
          </p:nvSpPr>
          <p:spPr>
            <a:xfrm>
              <a:off x="5104195" y="2919912"/>
              <a:ext cx="181998" cy="241561"/>
            </a:xfrm>
            <a:custGeom>
              <a:avLst/>
              <a:gdLst>
                <a:gd name="connsiteX0" fmla="*/ 44507 w 181998"/>
                <a:gd name="connsiteY0" fmla="*/ 45981 h 241561"/>
                <a:gd name="connsiteX1" fmla="*/ 56089 w 181998"/>
                <a:gd name="connsiteY1" fmla="*/ 56404 h 241561"/>
                <a:gd name="connsiteX2" fmla="*/ 91165 w 181998"/>
                <a:gd name="connsiteY2" fmla="*/ 68714 h 241561"/>
                <a:gd name="connsiteX3" fmla="*/ 115056 w 181998"/>
                <a:gd name="connsiteY3" fmla="*/ 74141 h 241561"/>
                <a:gd name="connsiteX4" fmla="*/ 121244 w 181998"/>
                <a:gd name="connsiteY4" fmla="*/ 77979 h 241561"/>
                <a:gd name="connsiteX5" fmla="*/ 74917 w 181998"/>
                <a:gd name="connsiteY5" fmla="*/ 124306 h 241561"/>
                <a:gd name="connsiteX6" fmla="*/ 55625 w 181998"/>
                <a:gd name="connsiteY6" fmla="*/ 127814 h 241561"/>
                <a:gd name="connsiteX7" fmla="*/ 32892 w 181998"/>
                <a:gd name="connsiteY7" fmla="*/ 139759 h 241561"/>
                <a:gd name="connsiteX8" fmla="*/ 18796 w 181998"/>
                <a:gd name="connsiteY8" fmla="*/ 141943 h 241561"/>
                <a:gd name="connsiteX9" fmla="*/ 10490 w 181998"/>
                <a:gd name="connsiteY9" fmla="*/ 153988 h 241561"/>
                <a:gd name="connsiteX10" fmla="*/ 2482 w 181998"/>
                <a:gd name="connsiteY10" fmla="*/ 166430 h 241561"/>
                <a:gd name="connsiteX11" fmla="*/ 3375 w 181998"/>
                <a:gd name="connsiteY11" fmla="*/ 228707 h 241561"/>
                <a:gd name="connsiteX12" fmla="*/ 11979 w 181998"/>
                <a:gd name="connsiteY12" fmla="*/ 242373 h 241561"/>
                <a:gd name="connsiteX13" fmla="*/ 50596 w 181998"/>
                <a:gd name="connsiteY13" fmla="*/ 201573 h 241561"/>
                <a:gd name="connsiteX14" fmla="*/ 80907 w 181998"/>
                <a:gd name="connsiteY14" fmla="*/ 178409 h 241561"/>
                <a:gd name="connsiteX15" fmla="*/ 123924 w 181998"/>
                <a:gd name="connsiteY15" fmla="*/ 136020 h 241561"/>
                <a:gd name="connsiteX16" fmla="*/ 143977 w 181998"/>
                <a:gd name="connsiteY16" fmla="*/ 103889 h 241561"/>
                <a:gd name="connsiteX17" fmla="*/ 159662 w 181998"/>
                <a:gd name="connsiteY17" fmla="*/ 76920 h 241561"/>
                <a:gd name="connsiteX18" fmla="*/ 175843 w 181998"/>
                <a:gd name="connsiteY18" fmla="*/ 42473 h 241561"/>
                <a:gd name="connsiteX19" fmla="*/ 181767 w 181998"/>
                <a:gd name="connsiteY19" fmla="*/ 12162 h 241561"/>
                <a:gd name="connsiteX20" fmla="*/ 170449 w 181998"/>
                <a:gd name="connsiteY20" fmla="*/ 6239 h 241561"/>
                <a:gd name="connsiteX21" fmla="*/ 131370 w 181998"/>
                <a:gd name="connsiteY21" fmla="*/ 16795 h 241561"/>
                <a:gd name="connsiteX22" fmla="*/ 103640 w 181998"/>
                <a:gd name="connsiteY22" fmla="*/ 23214 h 241561"/>
                <a:gd name="connsiteX23" fmla="*/ 81006 w 181998"/>
                <a:gd name="connsiteY23" fmla="*/ 27318 h 241561"/>
                <a:gd name="connsiteX24" fmla="*/ 52217 w 181998"/>
                <a:gd name="connsiteY24" fmla="*/ 25001 h 241561"/>
                <a:gd name="connsiteX25" fmla="*/ 43316 w 181998"/>
                <a:gd name="connsiteY25" fmla="*/ 15074 h 241561"/>
                <a:gd name="connsiteX26" fmla="*/ 33389 w 181998"/>
                <a:gd name="connsiteY26" fmla="*/ 30097 h 241561"/>
                <a:gd name="connsiteX27" fmla="*/ 44507 w 181998"/>
                <a:gd name="connsiteY27" fmla="*/ 45981 h 24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998" h="241561">
                  <a:moveTo>
                    <a:pt x="44507" y="45981"/>
                  </a:moveTo>
                  <a:cubicBezTo>
                    <a:pt x="47584" y="47536"/>
                    <a:pt x="52614" y="55610"/>
                    <a:pt x="56089" y="56404"/>
                  </a:cubicBezTo>
                  <a:cubicBezTo>
                    <a:pt x="59563" y="57198"/>
                    <a:pt x="78822" y="63717"/>
                    <a:pt x="91165" y="68714"/>
                  </a:cubicBezTo>
                  <a:cubicBezTo>
                    <a:pt x="98683" y="72109"/>
                    <a:pt x="106809" y="73955"/>
                    <a:pt x="115056" y="74141"/>
                  </a:cubicBezTo>
                  <a:cubicBezTo>
                    <a:pt x="118928" y="74141"/>
                    <a:pt x="124719" y="75266"/>
                    <a:pt x="121244" y="77979"/>
                  </a:cubicBezTo>
                  <a:cubicBezTo>
                    <a:pt x="117770" y="80693"/>
                    <a:pt x="79980" y="118846"/>
                    <a:pt x="74917" y="124306"/>
                  </a:cubicBezTo>
                  <a:cubicBezTo>
                    <a:pt x="69854" y="129766"/>
                    <a:pt x="66810" y="127814"/>
                    <a:pt x="55625" y="127814"/>
                  </a:cubicBezTo>
                  <a:cubicBezTo>
                    <a:pt x="44441" y="127814"/>
                    <a:pt x="35969" y="140123"/>
                    <a:pt x="32892" y="139759"/>
                  </a:cubicBezTo>
                  <a:cubicBezTo>
                    <a:pt x="28132" y="140014"/>
                    <a:pt x="23409" y="140745"/>
                    <a:pt x="18796" y="141943"/>
                  </a:cubicBezTo>
                  <a:lnTo>
                    <a:pt x="10490" y="153988"/>
                  </a:lnTo>
                  <a:lnTo>
                    <a:pt x="2482" y="166430"/>
                  </a:lnTo>
                  <a:lnTo>
                    <a:pt x="3375" y="228707"/>
                  </a:lnTo>
                  <a:lnTo>
                    <a:pt x="11979" y="242373"/>
                  </a:lnTo>
                  <a:cubicBezTo>
                    <a:pt x="18796" y="233306"/>
                    <a:pt x="37062" y="215901"/>
                    <a:pt x="50596" y="201573"/>
                  </a:cubicBezTo>
                  <a:cubicBezTo>
                    <a:pt x="65255" y="186185"/>
                    <a:pt x="72700" y="182579"/>
                    <a:pt x="80907" y="178409"/>
                  </a:cubicBezTo>
                  <a:cubicBezTo>
                    <a:pt x="89113" y="174240"/>
                    <a:pt x="109960" y="153988"/>
                    <a:pt x="123924" y="136020"/>
                  </a:cubicBezTo>
                  <a:cubicBezTo>
                    <a:pt x="132826" y="124703"/>
                    <a:pt x="142686" y="112129"/>
                    <a:pt x="143977" y="103889"/>
                  </a:cubicBezTo>
                  <a:cubicBezTo>
                    <a:pt x="145268" y="95650"/>
                    <a:pt x="153474" y="84895"/>
                    <a:pt x="159662" y="76920"/>
                  </a:cubicBezTo>
                  <a:cubicBezTo>
                    <a:pt x="165850" y="68946"/>
                    <a:pt x="176207" y="48661"/>
                    <a:pt x="175843" y="42473"/>
                  </a:cubicBezTo>
                  <a:cubicBezTo>
                    <a:pt x="175479" y="36285"/>
                    <a:pt x="180972" y="23214"/>
                    <a:pt x="181767" y="12162"/>
                  </a:cubicBezTo>
                  <a:cubicBezTo>
                    <a:pt x="182561" y="1110"/>
                    <a:pt x="173262" y="84"/>
                    <a:pt x="170449" y="6239"/>
                  </a:cubicBezTo>
                  <a:cubicBezTo>
                    <a:pt x="167637" y="12394"/>
                    <a:pt x="145533" y="16530"/>
                    <a:pt x="131370" y="16795"/>
                  </a:cubicBezTo>
                  <a:cubicBezTo>
                    <a:pt x="117207" y="17060"/>
                    <a:pt x="108769" y="18350"/>
                    <a:pt x="103640" y="23214"/>
                  </a:cubicBezTo>
                  <a:cubicBezTo>
                    <a:pt x="98511" y="28079"/>
                    <a:pt x="85638" y="21957"/>
                    <a:pt x="81006" y="27318"/>
                  </a:cubicBezTo>
                  <a:cubicBezTo>
                    <a:pt x="76373" y="32678"/>
                    <a:pt x="58140" y="37245"/>
                    <a:pt x="52217" y="25001"/>
                  </a:cubicBezTo>
                  <a:cubicBezTo>
                    <a:pt x="50354" y="20848"/>
                    <a:pt x="47242" y="17378"/>
                    <a:pt x="43316" y="15074"/>
                  </a:cubicBezTo>
                  <a:cubicBezTo>
                    <a:pt x="38319" y="20137"/>
                    <a:pt x="32363" y="27682"/>
                    <a:pt x="33389" y="30097"/>
                  </a:cubicBezTo>
                  <a:cubicBezTo>
                    <a:pt x="35275" y="33671"/>
                    <a:pt x="41429" y="44459"/>
                    <a:pt x="44507" y="4598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3C51102-A694-324E-8B5F-08618879EEDA}"/>
                </a:ext>
              </a:extLst>
            </p:cNvPr>
            <p:cNvSpPr/>
            <p:nvPr/>
          </p:nvSpPr>
          <p:spPr>
            <a:xfrm>
              <a:off x="4175476" y="2476640"/>
              <a:ext cx="211780" cy="168762"/>
            </a:xfrm>
            <a:custGeom>
              <a:avLst/>
              <a:gdLst>
                <a:gd name="connsiteX0" fmla="*/ 79748 w 211779"/>
                <a:gd name="connsiteY0" fmla="*/ 167645 h 168761"/>
                <a:gd name="connsiteX1" fmla="*/ 79351 w 211779"/>
                <a:gd name="connsiteY1" fmla="*/ 143953 h 168761"/>
                <a:gd name="connsiteX2" fmla="*/ 107114 w 211779"/>
                <a:gd name="connsiteY2" fmla="*/ 125819 h 168761"/>
                <a:gd name="connsiteX3" fmla="*/ 118431 w 211779"/>
                <a:gd name="connsiteY3" fmla="*/ 122510 h 168761"/>
                <a:gd name="connsiteX4" fmla="*/ 133752 w 211779"/>
                <a:gd name="connsiteY4" fmla="*/ 119201 h 168761"/>
                <a:gd name="connsiteX5" fmla="*/ 142786 w 211779"/>
                <a:gd name="connsiteY5" fmla="*/ 109009 h 168761"/>
                <a:gd name="connsiteX6" fmla="*/ 155824 w 211779"/>
                <a:gd name="connsiteY6" fmla="*/ 104476 h 168761"/>
                <a:gd name="connsiteX7" fmla="*/ 163765 w 211779"/>
                <a:gd name="connsiteY7" fmla="*/ 99380 h 168761"/>
                <a:gd name="connsiteX8" fmla="*/ 166048 w 211779"/>
                <a:gd name="connsiteY8" fmla="*/ 88625 h 168761"/>
                <a:gd name="connsiteX9" fmla="*/ 171674 w 211779"/>
                <a:gd name="connsiteY9" fmla="*/ 84092 h 168761"/>
                <a:gd name="connsiteX10" fmla="*/ 181899 w 211779"/>
                <a:gd name="connsiteY10" fmla="*/ 77871 h 168761"/>
                <a:gd name="connsiteX11" fmla="*/ 207412 w 211779"/>
                <a:gd name="connsiteY11" fmla="*/ 76713 h 168761"/>
                <a:gd name="connsiteX12" fmla="*/ 211349 w 211779"/>
                <a:gd name="connsiteY12" fmla="*/ 69929 h 168761"/>
                <a:gd name="connsiteX13" fmla="*/ 204731 w 211779"/>
                <a:gd name="connsiteY13" fmla="*/ 58017 h 168761"/>
                <a:gd name="connsiteX14" fmla="*/ 203606 w 211779"/>
                <a:gd name="connsiteY14" fmla="*/ 42166 h 168761"/>
                <a:gd name="connsiteX15" fmla="*/ 198510 w 211779"/>
                <a:gd name="connsiteY15" fmla="*/ 24032 h 168761"/>
                <a:gd name="connsiteX16" fmla="*/ 195632 w 211779"/>
                <a:gd name="connsiteY16" fmla="*/ 18672 h 168761"/>
                <a:gd name="connsiteX17" fmla="*/ 175479 w 211779"/>
                <a:gd name="connsiteY17" fmla="*/ 13973 h 168761"/>
                <a:gd name="connsiteX18" fmla="*/ 145929 w 211779"/>
                <a:gd name="connsiteY18" fmla="*/ 10863 h 168761"/>
                <a:gd name="connsiteX19" fmla="*/ 129748 w 211779"/>
                <a:gd name="connsiteY19" fmla="*/ 3417 h 168761"/>
                <a:gd name="connsiteX20" fmla="*/ 110721 w 211779"/>
                <a:gd name="connsiteY20" fmla="*/ 38890 h 168761"/>
                <a:gd name="connsiteX21" fmla="*/ 84249 w 211779"/>
                <a:gd name="connsiteY21" fmla="*/ 51498 h 168761"/>
                <a:gd name="connsiteX22" fmla="*/ 71012 w 211779"/>
                <a:gd name="connsiteY22" fmla="*/ 66388 h 168761"/>
                <a:gd name="connsiteX23" fmla="*/ 61085 w 211779"/>
                <a:gd name="connsiteY23" fmla="*/ 82934 h 168761"/>
                <a:gd name="connsiteX24" fmla="*/ 61085 w 211779"/>
                <a:gd name="connsiteY24" fmla="*/ 109406 h 168761"/>
                <a:gd name="connsiteX25" fmla="*/ 40536 w 211779"/>
                <a:gd name="connsiteY25" fmla="*/ 137930 h 168761"/>
                <a:gd name="connsiteX26" fmla="*/ 15089 w 211779"/>
                <a:gd name="connsiteY26" fmla="*/ 155137 h 168761"/>
                <a:gd name="connsiteX27" fmla="*/ 2482 w 211779"/>
                <a:gd name="connsiteY27" fmla="*/ 161292 h 168761"/>
                <a:gd name="connsiteX28" fmla="*/ 67273 w 211779"/>
                <a:gd name="connsiteY28" fmla="*/ 161292 h 168761"/>
                <a:gd name="connsiteX29" fmla="*/ 79748 w 211779"/>
                <a:gd name="connsiteY29" fmla="*/ 167645 h 16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1779" h="168761">
                  <a:moveTo>
                    <a:pt x="79748" y="167645"/>
                  </a:moveTo>
                  <a:cubicBezTo>
                    <a:pt x="79450" y="156262"/>
                    <a:pt x="79053" y="145045"/>
                    <a:pt x="79351" y="143953"/>
                  </a:cubicBezTo>
                  <a:cubicBezTo>
                    <a:pt x="79914" y="141669"/>
                    <a:pt x="103143" y="128069"/>
                    <a:pt x="107114" y="125819"/>
                  </a:cubicBezTo>
                  <a:cubicBezTo>
                    <a:pt x="111085" y="123569"/>
                    <a:pt x="118431" y="126944"/>
                    <a:pt x="118431" y="122510"/>
                  </a:cubicBezTo>
                  <a:cubicBezTo>
                    <a:pt x="118431" y="118076"/>
                    <a:pt x="128060" y="120260"/>
                    <a:pt x="133752" y="119201"/>
                  </a:cubicBezTo>
                  <a:cubicBezTo>
                    <a:pt x="138902" y="118567"/>
                    <a:pt x="142775" y="114198"/>
                    <a:pt x="142786" y="109009"/>
                  </a:cubicBezTo>
                  <a:cubicBezTo>
                    <a:pt x="142786" y="103913"/>
                    <a:pt x="150727" y="105038"/>
                    <a:pt x="155824" y="104476"/>
                  </a:cubicBezTo>
                  <a:cubicBezTo>
                    <a:pt x="160919" y="103913"/>
                    <a:pt x="160357" y="99380"/>
                    <a:pt x="163765" y="99380"/>
                  </a:cubicBezTo>
                  <a:cubicBezTo>
                    <a:pt x="167174" y="99380"/>
                    <a:pt x="165453" y="94284"/>
                    <a:pt x="166048" y="88625"/>
                  </a:cubicBezTo>
                  <a:cubicBezTo>
                    <a:pt x="166644" y="82967"/>
                    <a:pt x="166611" y="84092"/>
                    <a:pt x="171674" y="84092"/>
                  </a:cubicBezTo>
                  <a:cubicBezTo>
                    <a:pt x="176737" y="84092"/>
                    <a:pt x="181899" y="81246"/>
                    <a:pt x="181899" y="77871"/>
                  </a:cubicBezTo>
                  <a:cubicBezTo>
                    <a:pt x="181899" y="74496"/>
                    <a:pt x="204003" y="76713"/>
                    <a:pt x="207412" y="76713"/>
                  </a:cubicBezTo>
                  <a:cubicBezTo>
                    <a:pt x="210820" y="76713"/>
                    <a:pt x="211945" y="72742"/>
                    <a:pt x="211349" y="69929"/>
                  </a:cubicBezTo>
                  <a:cubicBezTo>
                    <a:pt x="210754" y="67116"/>
                    <a:pt x="208040" y="58612"/>
                    <a:pt x="204731" y="58017"/>
                  </a:cubicBezTo>
                  <a:cubicBezTo>
                    <a:pt x="201422" y="57421"/>
                    <a:pt x="203606" y="48983"/>
                    <a:pt x="203606" y="42166"/>
                  </a:cubicBezTo>
                  <a:cubicBezTo>
                    <a:pt x="204002" y="35720"/>
                    <a:pt x="202206" y="29329"/>
                    <a:pt x="198510" y="24032"/>
                  </a:cubicBezTo>
                  <a:cubicBezTo>
                    <a:pt x="197371" y="22348"/>
                    <a:pt x="196407" y="20552"/>
                    <a:pt x="195632" y="18672"/>
                  </a:cubicBezTo>
                  <a:cubicBezTo>
                    <a:pt x="189443" y="18672"/>
                    <a:pt x="181932" y="14138"/>
                    <a:pt x="175479" y="13973"/>
                  </a:cubicBezTo>
                  <a:cubicBezTo>
                    <a:pt x="166479" y="13708"/>
                    <a:pt x="152614" y="18341"/>
                    <a:pt x="145929" y="10863"/>
                  </a:cubicBezTo>
                  <a:cubicBezTo>
                    <a:pt x="139245" y="3384"/>
                    <a:pt x="134612" y="935"/>
                    <a:pt x="129748" y="3417"/>
                  </a:cubicBezTo>
                  <a:cubicBezTo>
                    <a:pt x="124884" y="5899"/>
                    <a:pt x="115850" y="31445"/>
                    <a:pt x="110721" y="38890"/>
                  </a:cubicBezTo>
                  <a:cubicBezTo>
                    <a:pt x="105592" y="46336"/>
                    <a:pt x="91198" y="51498"/>
                    <a:pt x="84249" y="51498"/>
                  </a:cubicBezTo>
                  <a:cubicBezTo>
                    <a:pt x="77300" y="51498"/>
                    <a:pt x="76538" y="62020"/>
                    <a:pt x="71012" y="66388"/>
                  </a:cubicBezTo>
                  <a:cubicBezTo>
                    <a:pt x="65486" y="70756"/>
                    <a:pt x="67703" y="77705"/>
                    <a:pt x="61085" y="82934"/>
                  </a:cubicBezTo>
                  <a:cubicBezTo>
                    <a:pt x="54467" y="88162"/>
                    <a:pt x="57776" y="103748"/>
                    <a:pt x="61085" y="109406"/>
                  </a:cubicBezTo>
                  <a:cubicBezTo>
                    <a:pt x="64394" y="115065"/>
                    <a:pt x="49239" y="132768"/>
                    <a:pt x="40536" y="137930"/>
                  </a:cubicBezTo>
                  <a:cubicBezTo>
                    <a:pt x="31833" y="143092"/>
                    <a:pt x="28954" y="152821"/>
                    <a:pt x="15089" y="155137"/>
                  </a:cubicBezTo>
                  <a:cubicBezTo>
                    <a:pt x="10361" y="155865"/>
                    <a:pt x="5964" y="158011"/>
                    <a:pt x="2482" y="161292"/>
                  </a:cubicBezTo>
                  <a:lnTo>
                    <a:pt x="67273" y="161292"/>
                  </a:lnTo>
                  <a:cubicBezTo>
                    <a:pt x="80675" y="160994"/>
                    <a:pt x="77597" y="164006"/>
                    <a:pt x="79748" y="16764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79784F0-7333-C64E-BEFF-9A0D19574EFC}"/>
                </a:ext>
              </a:extLst>
            </p:cNvPr>
            <p:cNvSpPr/>
            <p:nvPr/>
          </p:nvSpPr>
          <p:spPr>
            <a:xfrm>
              <a:off x="4534533" y="2447256"/>
              <a:ext cx="76108" cy="142289"/>
            </a:xfrm>
            <a:custGeom>
              <a:avLst/>
              <a:gdLst>
                <a:gd name="connsiteX0" fmla="*/ 20558 w 76108"/>
                <a:gd name="connsiteY0" fmla="*/ 36210 h 142289"/>
                <a:gd name="connsiteX1" fmla="*/ 15429 w 76108"/>
                <a:gd name="connsiteY1" fmla="*/ 54707 h 142289"/>
                <a:gd name="connsiteX2" fmla="*/ 4112 w 76108"/>
                <a:gd name="connsiteY2" fmla="*/ 66024 h 142289"/>
                <a:gd name="connsiteX3" fmla="*/ 11293 w 76108"/>
                <a:gd name="connsiteY3" fmla="*/ 84522 h 142289"/>
                <a:gd name="connsiteX4" fmla="*/ 18506 w 76108"/>
                <a:gd name="connsiteY4" fmla="*/ 95839 h 142289"/>
                <a:gd name="connsiteX5" fmla="*/ 31743 w 76108"/>
                <a:gd name="connsiteY5" fmla="*/ 106097 h 142289"/>
                <a:gd name="connsiteX6" fmla="*/ 39949 w 76108"/>
                <a:gd name="connsiteY6" fmla="*/ 136937 h 142289"/>
                <a:gd name="connsiteX7" fmla="*/ 41504 w 76108"/>
                <a:gd name="connsiteY7" fmla="*/ 141504 h 142289"/>
                <a:gd name="connsiteX8" fmla="*/ 48685 w 76108"/>
                <a:gd name="connsiteY8" fmla="*/ 135150 h 142289"/>
                <a:gd name="connsiteX9" fmla="*/ 51762 w 76108"/>
                <a:gd name="connsiteY9" fmla="*/ 121252 h 142289"/>
                <a:gd name="connsiteX10" fmla="*/ 53317 w 76108"/>
                <a:gd name="connsiteY10" fmla="*/ 113542 h 142289"/>
                <a:gd name="connsiteX11" fmla="*/ 66554 w 76108"/>
                <a:gd name="connsiteY11" fmla="*/ 100968 h 142289"/>
                <a:gd name="connsiteX12" fmla="*/ 73999 w 76108"/>
                <a:gd name="connsiteY12" fmla="*/ 95574 h 142289"/>
                <a:gd name="connsiteX13" fmla="*/ 74528 w 76108"/>
                <a:gd name="connsiteY13" fmla="*/ 86507 h 142289"/>
                <a:gd name="connsiteX14" fmla="*/ 67911 w 76108"/>
                <a:gd name="connsiteY14" fmla="*/ 79128 h 142289"/>
                <a:gd name="connsiteX15" fmla="*/ 60697 w 76108"/>
                <a:gd name="connsiteY15" fmla="*/ 73205 h 142289"/>
                <a:gd name="connsiteX16" fmla="*/ 47096 w 76108"/>
                <a:gd name="connsiteY16" fmla="*/ 67315 h 142289"/>
                <a:gd name="connsiteX17" fmla="*/ 60697 w 76108"/>
                <a:gd name="connsiteY17" fmla="*/ 55237 h 142289"/>
                <a:gd name="connsiteX18" fmla="*/ 63452 w 76108"/>
                <a:gd name="connsiteY18" fmla="*/ 34170 h 142289"/>
                <a:gd name="connsiteX19" fmla="*/ 61226 w 76108"/>
                <a:gd name="connsiteY19" fmla="*/ 31842 h 142289"/>
                <a:gd name="connsiteX20" fmla="*/ 64304 w 76108"/>
                <a:gd name="connsiteY20" fmla="*/ 16686 h 142289"/>
                <a:gd name="connsiteX21" fmla="*/ 61987 w 76108"/>
                <a:gd name="connsiteY21" fmla="*/ 10531 h 142289"/>
                <a:gd name="connsiteX22" fmla="*/ 53781 w 76108"/>
                <a:gd name="connsiteY22" fmla="*/ 7686 h 142289"/>
                <a:gd name="connsiteX23" fmla="*/ 29889 w 76108"/>
                <a:gd name="connsiteY23" fmla="*/ 6395 h 142289"/>
                <a:gd name="connsiteX24" fmla="*/ 20525 w 76108"/>
                <a:gd name="connsiteY24" fmla="*/ 9075 h 142289"/>
                <a:gd name="connsiteX25" fmla="*/ 20558 w 76108"/>
                <a:gd name="connsiteY25" fmla="*/ 36210 h 14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108" h="142289">
                  <a:moveTo>
                    <a:pt x="20558" y="36210"/>
                  </a:moveTo>
                  <a:cubicBezTo>
                    <a:pt x="24661" y="42397"/>
                    <a:pt x="19532" y="52755"/>
                    <a:pt x="15429" y="54707"/>
                  </a:cubicBezTo>
                  <a:cubicBezTo>
                    <a:pt x="11326" y="56660"/>
                    <a:pt x="8215" y="66024"/>
                    <a:pt x="4112" y="66024"/>
                  </a:cubicBezTo>
                  <a:cubicBezTo>
                    <a:pt x="9" y="66024"/>
                    <a:pt x="4112" y="81444"/>
                    <a:pt x="11293" y="84522"/>
                  </a:cubicBezTo>
                  <a:cubicBezTo>
                    <a:pt x="16078" y="86105"/>
                    <a:pt x="19091" y="90833"/>
                    <a:pt x="18506" y="95839"/>
                  </a:cubicBezTo>
                  <a:cubicBezTo>
                    <a:pt x="18506" y="98916"/>
                    <a:pt x="28797" y="101994"/>
                    <a:pt x="31743" y="106097"/>
                  </a:cubicBezTo>
                  <a:cubicBezTo>
                    <a:pt x="34687" y="110200"/>
                    <a:pt x="39949" y="129757"/>
                    <a:pt x="39949" y="136937"/>
                  </a:cubicBezTo>
                  <a:cubicBezTo>
                    <a:pt x="39941" y="138591"/>
                    <a:pt x="40489" y="140199"/>
                    <a:pt x="41504" y="141504"/>
                  </a:cubicBezTo>
                  <a:cubicBezTo>
                    <a:pt x="44326" y="139926"/>
                    <a:pt x="46775" y="137759"/>
                    <a:pt x="48685" y="135150"/>
                  </a:cubicBezTo>
                  <a:cubicBezTo>
                    <a:pt x="51001" y="130782"/>
                    <a:pt x="52788" y="123337"/>
                    <a:pt x="51762" y="121252"/>
                  </a:cubicBezTo>
                  <a:cubicBezTo>
                    <a:pt x="50617" y="118610"/>
                    <a:pt x="51237" y="115534"/>
                    <a:pt x="53317" y="113542"/>
                  </a:cubicBezTo>
                  <a:cubicBezTo>
                    <a:pt x="55634" y="111491"/>
                    <a:pt x="64899" y="101729"/>
                    <a:pt x="66554" y="100968"/>
                  </a:cubicBezTo>
                  <a:cubicBezTo>
                    <a:pt x="68208" y="100207"/>
                    <a:pt x="74264" y="101232"/>
                    <a:pt x="73999" y="95574"/>
                  </a:cubicBezTo>
                  <a:cubicBezTo>
                    <a:pt x="73975" y="92543"/>
                    <a:pt x="74151" y="89514"/>
                    <a:pt x="74528" y="86507"/>
                  </a:cubicBezTo>
                  <a:cubicBezTo>
                    <a:pt x="70359" y="83827"/>
                    <a:pt x="67911" y="80683"/>
                    <a:pt x="67911" y="79128"/>
                  </a:cubicBezTo>
                  <a:cubicBezTo>
                    <a:pt x="67911" y="75819"/>
                    <a:pt x="63278" y="70127"/>
                    <a:pt x="60697" y="73205"/>
                  </a:cubicBezTo>
                  <a:cubicBezTo>
                    <a:pt x="58116" y="76282"/>
                    <a:pt x="48387" y="73734"/>
                    <a:pt x="47096" y="67315"/>
                  </a:cubicBezTo>
                  <a:cubicBezTo>
                    <a:pt x="45806" y="60895"/>
                    <a:pt x="53516" y="61127"/>
                    <a:pt x="60697" y="55237"/>
                  </a:cubicBezTo>
                  <a:cubicBezTo>
                    <a:pt x="67275" y="50180"/>
                    <a:pt x="68508" y="40748"/>
                    <a:pt x="63452" y="34170"/>
                  </a:cubicBezTo>
                  <a:cubicBezTo>
                    <a:pt x="62795" y="33316"/>
                    <a:pt x="62049" y="32536"/>
                    <a:pt x="61226" y="31842"/>
                  </a:cubicBezTo>
                  <a:cubicBezTo>
                    <a:pt x="53516" y="25654"/>
                    <a:pt x="58910" y="22345"/>
                    <a:pt x="64304" y="16686"/>
                  </a:cubicBezTo>
                  <a:cubicBezTo>
                    <a:pt x="69697" y="11028"/>
                    <a:pt x="64833" y="7950"/>
                    <a:pt x="61987" y="10531"/>
                  </a:cubicBezTo>
                  <a:cubicBezTo>
                    <a:pt x="59141" y="13112"/>
                    <a:pt x="54542" y="13840"/>
                    <a:pt x="53781" y="7686"/>
                  </a:cubicBezTo>
                  <a:cubicBezTo>
                    <a:pt x="53020" y="1531"/>
                    <a:pt x="36309" y="505"/>
                    <a:pt x="29889" y="6395"/>
                  </a:cubicBezTo>
                  <a:cubicBezTo>
                    <a:pt x="27209" y="8420"/>
                    <a:pt x="23871" y="9375"/>
                    <a:pt x="20525" y="9075"/>
                  </a:cubicBezTo>
                  <a:cubicBezTo>
                    <a:pt x="19201" y="19300"/>
                    <a:pt x="17811" y="32106"/>
                    <a:pt x="20558" y="3621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EE95DA4-482E-EC4B-A5A6-8EE8D41B0255}"/>
                </a:ext>
              </a:extLst>
            </p:cNvPr>
            <p:cNvSpPr/>
            <p:nvPr/>
          </p:nvSpPr>
          <p:spPr>
            <a:xfrm>
              <a:off x="4252059" y="2450301"/>
              <a:ext cx="363996" cy="350760"/>
            </a:xfrm>
            <a:custGeom>
              <a:avLst/>
              <a:gdLst>
                <a:gd name="connsiteX0" fmla="*/ 126858 w 363996"/>
                <a:gd name="connsiteY0" fmla="*/ 68307 h 350759"/>
                <a:gd name="connsiteX1" fmla="*/ 127983 w 363996"/>
                <a:gd name="connsiteY1" fmla="*/ 84158 h 350759"/>
                <a:gd name="connsiteX2" fmla="*/ 134601 w 363996"/>
                <a:gd name="connsiteY2" fmla="*/ 96070 h 350759"/>
                <a:gd name="connsiteX3" fmla="*/ 130663 w 363996"/>
                <a:gd name="connsiteY3" fmla="*/ 102854 h 350759"/>
                <a:gd name="connsiteX4" fmla="*/ 105151 w 363996"/>
                <a:gd name="connsiteY4" fmla="*/ 104012 h 350759"/>
                <a:gd name="connsiteX5" fmla="*/ 94925 w 363996"/>
                <a:gd name="connsiteY5" fmla="*/ 110233 h 350759"/>
                <a:gd name="connsiteX6" fmla="*/ 89300 w 363996"/>
                <a:gd name="connsiteY6" fmla="*/ 114766 h 350759"/>
                <a:gd name="connsiteX7" fmla="*/ 87017 w 363996"/>
                <a:gd name="connsiteY7" fmla="*/ 125521 h 350759"/>
                <a:gd name="connsiteX8" fmla="*/ 79075 w 363996"/>
                <a:gd name="connsiteY8" fmla="*/ 130617 h 350759"/>
                <a:gd name="connsiteX9" fmla="*/ 66037 w 363996"/>
                <a:gd name="connsiteY9" fmla="*/ 135150 h 350759"/>
                <a:gd name="connsiteX10" fmla="*/ 57004 w 363996"/>
                <a:gd name="connsiteY10" fmla="*/ 145342 h 350759"/>
                <a:gd name="connsiteX11" fmla="*/ 41683 w 363996"/>
                <a:gd name="connsiteY11" fmla="*/ 148651 h 350759"/>
                <a:gd name="connsiteX12" fmla="*/ 30366 w 363996"/>
                <a:gd name="connsiteY12" fmla="*/ 151960 h 350759"/>
                <a:gd name="connsiteX13" fmla="*/ 2603 w 363996"/>
                <a:gd name="connsiteY13" fmla="*/ 170094 h 350759"/>
                <a:gd name="connsiteX14" fmla="*/ 3000 w 363996"/>
                <a:gd name="connsiteY14" fmla="*/ 193787 h 350759"/>
                <a:gd name="connsiteX15" fmla="*/ 6309 w 363996"/>
                <a:gd name="connsiteY15" fmla="*/ 196897 h 350759"/>
                <a:gd name="connsiteX16" fmla="*/ 175071 w 363996"/>
                <a:gd name="connsiteY16" fmla="*/ 309405 h 350759"/>
                <a:gd name="connsiteX17" fmla="*/ 186090 w 363996"/>
                <a:gd name="connsiteY17" fmla="*/ 325288 h 350759"/>
                <a:gd name="connsiteX18" fmla="*/ 205613 w 363996"/>
                <a:gd name="connsiteY18" fmla="*/ 331410 h 350759"/>
                <a:gd name="connsiteX19" fmla="*/ 214184 w 363996"/>
                <a:gd name="connsiteY19" fmla="*/ 349709 h 350759"/>
                <a:gd name="connsiteX20" fmla="*/ 231292 w 363996"/>
                <a:gd name="connsiteY20" fmla="*/ 346069 h 350759"/>
                <a:gd name="connsiteX21" fmla="*/ 258161 w 363996"/>
                <a:gd name="connsiteY21" fmla="*/ 337499 h 350759"/>
                <a:gd name="connsiteX22" fmla="*/ 289961 w 363996"/>
                <a:gd name="connsiteY22" fmla="*/ 311854 h 350759"/>
                <a:gd name="connsiteX23" fmla="*/ 364514 w 363996"/>
                <a:gd name="connsiteY23" fmla="*/ 265527 h 350759"/>
                <a:gd name="connsiteX24" fmla="*/ 364514 w 363996"/>
                <a:gd name="connsiteY24" fmla="*/ 265527 h 350759"/>
                <a:gd name="connsiteX25" fmla="*/ 355778 w 363996"/>
                <a:gd name="connsiteY25" fmla="*/ 250702 h 350759"/>
                <a:gd name="connsiteX26" fmla="*/ 342939 w 363996"/>
                <a:gd name="connsiteY26" fmla="*/ 246864 h 350759"/>
                <a:gd name="connsiteX27" fmla="*/ 330762 w 363996"/>
                <a:gd name="connsiteY27" fmla="*/ 239816 h 350759"/>
                <a:gd name="connsiteX28" fmla="*/ 328843 w 363996"/>
                <a:gd name="connsiteY28" fmla="*/ 226348 h 350759"/>
                <a:gd name="connsiteX29" fmla="*/ 321132 w 363996"/>
                <a:gd name="connsiteY29" fmla="*/ 215461 h 350759"/>
                <a:gd name="connsiteX30" fmla="*/ 328710 w 363996"/>
                <a:gd name="connsiteY30" fmla="*/ 206857 h 350759"/>
                <a:gd name="connsiteX31" fmla="*/ 326096 w 363996"/>
                <a:gd name="connsiteY31" fmla="*/ 198916 h 350759"/>
                <a:gd name="connsiteX32" fmla="*/ 326096 w 363996"/>
                <a:gd name="connsiteY32" fmla="*/ 188095 h 350759"/>
                <a:gd name="connsiteX33" fmla="*/ 327387 w 363996"/>
                <a:gd name="connsiteY33" fmla="*/ 176282 h 350759"/>
                <a:gd name="connsiteX34" fmla="*/ 327916 w 363996"/>
                <a:gd name="connsiteY34" fmla="*/ 158049 h 350759"/>
                <a:gd name="connsiteX35" fmla="*/ 319941 w 363996"/>
                <a:gd name="connsiteY35" fmla="*/ 142132 h 350759"/>
                <a:gd name="connsiteX36" fmla="*/ 323813 w 363996"/>
                <a:gd name="connsiteY36" fmla="*/ 138459 h 350759"/>
                <a:gd name="connsiteX37" fmla="*/ 322258 w 363996"/>
                <a:gd name="connsiteY37" fmla="*/ 133893 h 350759"/>
                <a:gd name="connsiteX38" fmla="*/ 314051 w 363996"/>
                <a:gd name="connsiteY38" fmla="*/ 103052 h 350759"/>
                <a:gd name="connsiteX39" fmla="*/ 300815 w 363996"/>
                <a:gd name="connsiteY39" fmla="*/ 92794 h 350759"/>
                <a:gd name="connsiteX40" fmla="*/ 293601 w 363996"/>
                <a:gd name="connsiteY40" fmla="*/ 81477 h 350759"/>
                <a:gd name="connsiteX41" fmla="*/ 286420 w 363996"/>
                <a:gd name="connsiteY41" fmla="*/ 62980 h 350759"/>
                <a:gd name="connsiteX42" fmla="*/ 297737 w 363996"/>
                <a:gd name="connsiteY42" fmla="*/ 51663 h 350759"/>
                <a:gd name="connsiteX43" fmla="*/ 302867 w 363996"/>
                <a:gd name="connsiteY43" fmla="*/ 33165 h 350759"/>
                <a:gd name="connsiteX44" fmla="*/ 303032 w 363996"/>
                <a:gd name="connsiteY44" fmla="*/ 6031 h 350759"/>
                <a:gd name="connsiteX45" fmla="*/ 286685 w 363996"/>
                <a:gd name="connsiteY45" fmla="*/ 2722 h 350759"/>
                <a:gd name="connsiteX46" fmla="*/ 268949 w 363996"/>
                <a:gd name="connsiteY46" fmla="*/ 4509 h 350759"/>
                <a:gd name="connsiteX47" fmla="*/ 244792 w 363996"/>
                <a:gd name="connsiteY47" fmla="*/ 9406 h 350759"/>
                <a:gd name="connsiteX48" fmla="*/ 179505 w 363996"/>
                <a:gd name="connsiteY48" fmla="*/ 13245 h 350759"/>
                <a:gd name="connsiteX49" fmla="*/ 152536 w 363996"/>
                <a:gd name="connsiteY49" fmla="*/ 27639 h 350759"/>
                <a:gd name="connsiteX50" fmla="*/ 125303 w 363996"/>
                <a:gd name="connsiteY50" fmla="*/ 41769 h 350759"/>
                <a:gd name="connsiteX51" fmla="*/ 118684 w 363996"/>
                <a:gd name="connsiteY51" fmla="*/ 44681 h 350759"/>
                <a:gd name="connsiteX52" fmla="*/ 121563 w 363996"/>
                <a:gd name="connsiteY52" fmla="*/ 50041 h 350759"/>
                <a:gd name="connsiteX53" fmla="*/ 126858 w 363996"/>
                <a:gd name="connsiteY53" fmla="*/ 68307 h 35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3996" h="350759">
                  <a:moveTo>
                    <a:pt x="126858" y="68307"/>
                  </a:moveTo>
                  <a:cubicBezTo>
                    <a:pt x="126858" y="75124"/>
                    <a:pt x="124575" y="83595"/>
                    <a:pt x="127983" y="84158"/>
                  </a:cubicBezTo>
                  <a:cubicBezTo>
                    <a:pt x="131391" y="84720"/>
                    <a:pt x="134204" y="93224"/>
                    <a:pt x="134601" y="96070"/>
                  </a:cubicBezTo>
                  <a:cubicBezTo>
                    <a:pt x="134998" y="98916"/>
                    <a:pt x="134039" y="102854"/>
                    <a:pt x="130663" y="102854"/>
                  </a:cubicBezTo>
                  <a:cubicBezTo>
                    <a:pt x="127288" y="102854"/>
                    <a:pt x="105151" y="100604"/>
                    <a:pt x="105151" y="104012"/>
                  </a:cubicBezTo>
                  <a:cubicBezTo>
                    <a:pt x="105151" y="107420"/>
                    <a:pt x="100054" y="110233"/>
                    <a:pt x="94925" y="110233"/>
                  </a:cubicBezTo>
                  <a:cubicBezTo>
                    <a:pt x="89796" y="110233"/>
                    <a:pt x="89863" y="109108"/>
                    <a:pt x="89300" y="114766"/>
                  </a:cubicBezTo>
                  <a:cubicBezTo>
                    <a:pt x="88738" y="120425"/>
                    <a:pt x="90425" y="125521"/>
                    <a:pt x="87017" y="125521"/>
                  </a:cubicBezTo>
                  <a:cubicBezTo>
                    <a:pt x="83609" y="125521"/>
                    <a:pt x="84204" y="130054"/>
                    <a:pt x="79075" y="130617"/>
                  </a:cubicBezTo>
                  <a:cubicBezTo>
                    <a:pt x="73946" y="131179"/>
                    <a:pt x="66037" y="130054"/>
                    <a:pt x="66037" y="135150"/>
                  </a:cubicBezTo>
                  <a:cubicBezTo>
                    <a:pt x="66026" y="140339"/>
                    <a:pt x="62154" y="144708"/>
                    <a:pt x="57004" y="145342"/>
                  </a:cubicBezTo>
                  <a:cubicBezTo>
                    <a:pt x="51312" y="146500"/>
                    <a:pt x="41683" y="144217"/>
                    <a:pt x="41683" y="148651"/>
                  </a:cubicBezTo>
                  <a:cubicBezTo>
                    <a:pt x="41683" y="153085"/>
                    <a:pt x="34337" y="149776"/>
                    <a:pt x="30366" y="151960"/>
                  </a:cubicBezTo>
                  <a:cubicBezTo>
                    <a:pt x="26395" y="154144"/>
                    <a:pt x="3165" y="167811"/>
                    <a:pt x="2603" y="170094"/>
                  </a:cubicBezTo>
                  <a:cubicBezTo>
                    <a:pt x="2305" y="171186"/>
                    <a:pt x="2603" y="182403"/>
                    <a:pt x="3000" y="193787"/>
                  </a:cubicBezTo>
                  <a:cubicBezTo>
                    <a:pt x="3803" y="195102"/>
                    <a:pt x="4946" y="196177"/>
                    <a:pt x="6309" y="196897"/>
                  </a:cubicBezTo>
                  <a:cubicBezTo>
                    <a:pt x="14846" y="201795"/>
                    <a:pt x="170041" y="304441"/>
                    <a:pt x="175071" y="309405"/>
                  </a:cubicBezTo>
                  <a:cubicBezTo>
                    <a:pt x="179286" y="314302"/>
                    <a:pt x="182979" y="319625"/>
                    <a:pt x="186090" y="325288"/>
                  </a:cubicBezTo>
                  <a:cubicBezTo>
                    <a:pt x="192908" y="326160"/>
                    <a:pt x="199518" y="328233"/>
                    <a:pt x="205613" y="331410"/>
                  </a:cubicBezTo>
                  <a:cubicBezTo>
                    <a:pt x="214184" y="336275"/>
                    <a:pt x="214184" y="349709"/>
                    <a:pt x="214184" y="349709"/>
                  </a:cubicBezTo>
                  <a:cubicBezTo>
                    <a:pt x="214184" y="349709"/>
                    <a:pt x="225170" y="347294"/>
                    <a:pt x="231292" y="346069"/>
                  </a:cubicBezTo>
                  <a:cubicBezTo>
                    <a:pt x="237413" y="344845"/>
                    <a:pt x="258161" y="337499"/>
                    <a:pt x="258161" y="337499"/>
                  </a:cubicBezTo>
                  <a:lnTo>
                    <a:pt x="289961" y="311854"/>
                  </a:lnTo>
                  <a:lnTo>
                    <a:pt x="364514" y="265527"/>
                  </a:lnTo>
                  <a:lnTo>
                    <a:pt x="364514" y="265527"/>
                  </a:lnTo>
                  <a:cubicBezTo>
                    <a:pt x="362231" y="257320"/>
                    <a:pt x="359749" y="250702"/>
                    <a:pt x="355778" y="250702"/>
                  </a:cubicBezTo>
                  <a:cubicBezTo>
                    <a:pt x="351278" y="250702"/>
                    <a:pt x="348068" y="246864"/>
                    <a:pt x="342939" y="246864"/>
                  </a:cubicBezTo>
                  <a:cubicBezTo>
                    <a:pt x="337810" y="246864"/>
                    <a:pt x="331391" y="244316"/>
                    <a:pt x="330762" y="239816"/>
                  </a:cubicBezTo>
                  <a:cubicBezTo>
                    <a:pt x="330133" y="235315"/>
                    <a:pt x="332681" y="232105"/>
                    <a:pt x="328843" y="226348"/>
                  </a:cubicBezTo>
                  <a:cubicBezTo>
                    <a:pt x="325004" y="220590"/>
                    <a:pt x="321132" y="218042"/>
                    <a:pt x="321132" y="215461"/>
                  </a:cubicBezTo>
                  <a:cubicBezTo>
                    <a:pt x="321132" y="212880"/>
                    <a:pt x="327751" y="207883"/>
                    <a:pt x="328710" y="206857"/>
                  </a:cubicBezTo>
                  <a:cubicBezTo>
                    <a:pt x="329670" y="205832"/>
                    <a:pt x="326096" y="201728"/>
                    <a:pt x="326096" y="198916"/>
                  </a:cubicBezTo>
                  <a:cubicBezTo>
                    <a:pt x="326096" y="196103"/>
                    <a:pt x="323548" y="191206"/>
                    <a:pt x="326096" y="188095"/>
                  </a:cubicBezTo>
                  <a:cubicBezTo>
                    <a:pt x="329340" y="184994"/>
                    <a:pt x="329885" y="180010"/>
                    <a:pt x="327387" y="176282"/>
                  </a:cubicBezTo>
                  <a:cubicBezTo>
                    <a:pt x="324574" y="170656"/>
                    <a:pt x="331258" y="165494"/>
                    <a:pt x="327916" y="158049"/>
                  </a:cubicBezTo>
                  <a:cubicBezTo>
                    <a:pt x="324574" y="150603"/>
                    <a:pt x="319445" y="144813"/>
                    <a:pt x="319941" y="142132"/>
                  </a:cubicBezTo>
                  <a:cubicBezTo>
                    <a:pt x="320173" y="141007"/>
                    <a:pt x="321827" y="139816"/>
                    <a:pt x="323813" y="138459"/>
                  </a:cubicBezTo>
                  <a:cubicBezTo>
                    <a:pt x="322797" y="137154"/>
                    <a:pt x="322250" y="135546"/>
                    <a:pt x="322258" y="133893"/>
                  </a:cubicBezTo>
                  <a:cubicBezTo>
                    <a:pt x="322258" y="126712"/>
                    <a:pt x="317129" y="107156"/>
                    <a:pt x="314051" y="103052"/>
                  </a:cubicBezTo>
                  <a:cubicBezTo>
                    <a:pt x="310974" y="98949"/>
                    <a:pt x="300815" y="95872"/>
                    <a:pt x="300815" y="92794"/>
                  </a:cubicBezTo>
                  <a:cubicBezTo>
                    <a:pt x="301400" y="87788"/>
                    <a:pt x="298386" y="83060"/>
                    <a:pt x="293601" y="81477"/>
                  </a:cubicBezTo>
                  <a:cubicBezTo>
                    <a:pt x="286420" y="78400"/>
                    <a:pt x="282317" y="62980"/>
                    <a:pt x="286420" y="62980"/>
                  </a:cubicBezTo>
                  <a:cubicBezTo>
                    <a:pt x="290524" y="62980"/>
                    <a:pt x="293601" y="53714"/>
                    <a:pt x="297737" y="51663"/>
                  </a:cubicBezTo>
                  <a:cubicBezTo>
                    <a:pt x="301874" y="49611"/>
                    <a:pt x="306970" y="39353"/>
                    <a:pt x="302867" y="33165"/>
                  </a:cubicBezTo>
                  <a:cubicBezTo>
                    <a:pt x="300120" y="29062"/>
                    <a:pt x="301510" y="16256"/>
                    <a:pt x="303032" y="6031"/>
                  </a:cubicBezTo>
                  <a:cubicBezTo>
                    <a:pt x="297453" y="5716"/>
                    <a:pt x="291948" y="4602"/>
                    <a:pt x="286685" y="2722"/>
                  </a:cubicBezTo>
                  <a:cubicBezTo>
                    <a:pt x="283575" y="1696"/>
                    <a:pt x="274607" y="4277"/>
                    <a:pt x="268949" y="4509"/>
                  </a:cubicBezTo>
                  <a:cubicBezTo>
                    <a:pt x="263290" y="4740"/>
                    <a:pt x="249425" y="13774"/>
                    <a:pt x="244792" y="9406"/>
                  </a:cubicBezTo>
                  <a:cubicBezTo>
                    <a:pt x="240160" y="5038"/>
                    <a:pt x="192873" y="12715"/>
                    <a:pt x="179505" y="13245"/>
                  </a:cubicBezTo>
                  <a:cubicBezTo>
                    <a:pt x="166136" y="13774"/>
                    <a:pt x="160478" y="27639"/>
                    <a:pt x="152536" y="27639"/>
                  </a:cubicBezTo>
                  <a:cubicBezTo>
                    <a:pt x="144594" y="27639"/>
                    <a:pt x="131954" y="34257"/>
                    <a:pt x="125303" y="41769"/>
                  </a:cubicBezTo>
                  <a:cubicBezTo>
                    <a:pt x="123640" y="43675"/>
                    <a:pt x="121214" y="44743"/>
                    <a:pt x="118684" y="44681"/>
                  </a:cubicBezTo>
                  <a:cubicBezTo>
                    <a:pt x="119460" y="46561"/>
                    <a:pt x="120424" y="48357"/>
                    <a:pt x="121563" y="50041"/>
                  </a:cubicBezTo>
                  <a:cubicBezTo>
                    <a:pt x="125358" y="55349"/>
                    <a:pt x="127226" y="61793"/>
                    <a:pt x="126858" y="6830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5F4C8-A5D8-C548-B796-F7D0A0A68ABE}"/>
                </a:ext>
              </a:extLst>
            </p:cNvPr>
            <p:cNvSpPr/>
            <p:nvPr/>
          </p:nvSpPr>
          <p:spPr>
            <a:xfrm>
              <a:off x="4569911" y="2531282"/>
              <a:ext cx="264724" cy="258106"/>
            </a:xfrm>
            <a:custGeom>
              <a:avLst/>
              <a:gdLst>
                <a:gd name="connsiteX0" fmla="*/ 31441 w 264724"/>
                <a:gd name="connsiteY0" fmla="*/ 16942 h 258106"/>
                <a:gd name="connsiteX1" fmla="*/ 18204 w 264724"/>
                <a:gd name="connsiteY1" fmla="*/ 29517 h 258106"/>
                <a:gd name="connsiteX2" fmla="*/ 16649 w 264724"/>
                <a:gd name="connsiteY2" fmla="*/ 37227 h 258106"/>
                <a:gd name="connsiteX3" fmla="*/ 13572 w 264724"/>
                <a:gd name="connsiteY3" fmla="*/ 51125 h 258106"/>
                <a:gd name="connsiteX4" fmla="*/ 2520 w 264724"/>
                <a:gd name="connsiteY4" fmla="*/ 61052 h 258106"/>
                <a:gd name="connsiteX5" fmla="*/ 10494 w 264724"/>
                <a:gd name="connsiteY5" fmla="*/ 76969 h 258106"/>
                <a:gd name="connsiteX6" fmla="*/ 9965 w 264724"/>
                <a:gd name="connsiteY6" fmla="*/ 95201 h 258106"/>
                <a:gd name="connsiteX7" fmla="*/ 8674 w 264724"/>
                <a:gd name="connsiteY7" fmla="*/ 107015 h 258106"/>
                <a:gd name="connsiteX8" fmla="*/ 8674 w 264724"/>
                <a:gd name="connsiteY8" fmla="*/ 117836 h 258106"/>
                <a:gd name="connsiteX9" fmla="*/ 11289 w 264724"/>
                <a:gd name="connsiteY9" fmla="*/ 125777 h 258106"/>
                <a:gd name="connsiteX10" fmla="*/ 3711 w 264724"/>
                <a:gd name="connsiteY10" fmla="*/ 134381 h 258106"/>
                <a:gd name="connsiteX11" fmla="*/ 11421 w 264724"/>
                <a:gd name="connsiteY11" fmla="*/ 145268 h 258106"/>
                <a:gd name="connsiteX12" fmla="*/ 13340 w 264724"/>
                <a:gd name="connsiteY12" fmla="*/ 158735 h 258106"/>
                <a:gd name="connsiteX13" fmla="*/ 25518 w 264724"/>
                <a:gd name="connsiteY13" fmla="*/ 165784 h 258106"/>
                <a:gd name="connsiteX14" fmla="*/ 38357 w 264724"/>
                <a:gd name="connsiteY14" fmla="*/ 169622 h 258106"/>
                <a:gd name="connsiteX15" fmla="*/ 47092 w 264724"/>
                <a:gd name="connsiteY15" fmla="*/ 184447 h 258106"/>
                <a:gd name="connsiteX16" fmla="*/ 72572 w 264724"/>
                <a:gd name="connsiteY16" fmla="*/ 189344 h 258106"/>
                <a:gd name="connsiteX17" fmla="*/ 83591 w 264724"/>
                <a:gd name="connsiteY17" fmla="*/ 200330 h 258106"/>
                <a:gd name="connsiteX18" fmla="*/ 112910 w 264724"/>
                <a:gd name="connsiteY18" fmla="*/ 184447 h 258106"/>
                <a:gd name="connsiteX19" fmla="*/ 245569 w 264724"/>
                <a:gd name="connsiteY19" fmla="*/ 255823 h 258106"/>
                <a:gd name="connsiteX20" fmla="*/ 245569 w 264724"/>
                <a:gd name="connsiteY20" fmla="*/ 246624 h 258106"/>
                <a:gd name="connsiteX21" fmla="*/ 261685 w 264724"/>
                <a:gd name="connsiteY21" fmla="*/ 246624 h 258106"/>
                <a:gd name="connsiteX22" fmla="*/ 261685 w 264724"/>
                <a:gd name="connsiteY22" fmla="*/ 76274 h 258106"/>
                <a:gd name="connsiteX23" fmla="*/ 261685 w 264724"/>
                <a:gd name="connsiteY23" fmla="*/ 50562 h 258106"/>
                <a:gd name="connsiteX24" fmla="*/ 263802 w 264724"/>
                <a:gd name="connsiteY24" fmla="*/ 29120 h 258106"/>
                <a:gd name="connsiteX25" fmla="*/ 265391 w 264724"/>
                <a:gd name="connsiteY25" fmla="*/ 24818 h 258106"/>
                <a:gd name="connsiteX26" fmla="*/ 264894 w 264724"/>
                <a:gd name="connsiteY26" fmla="*/ 24123 h 258106"/>
                <a:gd name="connsiteX27" fmla="*/ 241533 w 264724"/>
                <a:gd name="connsiteY27" fmla="*/ 17968 h 258106"/>
                <a:gd name="connsiteX28" fmla="*/ 215060 w 264724"/>
                <a:gd name="connsiteY28" fmla="*/ 4368 h 258106"/>
                <a:gd name="connsiteX29" fmla="*/ 176245 w 264724"/>
                <a:gd name="connsiteY29" fmla="*/ 24222 h 258106"/>
                <a:gd name="connsiteX30" fmla="*/ 178561 w 264724"/>
                <a:gd name="connsiteY30" fmla="*/ 46856 h 258106"/>
                <a:gd name="connsiteX31" fmla="*/ 151824 w 264724"/>
                <a:gd name="connsiteY31" fmla="*/ 47088 h 258106"/>
                <a:gd name="connsiteX32" fmla="*/ 119726 w 264724"/>
                <a:gd name="connsiteY32" fmla="*/ 35539 h 258106"/>
                <a:gd name="connsiteX33" fmla="*/ 102486 w 264724"/>
                <a:gd name="connsiteY33" fmla="*/ 23197 h 258106"/>
                <a:gd name="connsiteX34" fmla="*/ 91202 w 264724"/>
                <a:gd name="connsiteY34" fmla="*/ 13269 h 258106"/>
                <a:gd name="connsiteX35" fmla="*/ 59601 w 264724"/>
                <a:gd name="connsiteY35" fmla="*/ 6651 h 258106"/>
                <a:gd name="connsiteX36" fmla="*/ 39548 w 264724"/>
                <a:gd name="connsiteY36" fmla="*/ 2482 h 258106"/>
                <a:gd name="connsiteX37" fmla="*/ 39019 w 264724"/>
                <a:gd name="connsiteY37" fmla="*/ 11549 h 258106"/>
                <a:gd name="connsiteX38" fmla="*/ 31441 w 264724"/>
                <a:gd name="connsiteY38" fmla="*/ 16942 h 258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4724" h="258106">
                  <a:moveTo>
                    <a:pt x="31441" y="16942"/>
                  </a:moveTo>
                  <a:cubicBezTo>
                    <a:pt x="29654" y="17703"/>
                    <a:pt x="20389" y="27465"/>
                    <a:pt x="18204" y="29517"/>
                  </a:cubicBezTo>
                  <a:cubicBezTo>
                    <a:pt x="16124" y="31508"/>
                    <a:pt x="15503" y="34585"/>
                    <a:pt x="16649" y="37227"/>
                  </a:cubicBezTo>
                  <a:cubicBezTo>
                    <a:pt x="17675" y="39312"/>
                    <a:pt x="15888" y="46757"/>
                    <a:pt x="13572" y="51125"/>
                  </a:cubicBezTo>
                  <a:cubicBezTo>
                    <a:pt x="11255" y="55493"/>
                    <a:pt x="3049" y="58570"/>
                    <a:pt x="2520" y="61052"/>
                  </a:cubicBezTo>
                  <a:cubicBezTo>
                    <a:pt x="1990" y="63534"/>
                    <a:pt x="7152" y="69523"/>
                    <a:pt x="10494" y="76969"/>
                  </a:cubicBezTo>
                  <a:cubicBezTo>
                    <a:pt x="13836" y="84414"/>
                    <a:pt x="7185" y="89576"/>
                    <a:pt x="9965" y="95201"/>
                  </a:cubicBezTo>
                  <a:cubicBezTo>
                    <a:pt x="12463" y="98930"/>
                    <a:pt x="11919" y="103914"/>
                    <a:pt x="8674" y="107015"/>
                  </a:cubicBezTo>
                  <a:cubicBezTo>
                    <a:pt x="6126" y="110125"/>
                    <a:pt x="8674" y="114990"/>
                    <a:pt x="8674" y="117836"/>
                  </a:cubicBezTo>
                  <a:cubicBezTo>
                    <a:pt x="8674" y="120681"/>
                    <a:pt x="12281" y="124751"/>
                    <a:pt x="11289" y="125777"/>
                  </a:cubicBezTo>
                  <a:cubicBezTo>
                    <a:pt x="10296" y="126803"/>
                    <a:pt x="3711" y="131833"/>
                    <a:pt x="3711" y="134381"/>
                  </a:cubicBezTo>
                  <a:cubicBezTo>
                    <a:pt x="3711" y="136929"/>
                    <a:pt x="7582" y="139510"/>
                    <a:pt x="11421" y="145268"/>
                  </a:cubicBezTo>
                  <a:cubicBezTo>
                    <a:pt x="15259" y="151025"/>
                    <a:pt x="12711" y="154268"/>
                    <a:pt x="13340" y="158735"/>
                  </a:cubicBezTo>
                  <a:cubicBezTo>
                    <a:pt x="13969" y="163203"/>
                    <a:pt x="20389" y="165784"/>
                    <a:pt x="25518" y="165784"/>
                  </a:cubicBezTo>
                  <a:cubicBezTo>
                    <a:pt x="30647" y="165784"/>
                    <a:pt x="33856" y="169622"/>
                    <a:pt x="38357" y="169622"/>
                  </a:cubicBezTo>
                  <a:cubicBezTo>
                    <a:pt x="42327" y="169622"/>
                    <a:pt x="44975" y="176240"/>
                    <a:pt x="47092" y="184447"/>
                  </a:cubicBezTo>
                  <a:cubicBezTo>
                    <a:pt x="49012" y="184447"/>
                    <a:pt x="65656" y="184745"/>
                    <a:pt x="72572" y="189344"/>
                  </a:cubicBezTo>
                  <a:cubicBezTo>
                    <a:pt x="76942" y="192234"/>
                    <a:pt x="80688" y="195970"/>
                    <a:pt x="83591" y="200330"/>
                  </a:cubicBezTo>
                  <a:lnTo>
                    <a:pt x="112910" y="184447"/>
                  </a:lnTo>
                  <a:lnTo>
                    <a:pt x="245569" y="255823"/>
                  </a:lnTo>
                  <a:lnTo>
                    <a:pt x="245569" y="246624"/>
                  </a:lnTo>
                  <a:lnTo>
                    <a:pt x="261685" y="246624"/>
                  </a:lnTo>
                  <a:lnTo>
                    <a:pt x="261685" y="76274"/>
                  </a:lnTo>
                  <a:cubicBezTo>
                    <a:pt x="261685" y="64494"/>
                    <a:pt x="256291" y="56982"/>
                    <a:pt x="261685" y="50562"/>
                  </a:cubicBezTo>
                  <a:cubicBezTo>
                    <a:pt x="267078" y="44143"/>
                    <a:pt x="259534" y="40933"/>
                    <a:pt x="263802" y="29120"/>
                  </a:cubicBezTo>
                  <a:cubicBezTo>
                    <a:pt x="264332" y="27730"/>
                    <a:pt x="264828" y="26307"/>
                    <a:pt x="265391" y="24818"/>
                  </a:cubicBezTo>
                  <a:cubicBezTo>
                    <a:pt x="265204" y="24602"/>
                    <a:pt x="265038" y="24370"/>
                    <a:pt x="264894" y="24123"/>
                  </a:cubicBezTo>
                  <a:cubicBezTo>
                    <a:pt x="263637" y="20549"/>
                    <a:pt x="256688" y="20285"/>
                    <a:pt x="241533" y="17968"/>
                  </a:cubicBezTo>
                  <a:cubicBezTo>
                    <a:pt x="226377" y="15652"/>
                    <a:pt x="232002" y="5361"/>
                    <a:pt x="215060" y="4368"/>
                  </a:cubicBezTo>
                  <a:cubicBezTo>
                    <a:pt x="198118" y="3375"/>
                    <a:pt x="176510" y="16942"/>
                    <a:pt x="176245" y="24222"/>
                  </a:cubicBezTo>
                  <a:cubicBezTo>
                    <a:pt x="175980" y="31502"/>
                    <a:pt x="184187" y="39411"/>
                    <a:pt x="178561" y="46856"/>
                  </a:cubicBezTo>
                  <a:cubicBezTo>
                    <a:pt x="172936" y="54302"/>
                    <a:pt x="160593" y="55063"/>
                    <a:pt x="151824" y="47088"/>
                  </a:cubicBezTo>
                  <a:cubicBezTo>
                    <a:pt x="142825" y="39567"/>
                    <a:pt x="131454" y="35476"/>
                    <a:pt x="119726" y="35539"/>
                  </a:cubicBezTo>
                  <a:cubicBezTo>
                    <a:pt x="109170" y="35539"/>
                    <a:pt x="101725" y="28921"/>
                    <a:pt x="102486" y="23197"/>
                  </a:cubicBezTo>
                  <a:cubicBezTo>
                    <a:pt x="103247" y="17472"/>
                    <a:pt x="99905" y="14990"/>
                    <a:pt x="91202" y="13269"/>
                  </a:cubicBezTo>
                  <a:cubicBezTo>
                    <a:pt x="82499" y="11549"/>
                    <a:pt x="75021" y="4269"/>
                    <a:pt x="59601" y="6651"/>
                  </a:cubicBezTo>
                  <a:cubicBezTo>
                    <a:pt x="52630" y="7818"/>
                    <a:pt x="45476" y="6330"/>
                    <a:pt x="39548" y="2482"/>
                  </a:cubicBezTo>
                  <a:cubicBezTo>
                    <a:pt x="39171" y="5489"/>
                    <a:pt x="38994" y="8518"/>
                    <a:pt x="39019" y="11549"/>
                  </a:cubicBezTo>
                  <a:cubicBezTo>
                    <a:pt x="39151" y="17207"/>
                    <a:pt x="33227" y="16148"/>
                    <a:pt x="31441" y="1694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E18E499-5219-4046-B554-7C39BC803FF5}"/>
                </a:ext>
              </a:extLst>
            </p:cNvPr>
            <p:cNvSpPr/>
            <p:nvPr/>
          </p:nvSpPr>
          <p:spPr>
            <a:xfrm>
              <a:off x="4113530" y="2887960"/>
              <a:ext cx="52945" cy="16545"/>
            </a:xfrm>
            <a:custGeom>
              <a:avLst/>
              <a:gdLst>
                <a:gd name="connsiteX0" fmla="*/ 27366 w 52944"/>
                <a:gd name="connsiteY0" fmla="*/ 10726 h 16545"/>
                <a:gd name="connsiteX1" fmla="*/ 41992 w 52944"/>
                <a:gd name="connsiteY1" fmla="*/ 14631 h 16545"/>
                <a:gd name="connsiteX2" fmla="*/ 52713 w 52944"/>
                <a:gd name="connsiteY2" fmla="*/ 11685 h 16545"/>
                <a:gd name="connsiteX3" fmla="*/ 43283 w 52944"/>
                <a:gd name="connsiteY3" fmla="*/ 10395 h 16545"/>
                <a:gd name="connsiteX4" fmla="*/ 26737 w 52944"/>
                <a:gd name="connsiteY4" fmla="*/ 3247 h 16545"/>
                <a:gd name="connsiteX5" fmla="*/ 4732 w 52944"/>
                <a:gd name="connsiteY5" fmla="*/ 6821 h 16545"/>
                <a:gd name="connsiteX6" fmla="*/ 2482 w 52944"/>
                <a:gd name="connsiteY6" fmla="*/ 17311 h 16545"/>
                <a:gd name="connsiteX7" fmla="*/ 7545 w 52944"/>
                <a:gd name="connsiteY7" fmla="*/ 16252 h 16545"/>
                <a:gd name="connsiteX8" fmla="*/ 27366 w 52944"/>
                <a:gd name="connsiteY8" fmla="*/ 10726 h 1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944" h="16545">
                  <a:moveTo>
                    <a:pt x="27366" y="10726"/>
                  </a:moveTo>
                  <a:cubicBezTo>
                    <a:pt x="30940" y="7417"/>
                    <a:pt x="36797" y="14035"/>
                    <a:pt x="41992" y="14631"/>
                  </a:cubicBezTo>
                  <a:cubicBezTo>
                    <a:pt x="45779" y="14738"/>
                    <a:pt x="49512" y="13713"/>
                    <a:pt x="52713" y="11685"/>
                  </a:cubicBezTo>
                  <a:cubicBezTo>
                    <a:pt x="49650" y="10796"/>
                    <a:pt x="46472" y="10361"/>
                    <a:pt x="43283" y="10395"/>
                  </a:cubicBezTo>
                  <a:cubicBezTo>
                    <a:pt x="34844" y="9733"/>
                    <a:pt x="34183" y="-326"/>
                    <a:pt x="26737" y="3247"/>
                  </a:cubicBezTo>
                  <a:cubicBezTo>
                    <a:pt x="19972" y="6757"/>
                    <a:pt x="12261" y="8009"/>
                    <a:pt x="4732" y="6821"/>
                  </a:cubicBezTo>
                  <a:cubicBezTo>
                    <a:pt x="4732" y="9700"/>
                    <a:pt x="2978" y="13439"/>
                    <a:pt x="2482" y="17311"/>
                  </a:cubicBezTo>
                  <a:cubicBezTo>
                    <a:pt x="4138" y="16821"/>
                    <a:pt x="5831" y="16467"/>
                    <a:pt x="7545" y="16252"/>
                  </a:cubicBezTo>
                  <a:cubicBezTo>
                    <a:pt x="12740" y="15921"/>
                    <a:pt x="23792" y="13870"/>
                    <a:pt x="27366" y="1072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BD95BE5-F158-A444-9CD5-0DB78A90301E}"/>
                </a:ext>
              </a:extLst>
            </p:cNvPr>
            <p:cNvSpPr/>
            <p:nvPr/>
          </p:nvSpPr>
          <p:spPr>
            <a:xfrm>
              <a:off x="4106057" y="2839605"/>
              <a:ext cx="102581" cy="79417"/>
            </a:xfrm>
            <a:custGeom>
              <a:avLst/>
              <a:gdLst>
                <a:gd name="connsiteX0" fmla="*/ 22529 w 102580"/>
                <a:gd name="connsiteY0" fmla="*/ 78241 h 79417"/>
                <a:gd name="connsiteX1" fmla="*/ 32291 w 102580"/>
                <a:gd name="connsiteY1" fmla="*/ 74336 h 79417"/>
                <a:gd name="connsiteX2" fmla="*/ 57638 w 102580"/>
                <a:gd name="connsiteY2" fmla="*/ 72383 h 79417"/>
                <a:gd name="connsiteX3" fmla="*/ 62040 w 102580"/>
                <a:gd name="connsiteY3" fmla="*/ 73575 h 79417"/>
                <a:gd name="connsiteX4" fmla="*/ 62040 w 102580"/>
                <a:gd name="connsiteY4" fmla="*/ 71953 h 79417"/>
                <a:gd name="connsiteX5" fmla="*/ 74382 w 102580"/>
                <a:gd name="connsiteY5" fmla="*/ 76950 h 79417"/>
                <a:gd name="connsiteX6" fmla="*/ 99829 w 102580"/>
                <a:gd name="connsiteY6" fmla="*/ 78505 h 79417"/>
                <a:gd name="connsiteX7" fmla="*/ 101748 w 102580"/>
                <a:gd name="connsiteY7" fmla="*/ 77810 h 79417"/>
                <a:gd name="connsiteX8" fmla="*/ 101748 w 102580"/>
                <a:gd name="connsiteY8" fmla="*/ 66791 h 79417"/>
                <a:gd name="connsiteX9" fmla="*/ 92516 w 102580"/>
                <a:gd name="connsiteY9" fmla="*/ 55507 h 79417"/>
                <a:gd name="connsiteX10" fmla="*/ 89935 w 102580"/>
                <a:gd name="connsiteY10" fmla="*/ 44720 h 79417"/>
                <a:gd name="connsiteX11" fmla="*/ 86626 w 102580"/>
                <a:gd name="connsiteY11" fmla="*/ 39988 h 79417"/>
                <a:gd name="connsiteX12" fmla="*/ 76699 w 102580"/>
                <a:gd name="connsiteY12" fmla="*/ 27744 h 79417"/>
                <a:gd name="connsiteX13" fmla="*/ 64455 w 102580"/>
                <a:gd name="connsiteY13" fmla="*/ 11861 h 79417"/>
                <a:gd name="connsiteX14" fmla="*/ 58367 w 102580"/>
                <a:gd name="connsiteY14" fmla="*/ 11861 h 79417"/>
                <a:gd name="connsiteX15" fmla="*/ 48439 w 102580"/>
                <a:gd name="connsiteY15" fmla="*/ 3324 h 79417"/>
                <a:gd name="connsiteX16" fmla="*/ 35005 w 102580"/>
                <a:gd name="connsiteY16" fmla="*/ 4548 h 79417"/>
                <a:gd name="connsiteX17" fmla="*/ 19088 w 102580"/>
                <a:gd name="connsiteY17" fmla="*/ 4548 h 79417"/>
                <a:gd name="connsiteX18" fmla="*/ 9326 w 102580"/>
                <a:gd name="connsiteY18" fmla="*/ 13085 h 79417"/>
                <a:gd name="connsiteX19" fmla="*/ 8433 w 102580"/>
                <a:gd name="connsiteY19" fmla="*/ 13317 h 79417"/>
                <a:gd name="connsiteX20" fmla="*/ 4429 w 102580"/>
                <a:gd name="connsiteY20" fmla="*/ 27215 h 79417"/>
                <a:gd name="connsiteX21" fmla="*/ 10881 w 102580"/>
                <a:gd name="connsiteY21" fmla="*/ 51900 h 79417"/>
                <a:gd name="connsiteX22" fmla="*/ 11907 w 102580"/>
                <a:gd name="connsiteY22" fmla="*/ 55209 h 79417"/>
                <a:gd name="connsiteX23" fmla="*/ 33913 w 102580"/>
                <a:gd name="connsiteY23" fmla="*/ 51636 h 79417"/>
                <a:gd name="connsiteX24" fmla="*/ 50458 w 102580"/>
                <a:gd name="connsiteY24" fmla="*/ 58783 h 79417"/>
                <a:gd name="connsiteX25" fmla="*/ 59889 w 102580"/>
                <a:gd name="connsiteY25" fmla="*/ 60074 h 79417"/>
                <a:gd name="connsiteX26" fmla="*/ 49167 w 102580"/>
                <a:gd name="connsiteY26" fmla="*/ 63019 h 79417"/>
                <a:gd name="connsiteX27" fmla="*/ 34541 w 102580"/>
                <a:gd name="connsiteY27" fmla="*/ 59114 h 79417"/>
                <a:gd name="connsiteX28" fmla="*/ 14687 w 102580"/>
                <a:gd name="connsiteY28" fmla="*/ 64640 h 79417"/>
                <a:gd name="connsiteX29" fmla="*/ 9624 w 102580"/>
                <a:gd name="connsiteY29" fmla="*/ 65699 h 79417"/>
                <a:gd name="connsiteX30" fmla="*/ 11609 w 102580"/>
                <a:gd name="connsiteY30" fmla="*/ 73806 h 79417"/>
                <a:gd name="connsiteX31" fmla="*/ 13363 w 102580"/>
                <a:gd name="connsiteY31" fmla="*/ 75858 h 79417"/>
                <a:gd name="connsiteX32" fmla="*/ 22529 w 102580"/>
                <a:gd name="connsiteY32" fmla="*/ 78241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2580" h="79417">
                  <a:moveTo>
                    <a:pt x="22529" y="78241"/>
                  </a:moveTo>
                  <a:cubicBezTo>
                    <a:pt x="25838" y="78571"/>
                    <a:pt x="32291" y="74336"/>
                    <a:pt x="32291" y="74336"/>
                  </a:cubicBezTo>
                  <a:cubicBezTo>
                    <a:pt x="32291" y="74336"/>
                    <a:pt x="54065" y="72714"/>
                    <a:pt x="57638" y="72383"/>
                  </a:cubicBezTo>
                  <a:cubicBezTo>
                    <a:pt x="59180" y="72421"/>
                    <a:pt x="60689" y="72830"/>
                    <a:pt x="62040" y="73575"/>
                  </a:cubicBezTo>
                  <a:cubicBezTo>
                    <a:pt x="62069" y="73035"/>
                    <a:pt x="62069" y="72493"/>
                    <a:pt x="62040" y="71953"/>
                  </a:cubicBezTo>
                  <a:cubicBezTo>
                    <a:pt x="62040" y="71953"/>
                    <a:pt x="73621" y="74237"/>
                    <a:pt x="74382" y="76950"/>
                  </a:cubicBezTo>
                  <a:cubicBezTo>
                    <a:pt x="75143" y="79663"/>
                    <a:pt x="90928" y="81583"/>
                    <a:pt x="99829" y="78505"/>
                  </a:cubicBezTo>
                  <a:lnTo>
                    <a:pt x="101748" y="77810"/>
                  </a:lnTo>
                  <a:cubicBezTo>
                    <a:pt x="101994" y="74141"/>
                    <a:pt x="101994" y="70460"/>
                    <a:pt x="101748" y="66791"/>
                  </a:cubicBezTo>
                  <a:cubicBezTo>
                    <a:pt x="101252" y="64243"/>
                    <a:pt x="95593" y="58618"/>
                    <a:pt x="92516" y="55507"/>
                  </a:cubicBezTo>
                  <a:cubicBezTo>
                    <a:pt x="89438" y="52397"/>
                    <a:pt x="89935" y="44720"/>
                    <a:pt x="89935" y="44720"/>
                  </a:cubicBezTo>
                  <a:lnTo>
                    <a:pt x="86626" y="39988"/>
                  </a:lnTo>
                  <a:cubicBezTo>
                    <a:pt x="86626" y="39988"/>
                    <a:pt x="84177" y="30061"/>
                    <a:pt x="76699" y="27744"/>
                  </a:cubicBezTo>
                  <a:cubicBezTo>
                    <a:pt x="69220" y="25428"/>
                    <a:pt x="64455" y="11861"/>
                    <a:pt x="64455" y="11861"/>
                  </a:cubicBezTo>
                  <a:lnTo>
                    <a:pt x="58367" y="11861"/>
                  </a:lnTo>
                  <a:cubicBezTo>
                    <a:pt x="55580" y="8458"/>
                    <a:pt x="52221" y="5569"/>
                    <a:pt x="48439" y="3324"/>
                  </a:cubicBezTo>
                  <a:cubicBezTo>
                    <a:pt x="43542" y="875"/>
                    <a:pt x="35005" y="4548"/>
                    <a:pt x="35005" y="4548"/>
                  </a:cubicBezTo>
                  <a:cubicBezTo>
                    <a:pt x="29720" y="5215"/>
                    <a:pt x="24373" y="5215"/>
                    <a:pt x="19088" y="4548"/>
                  </a:cubicBezTo>
                  <a:cubicBezTo>
                    <a:pt x="12999" y="3324"/>
                    <a:pt x="14191" y="11861"/>
                    <a:pt x="9326" y="13085"/>
                  </a:cubicBezTo>
                  <a:lnTo>
                    <a:pt x="8433" y="13317"/>
                  </a:lnTo>
                  <a:cubicBezTo>
                    <a:pt x="8204" y="18199"/>
                    <a:pt x="6832" y="22959"/>
                    <a:pt x="4429" y="27215"/>
                  </a:cubicBezTo>
                  <a:cubicBezTo>
                    <a:pt x="-1196" y="35719"/>
                    <a:pt x="6745" y="48062"/>
                    <a:pt x="10881" y="51900"/>
                  </a:cubicBezTo>
                  <a:cubicBezTo>
                    <a:pt x="11699" y="52796"/>
                    <a:pt x="12075" y="54009"/>
                    <a:pt x="11907" y="55209"/>
                  </a:cubicBezTo>
                  <a:cubicBezTo>
                    <a:pt x="19436" y="56397"/>
                    <a:pt x="27147" y="55145"/>
                    <a:pt x="33913" y="51636"/>
                  </a:cubicBezTo>
                  <a:cubicBezTo>
                    <a:pt x="41391" y="48062"/>
                    <a:pt x="42053" y="58254"/>
                    <a:pt x="50458" y="58783"/>
                  </a:cubicBezTo>
                  <a:cubicBezTo>
                    <a:pt x="53648" y="58749"/>
                    <a:pt x="56825" y="59184"/>
                    <a:pt x="59889" y="60074"/>
                  </a:cubicBezTo>
                  <a:cubicBezTo>
                    <a:pt x="56688" y="62101"/>
                    <a:pt x="52955" y="63127"/>
                    <a:pt x="49167" y="63019"/>
                  </a:cubicBezTo>
                  <a:cubicBezTo>
                    <a:pt x="43972" y="62357"/>
                    <a:pt x="38115" y="55838"/>
                    <a:pt x="34541" y="59114"/>
                  </a:cubicBezTo>
                  <a:cubicBezTo>
                    <a:pt x="30967" y="62390"/>
                    <a:pt x="19915" y="64309"/>
                    <a:pt x="14687" y="64640"/>
                  </a:cubicBezTo>
                  <a:cubicBezTo>
                    <a:pt x="12973" y="64855"/>
                    <a:pt x="11280" y="65209"/>
                    <a:pt x="9624" y="65699"/>
                  </a:cubicBezTo>
                  <a:cubicBezTo>
                    <a:pt x="9009" y="68563"/>
                    <a:pt x="9741" y="71551"/>
                    <a:pt x="11609" y="73806"/>
                  </a:cubicBezTo>
                  <a:cubicBezTo>
                    <a:pt x="12271" y="74534"/>
                    <a:pt x="12834" y="75196"/>
                    <a:pt x="13363" y="75858"/>
                  </a:cubicBezTo>
                  <a:cubicBezTo>
                    <a:pt x="22529" y="73608"/>
                    <a:pt x="19750" y="77976"/>
                    <a:pt x="22529" y="7824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2B531AB-E16C-1246-8634-7FD44EC90429}"/>
                </a:ext>
              </a:extLst>
            </p:cNvPr>
            <p:cNvSpPr/>
            <p:nvPr/>
          </p:nvSpPr>
          <p:spPr>
            <a:xfrm>
              <a:off x="4117237" y="2909341"/>
              <a:ext cx="52945" cy="33091"/>
            </a:xfrm>
            <a:custGeom>
              <a:avLst/>
              <a:gdLst>
                <a:gd name="connsiteX0" fmla="*/ 27697 w 52944"/>
                <a:gd name="connsiteY0" fmla="*/ 29583 h 33090"/>
                <a:gd name="connsiteX1" fmla="*/ 41959 w 52944"/>
                <a:gd name="connsiteY1" fmla="*/ 21079 h 33090"/>
                <a:gd name="connsiteX2" fmla="*/ 48147 w 52944"/>
                <a:gd name="connsiteY2" fmla="*/ 18398 h 33090"/>
                <a:gd name="connsiteX3" fmla="*/ 46989 w 52944"/>
                <a:gd name="connsiteY3" fmla="*/ 10291 h 33090"/>
                <a:gd name="connsiteX4" fmla="*/ 50794 w 52944"/>
                <a:gd name="connsiteY4" fmla="*/ 3673 h 33090"/>
                <a:gd name="connsiteX5" fmla="*/ 46393 w 52944"/>
                <a:gd name="connsiteY5" fmla="*/ 2482 h 33090"/>
                <a:gd name="connsiteX6" fmla="*/ 21046 w 52944"/>
                <a:gd name="connsiteY6" fmla="*/ 4434 h 33090"/>
                <a:gd name="connsiteX7" fmla="*/ 11284 w 52944"/>
                <a:gd name="connsiteY7" fmla="*/ 8339 h 33090"/>
                <a:gd name="connsiteX8" fmla="*/ 2482 w 52944"/>
                <a:gd name="connsiteY8" fmla="*/ 5923 h 33090"/>
                <a:gd name="connsiteX9" fmla="*/ 16413 w 52944"/>
                <a:gd name="connsiteY9" fmla="*/ 16678 h 33090"/>
                <a:gd name="connsiteX10" fmla="*/ 23858 w 52944"/>
                <a:gd name="connsiteY10" fmla="*/ 29914 h 33090"/>
                <a:gd name="connsiteX11" fmla="*/ 25844 w 52944"/>
                <a:gd name="connsiteY11" fmla="*/ 31403 h 33090"/>
                <a:gd name="connsiteX12" fmla="*/ 27697 w 52944"/>
                <a:gd name="connsiteY12" fmla="*/ 29583 h 3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944" h="33090">
                  <a:moveTo>
                    <a:pt x="27697" y="29583"/>
                  </a:moveTo>
                  <a:cubicBezTo>
                    <a:pt x="31568" y="26870"/>
                    <a:pt x="39278" y="19920"/>
                    <a:pt x="41959" y="21079"/>
                  </a:cubicBezTo>
                  <a:cubicBezTo>
                    <a:pt x="44639" y="22237"/>
                    <a:pt x="48147" y="19920"/>
                    <a:pt x="48147" y="18398"/>
                  </a:cubicBezTo>
                  <a:cubicBezTo>
                    <a:pt x="48147" y="16876"/>
                    <a:pt x="42753" y="11780"/>
                    <a:pt x="46989" y="10291"/>
                  </a:cubicBezTo>
                  <a:cubicBezTo>
                    <a:pt x="49901" y="9265"/>
                    <a:pt x="50595" y="5857"/>
                    <a:pt x="50794" y="3673"/>
                  </a:cubicBezTo>
                  <a:cubicBezTo>
                    <a:pt x="49444" y="2928"/>
                    <a:pt x="47934" y="2520"/>
                    <a:pt x="46393" y="2482"/>
                  </a:cubicBezTo>
                  <a:cubicBezTo>
                    <a:pt x="42819" y="2813"/>
                    <a:pt x="21046" y="4434"/>
                    <a:pt x="21046" y="4434"/>
                  </a:cubicBezTo>
                  <a:cubicBezTo>
                    <a:pt x="21046" y="4434"/>
                    <a:pt x="14427" y="8670"/>
                    <a:pt x="11284" y="8339"/>
                  </a:cubicBezTo>
                  <a:cubicBezTo>
                    <a:pt x="8570" y="8074"/>
                    <a:pt x="11284" y="3706"/>
                    <a:pt x="2482" y="5923"/>
                  </a:cubicBezTo>
                  <a:cubicBezTo>
                    <a:pt x="6883" y="11416"/>
                    <a:pt x="7445" y="14163"/>
                    <a:pt x="16413" y="16678"/>
                  </a:cubicBezTo>
                  <a:cubicBezTo>
                    <a:pt x="26340" y="19523"/>
                    <a:pt x="15652" y="24652"/>
                    <a:pt x="23858" y="29914"/>
                  </a:cubicBezTo>
                  <a:cubicBezTo>
                    <a:pt x="24619" y="30410"/>
                    <a:pt x="25215" y="30906"/>
                    <a:pt x="25844" y="31403"/>
                  </a:cubicBezTo>
                  <a:cubicBezTo>
                    <a:pt x="26402" y="30738"/>
                    <a:pt x="27022" y="30129"/>
                    <a:pt x="27697" y="2958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742EB3A-6F0D-3A40-A924-F70331D7F044}"/>
                </a:ext>
              </a:extLst>
            </p:cNvPr>
            <p:cNvSpPr/>
            <p:nvPr/>
          </p:nvSpPr>
          <p:spPr>
            <a:xfrm>
              <a:off x="4655157" y="2936723"/>
              <a:ext cx="218398" cy="152217"/>
            </a:xfrm>
            <a:custGeom>
              <a:avLst/>
              <a:gdLst>
                <a:gd name="connsiteX0" fmla="*/ 199867 w 218397"/>
                <a:gd name="connsiteY0" fmla="*/ 86714 h 152216"/>
                <a:gd name="connsiteX1" fmla="*/ 193447 w 218397"/>
                <a:gd name="connsiteY1" fmla="*/ 74934 h 152216"/>
                <a:gd name="connsiteX2" fmla="*/ 182726 w 218397"/>
                <a:gd name="connsiteY2" fmla="*/ 65271 h 152216"/>
                <a:gd name="connsiteX3" fmla="*/ 175214 w 218397"/>
                <a:gd name="connsiteY3" fmla="*/ 54550 h 152216"/>
                <a:gd name="connsiteX4" fmla="*/ 161283 w 218397"/>
                <a:gd name="connsiteY4" fmla="*/ 48131 h 152216"/>
                <a:gd name="connsiteX5" fmla="*/ 159132 w 218397"/>
                <a:gd name="connsiteY5" fmla="*/ 42770 h 152216"/>
                <a:gd name="connsiteX6" fmla="*/ 151621 w 218397"/>
                <a:gd name="connsiteY6" fmla="*/ 41711 h 152216"/>
                <a:gd name="connsiteX7" fmla="*/ 153772 w 218397"/>
                <a:gd name="connsiteY7" fmla="*/ 35258 h 152216"/>
                <a:gd name="connsiteX8" fmla="*/ 152713 w 218397"/>
                <a:gd name="connsiteY8" fmla="*/ 20268 h 152216"/>
                <a:gd name="connsiteX9" fmla="*/ 140403 w 218397"/>
                <a:gd name="connsiteY9" fmla="*/ 3723 h 152216"/>
                <a:gd name="connsiteX10" fmla="*/ 137359 w 218397"/>
                <a:gd name="connsiteY10" fmla="*/ 3028 h 152216"/>
                <a:gd name="connsiteX11" fmla="*/ 122998 w 218397"/>
                <a:gd name="connsiteY11" fmla="*/ 8653 h 152216"/>
                <a:gd name="connsiteX12" fmla="*/ 119391 w 218397"/>
                <a:gd name="connsiteY12" fmla="*/ 16893 h 152216"/>
                <a:gd name="connsiteX13" fmla="*/ 102448 w 218397"/>
                <a:gd name="connsiteY13" fmla="*/ 34398 h 152216"/>
                <a:gd name="connsiteX14" fmla="*/ 77763 w 218397"/>
                <a:gd name="connsiteY14" fmla="*/ 39527 h 152216"/>
                <a:gd name="connsiteX15" fmla="*/ 76737 w 218397"/>
                <a:gd name="connsiteY15" fmla="*/ 48759 h 152216"/>
                <a:gd name="connsiteX16" fmla="*/ 61317 w 218397"/>
                <a:gd name="connsiteY16" fmla="*/ 56999 h 152216"/>
                <a:gd name="connsiteX17" fmla="*/ 42290 w 218397"/>
                <a:gd name="connsiteY17" fmla="*/ 62657 h 152216"/>
                <a:gd name="connsiteX18" fmla="*/ 30973 w 218397"/>
                <a:gd name="connsiteY18" fmla="*/ 62657 h 152216"/>
                <a:gd name="connsiteX19" fmla="*/ 21244 w 218397"/>
                <a:gd name="connsiteY19" fmla="*/ 66760 h 152216"/>
                <a:gd name="connsiteX20" fmla="*/ 19689 w 218397"/>
                <a:gd name="connsiteY20" fmla="*/ 64940 h 152216"/>
                <a:gd name="connsiteX21" fmla="*/ 10953 w 218397"/>
                <a:gd name="connsiteY21" fmla="*/ 75761 h 152216"/>
                <a:gd name="connsiteX22" fmla="*/ 2482 w 218397"/>
                <a:gd name="connsiteY22" fmla="*/ 93101 h 152216"/>
                <a:gd name="connsiteX23" fmla="*/ 4798 w 218397"/>
                <a:gd name="connsiteY23" fmla="*/ 107329 h 152216"/>
                <a:gd name="connsiteX24" fmla="*/ 9795 w 218397"/>
                <a:gd name="connsiteY24" fmla="*/ 121228 h 152216"/>
                <a:gd name="connsiteX25" fmla="*/ 12508 w 218397"/>
                <a:gd name="connsiteY25" fmla="*/ 131651 h 152216"/>
                <a:gd name="connsiteX26" fmla="*/ 16347 w 218397"/>
                <a:gd name="connsiteY26" fmla="*/ 137409 h 152216"/>
                <a:gd name="connsiteX27" fmla="*/ 27531 w 218397"/>
                <a:gd name="connsiteY27" fmla="*/ 148593 h 152216"/>
                <a:gd name="connsiteX28" fmla="*/ 30510 w 218397"/>
                <a:gd name="connsiteY28" fmla="*/ 151505 h 152216"/>
                <a:gd name="connsiteX29" fmla="*/ 31568 w 218397"/>
                <a:gd name="connsiteY29" fmla="*/ 149884 h 152216"/>
                <a:gd name="connsiteX30" fmla="*/ 34877 w 218397"/>
                <a:gd name="connsiteY30" fmla="*/ 137012 h 152216"/>
                <a:gd name="connsiteX31" fmla="*/ 44540 w 218397"/>
                <a:gd name="connsiteY31" fmla="*/ 134861 h 152216"/>
                <a:gd name="connsiteX32" fmla="*/ 52018 w 218397"/>
                <a:gd name="connsiteY32" fmla="*/ 132743 h 152216"/>
                <a:gd name="connsiteX33" fmla="*/ 67041 w 218397"/>
                <a:gd name="connsiteY33" fmla="*/ 134861 h 152216"/>
                <a:gd name="connsiteX34" fmla="*/ 67041 w 218397"/>
                <a:gd name="connsiteY34" fmla="*/ 123081 h 152216"/>
                <a:gd name="connsiteX35" fmla="*/ 85274 w 218397"/>
                <a:gd name="connsiteY35" fmla="*/ 109150 h 152216"/>
                <a:gd name="connsiteX36" fmla="*/ 99205 w 218397"/>
                <a:gd name="connsiteY36" fmla="*/ 118812 h 152216"/>
                <a:gd name="connsiteX37" fmla="*/ 132296 w 218397"/>
                <a:gd name="connsiteY37" fmla="*/ 125232 h 152216"/>
                <a:gd name="connsiteX38" fmla="*/ 137657 w 218397"/>
                <a:gd name="connsiteY38" fmla="*/ 113451 h 152216"/>
                <a:gd name="connsiteX39" fmla="*/ 151588 w 218397"/>
                <a:gd name="connsiteY39" fmla="*/ 113451 h 152216"/>
                <a:gd name="connsiteX40" fmla="*/ 169821 w 218397"/>
                <a:gd name="connsiteY40" fmla="*/ 108091 h 152216"/>
                <a:gd name="connsiteX41" fmla="*/ 183752 w 218397"/>
                <a:gd name="connsiteY41" fmla="*/ 105940 h 152216"/>
                <a:gd name="connsiteX42" fmla="*/ 203044 w 218397"/>
                <a:gd name="connsiteY42" fmla="*/ 108091 h 152216"/>
                <a:gd name="connsiteX43" fmla="*/ 215916 w 218397"/>
                <a:gd name="connsiteY43" fmla="*/ 105940 h 152216"/>
                <a:gd name="connsiteX44" fmla="*/ 211614 w 218397"/>
                <a:gd name="connsiteY44" fmla="*/ 95218 h 152216"/>
                <a:gd name="connsiteX45" fmla="*/ 199867 w 218397"/>
                <a:gd name="connsiteY45" fmla="*/ 86714 h 15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397" h="152216">
                  <a:moveTo>
                    <a:pt x="199867" y="86714"/>
                  </a:moveTo>
                  <a:cubicBezTo>
                    <a:pt x="199867" y="83405"/>
                    <a:pt x="199867" y="80096"/>
                    <a:pt x="193447" y="74934"/>
                  </a:cubicBezTo>
                  <a:cubicBezTo>
                    <a:pt x="187028" y="69772"/>
                    <a:pt x="182726" y="68316"/>
                    <a:pt x="182726" y="65271"/>
                  </a:cubicBezTo>
                  <a:cubicBezTo>
                    <a:pt x="182726" y="62227"/>
                    <a:pt x="180575" y="60970"/>
                    <a:pt x="175214" y="54550"/>
                  </a:cubicBezTo>
                  <a:cubicBezTo>
                    <a:pt x="171618" y="50631"/>
                    <a:pt x="166600" y="48318"/>
                    <a:pt x="161283" y="48131"/>
                  </a:cubicBezTo>
                  <a:lnTo>
                    <a:pt x="159132" y="42770"/>
                  </a:lnTo>
                  <a:lnTo>
                    <a:pt x="151621" y="41711"/>
                  </a:lnTo>
                  <a:cubicBezTo>
                    <a:pt x="151621" y="41711"/>
                    <a:pt x="147352" y="38402"/>
                    <a:pt x="153772" y="35258"/>
                  </a:cubicBezTo>
                  <a:cubicBezTo>
                    <a:pt x="160191" y="32115"/>
                    <a:pt x="153772" y="23478"/>
                    <a:pt x="152713" y="20268"/>
                  </a:cubicBezTo>
                  <a:cubicBezTo>
                    <a:pt x="151654" y="17059"/>
                    <a:pt x="142786" y="6536"/>
                    <a:pt x="140403" y="3723"/>
                  </a:cubicBezTo>
                  <a:cubicBezTo>
                    <a:pt x="139350" y="3720"/>
                    <a:pt x="138310" y="3482"/>
                    <a:pt x="137359" y="3028"/>
                  </a:cubicBezTo>
                  <a:cubicBezTo>
                    <a:pt x="133785" y="977"/>
                    <a:pt x="126571" y="5113"/>
                    <a:pt x="122998" y="8653"/>
                  </a:cubicBezTo>
                  <a:cubicBezTo>
                    <a:pt x="119424" y="12194"/>
                    <a:pt x="121972" y="14345"/>
                    <a:pt x="119391" y="16893"/>
                  </a:cubicBezTo>
                  <a:cubicBezTo>
                    <a:pt x="113376" y="22360"/>
                    <a:pt x="107716" y="28207"/>
                    <a:pt x="102448" y="34398"/>
                  </a:cubicBezTo>
                  <a:cubicBezTo>
                    <a:pt x="96790" y="41579"/>
                    <a:pt x="82396" y="36946"/>
                    <a:pt x="77763" y="39527"/>
                  </a:cubicBezTo>
                  <a:cubicBezTo>
                    <a:pt x="73130" y="42108"/>
                    <a:pt x="79814" y="46145"/>
                    <a:pt x="76737" y="48759"/>
                  </a:cubicBezTo>
                  <a:cubicBezTo>
                    <a:pt x="71818" y="51901"/>
                    <a:pt x="66662" y="54656"/>
                    <a:pt x="61317" y="56999"/>
                  </a:cubicBezTo>
                  <a:cubicBezTo>
                    <a:pt x="58239" y="58521"/>
                    <a:pt x="45897" y="58025"/>
                    <a:pt x="42290" y="62657"/>
                  </a:cubicBezTo>
                  <a:cubicBezTo>
                    <a:pt x="38683" y="67290"/>
                    <a:pt x="34580" y="57495"/>
                    <a:pt x="30973" y="62657"/>
                  </a:cubicBezTo>
                  <a:cubicBezTo>
                    <a:pt x="27366" y="67819"/>
                    <a:pt x="23263" y="68316"/>
                    <a:pt x="21244" y="66760"/>
                  </a:cubicBezTo>
                  <a:cubicBezTo>
                    <a:pt x="20632" y="66240"/>
                    <a:pt x="20107" y="65626"/>
                    <a:pt x="19689" y="64940"/>
                  </a:cubicBezTo>
                  <a:cubicBezTo>
                    <a:pt x="15938" y="67781"/>
                    <a:pt x="12939" y="71496"/>
                    <a:pt x="10953" y="75761"/>
                  </a:cubicBezTo>
                  <a:cubicBezTo>
                    <a:pt x="8637" y="83074"/>
                    <a:pt x="2482" y="89626"/>
                    <a:pt x="2482" y="93101"/>
                  </a:cubicBezTo>
                  <a:cubicBezTo>
                    <a:pt x="2482" y="96575"/>
                    <a:pt x="4798" y="101175"/>
                    <a:pt x="4798" y="107329"/>
                  </a:cubicBezTo>
                  <a:cubicBezTo>
                    <a:pt x="4615" y="112432"/>
                    <a:pt x="6404" y="117410"/>
                    <a:pt x="9795" y="121228"/>
                  </a:cubicBezTo>
                  <a:cubicBezTo>
                    <a:pt x="11899" y="124274"/>
                    <a:pt x="12860" y="127965"/>
                    <a:pt x="12508" y="131651"/>
                  </a:cubicBezTo>
                  <a:cubicBezTo>
                    <a:pt x="13607" y="133685"/>
                    <a:pt x="14892" y="135612"/>
                    <a:pt x="16347" y="137409"/>
                  </a:cubicBezTo>
                  <a:cubicBezTo>
                    <a:pt x="19027" y="140718"/>
                    <a:pt x="26737" y="145880"/>
                    <a:pt x="27531" y="148593"/>
                  </a:cubicBezTo>
                  <a:cubicBezTo>
                    <a:pt x="28112" y="149911"/>
                    <a:pt x="29179" y="150954"/>
                    <a:pt x="30510" y="151505"/>
                  </a:cubicBezTo>
                  <a:cubicBezTo>
                    <a:pt x="30874" y="150943"/>
                    <a:pt x="31204" y="150347"/>
                    <a:pt x="31568" y="149884"/>
                  </a:cubicBezTo>
                  <a:cubicBezTo>
                    <a:pt x="34225" y="146150"/>
                    <a:pt x="35404" y="141564"/>
                    <a:pt x="34877" y="137012"/>
                  </a:cubicBezTo>
                  <a:lnTo>
                    <a:pt x="44540" y="134861"/>
                  </a:lnTo>
                  <a:lnTo>
                    <a:pt x="52018" y="132743"/>
                  </a:lnTo>
                  <a:lnTo>
                    <a:pt x="67041" y="134861"/>
                  </a:lnTo>
                  <a:lnTo>
                    <a:pt x="67041" y="123081"/>
                  </a:lnTo>
                  <a:cubicBezTo>
                    <a:pt x="67041" y="123081"/>
                    <a:pt x="77763" y="109150"/>
                    <a:pt x="85274" y="109150"/>
                  </a:cubicBezTo>
                  <a:cubicBezTo>
                    <a:pt x="92786" y="109150"/>
                    <a:pt x="99205" y="118812"/>
                    <a:pt x="99205" y="118812"/>
                  </a:cubicBezTo>
                  <a:lnTo>
                    <a:pt x="132296" y="125232"/>
                  </a:lnTo>
                  <a:cubicBezTo>
                    <a:pt x="132296" y="125232"/>
                    <a:pt x="134447" y="115602"/>
                    <a:pt x="137657" y="113451"/>
                  </a:cubicBezTo>
                  <a:cubicBezTo>
                    <a:pt x="140866" y="111300"/>
                    <a:pt x="147319" y="115602"/>
                    <a:pt x="151588" y="113451"/>
                  </a:cubicBezTo>
                  <a:cubicBezTo>
                    <a:pt x="157158" y="110252"/>
                    <a:pt x="163405" y="108415"/>
                    <a:pt x="169821" y="108091"/>
                  </a:cubicBezTo>
                  <a:cubicBezTo>
                    <a:pt x="177332" y="108091"/>
                    <a:pt x="180542" y="112359"/>
                    <a:pt x="183752" y="105940"/>
                  </a:cubicBezTo>
                  <a:cubicBezTo>
                    <a:pt x="186962" y="99520"/>
                    <a:pt x="203044" y="108091"/>
                    <a:pt x="203044" y="108091"/>
                  </a:cubicBezTo>
                  <a:lnTo>
                    <a:pt x="215916" y="105940"/>
                  </a:lnTo>
                  <a:lnTo>
                    <a:pt x="211614" y="95218"/>
                  </a:lnTo>
                  <a:cubicBezTo>
                    <a:pt x="211614" y="95218"/>
                    <a:pt x="199867" y="89924"/>
                    <a:pt x="199867" y="8671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F08257B-8B23-0243-81E7-A35343D69CBE}"/>
                </a:ext>
              </a:extLst>
            </p:cNvPr>
            <p:cNvSpPr/>
            <p:nvPr/>
          </p:nvSpPr>
          <p:spPr>
            <a:xfrm>
              <a:off x="4452842" y="2888601"/>
              <a:ext cx="208470" cy="168762"/>
            </a:xfrm>
            <a:custGeom>
              <a:avLst/>
              <a:gdLst>
                <a:gd name="connsiteX0" fmla="*/ 129085 w 208470"/>
                <a:gd name="connsiteY0" fmla="*/ 125240 h 168761"/>
                <a:gd name="connsiteX1" fmla="*/ 139343 w 208470"/>
                <a:gd name="connsiteY1" fmla="*/ 123685 h 168761"/>
                <a:gd name="connsiteX2" fmla="*/ 151686 w 208470"/>
                <a:gd name="connsiteY2" fmla="*/ 132421 h 168761"/>
                <a:gd name="connsiteX3" fmla="*/ 158899 w 208470"/>
                <a:gd name="connsiteY3" fmla="*/ 124711 h 168761"/>
                <a:gd name="connsiteX4" fmla="*/ 171738 w 208470"/>
                <a:gd name="connsiteY4" fmla="*/ 97974 h 168761"/>
                <a:gd name="connsiteX5" fmla="*/ 179978 w 208470"/>
                <a:gd name="connsiteY5" fmla="*/ 87716 h 168761"/>
                <a:gd name="connsiteX6" fmla="*/ 182030 w 208470"/>
                <a:gd name="connsiteY6" fmla="*/ 78450 h 168761"/>
                <a:gd name="connsiteX7" fmla="*/ 186133 w 208470"/>
                <a:gd name="connsiteY7" fmla="*/ 67133 h 168761"/>
                <a:gd name="connsiteX8" fmla="*/ 196391 w 208470"/>
                <a:gd name="connsiteY8" fmla="*/ 48139 h 168761"/>
                <a:gd name="connsiteX9" fmla="*/ 206682 w 208470"/>
                <a:gd name="connsiteY9" fmla="*/ 42481 h 168761"/>
                <a:gd name="connsiteX10" fmla="*/ 205656 w 208470"/>
                <a:gd name="connsiteY10" fmla="*/ 31693 h 168761"/>
                <a:gd name="connsiteX11" fmla="*/ 198475 w 208470"/>
                <a:gd name="connsiteY11" fmla="*/ 24512 h 168761"/>
                <a:gd name="connsiteX12" fmla="*/ 199534 w 208470"/>
                <a:gd name="connsiteY12" fmla="*/ 15115 h 168761"/>
                <a:gd name="connsiteX13" fmla="*/ 192916 w 208470"/>
                <a:gd name="connsiteY13" fmla="*/ 8033 h 168761"/>
                <a:gd name="connsiteX14" fmla="*/ 186762 w 208470"/>
                <a:gd name="connsiteY14" fmla="*/ 4460 h 168761"/>
                <a:gd name="connsiteX15" fmla="*/ 174452 w 208470"/>
                <a:gd name="connsiteY15" fmla="*/ 15744 h 168761"/>
                <a:gd name="connsiteX16" fmla="*/ 160057 w 208470"/>
                <a:gd name="connsiteY16" fmla="*/ 12170 h 168761"/>
                <a:gd name="connsiteX17" fmla="*/ 137953 w 208470"/>
                <a:gd name="connsiteY17" fmla="*/ 11640 h 168761"/>
                <a:gd name="connsiteX18" fmla="*/ 125114 w 208470"/>
                <a:gd name="connsiteY18" fmla="*/ 19880 h 168761"/>
                <a:gd name="connsiteX19" fmla="*/ 108138 w 208470"/>
                <a:gd name="connsiteY19" fmla="*/ 19880 h 168761"/>
                <a:gd name="connsiteX20" fmla="*/ 94902 w 208470"/>
                <a:gd name="connsiteY20" fmla="*/ 12666 h 168761"/>
                <a:gd name="connsiteX21" fmla="*/ 80508 w 208470"/>
                <a:gd name="connsiteY21" fmla="*/ 16769 h 168761"/>
                <a:gd name="connsiteX22" fmla="*/ 70581 w 208470"/>
                <a:gd name="connsiteY22" fmla="*/ 7537 h 168761"/>
                <a:gd name="connsiteX23" fmla="*/ 56716 w 208470"/>
                <a:gd name="connsiteY23" fmla="*/ 3434 h 168761"/>
                <a:gd name="connsiteX24" fmla="*/ 46425 w 208470"/>
                <a:gd name="connsiteY24" fmla="*/ 7008 h 168761"/>
                <a:gd name="connsiteX25" fmla="*/ 30508 w 208470"/>
                <a:gd name="connsiteY25" fmla="*/ 7008 h 168761"/>
                <a:gd name="connsiteX26" fmla="*/ 26372 w 208470"/>
                <a:gd name="connsiteY26" fmla="*/ 20906 h 168761"/>
                <a:gd name="connsiteX27" fmla="*/ 18662 w 208470"/>
                <a:gd name="connsiteY27" fmla="*/ 33248 h 168761"/>
                <a:gd name="connsiteX28" fmla="*/ 17040 w 208470"/>
                <a:gd name="connsiteY28" fmla="*/ 36557 h 168761"/>
                <a:gd name="connsiteX29" fmla="*/ 18794 w 208470"/>
                <a:gd name="connsiteY29" fmla="*/ 48239 h 168761"/>
                <a:gd name="connsiteX30" fmla="*/ 16875 w 208470"/>
                <a:gd name="connsiteY30" fmla="*/ 72924 h 168761"/>
                <a:gd name="connsiteX31" fmla="*/ 10257 w 208470"/>
                <a:gd name="connsiteY31" fmla="*/ 82851 h 168761"/>
                <a:gd name="connsiteX32" fmla="*/ 2911 w 208470"/>
                <a:gd name="connsiteY32" fmla="*/ 95558 h 168761"/>
                <a:gd name="connsiteX33" fmla="*/ 3307 w 208470"/>
                <a:gd name="connsiteY33" fmla="*/ 116008 h 168761"/>
                <a:gd name="connsiteX34" fmla="*/ 8635 w 208470"/>
                <a:gd name="connsiteY34" fmla="*/ 129707 h 168761"/>
                <a:gd name="connsiteX35" fmla="*/ 8834 w 208470"/>
                <a:gd name="connsiteY35" fmla="*/ 129873 h 168761"/>
                <a:gd name="connsiteX36" fmla="*/ 34777 w 208470"/>
                <a:gd name="connsiteY36" fmla="*/ 136491 h 168761"/>
                <a:gd name="connsiteX37" fmla="*/ 51322 w 208470"/>
                <a:gd name="connsiteY37" fmla="*/ 154227 h 168761"/>
                <a:gd name="connsiteX38" fmla="*/ 60554 w 208470"/>
                <a:gd name="connsiteY38" fmla="*/ 169118 h 168761"/>
                <a:gd name="connsiteX39" fmla="*/ 78291 w 208470"/>
                <a:gd name="connsiteY39" fmla="*/ 165247 h 168761"/>
                <a:gd name="connsiteX40" fmla="*/ 101454 w 208470"/>
                <a:gd name="connsiteY40" fmla="*/ 162699 h 168761"/>
                <a:gd name="connsiteX41" fmla="*/ 104234 w 208470"/>
                <a:gd name="connsiteY41" fmla="*/ 162699 h 168761"/>
                <a:gd name="connsiteX42" fmla="*/ 109297 w 208470"/>
                <a:gd name="connsiteY42" fmla="*/ 144036 h 168761"/>
                <a:gd name="connsiteX43" fmla="*/ 129085 w 208470"/>
                <a:gd name="connsiteY43" fmla="*/ 125240 h 16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08470" h="168761">
                  <a:moveTo>
                    <a:pt x="129085" y="125240"/>
                  </a:moveTo>
                  <a:cubicBezTo>
                    <a:pt x="131136" y="124711"/>
                    <a:pt x="135703" y="126266"/>
                    <a:pt x="139343" y="123685"/>
                  </a:cubicBezTo>
                  <a:cubicBezTo>
                    <a:pt x="142983" y="121104"/>
                    <a:pt x="150660" y="127292"/>
                    <a:pt x="151686" y="132421"/>
                  </a:cubicBezTo>
                  <a:cubicBezTo>
                    <a:pt x="152711" y="137550"/>
                    <a:pt x="155789" y="130369"/>
                    <a:pt x="158899" y="124711"/>
                  </a:cubicBezTo>
                  <a:cubicBezTo>
                    <a:pt x="162010" y="119052"/>
                    <a:pt x="171738" y="102077"/>
                    <a:pt x="171738" y="97974"/>
                  </a:cubicBezTo>
                  <a:cubicBezTo>
                    <a:pt x="171738" y="93870"/>
                    <a:pt x="179978" y="90264"/>
                    <a:pt x="179978" y="87716"/>
                  </a:cubicBezTo>
                  <a:cubicBezTo>
                    <a:pt x="179978" y="85167"/>
                    <a:pt x="179448" y="79476"/>
                    <a:pt x="182030" y="78450"/>
                  </a:cubicBezTo>
                  <a:cubicBezTo>
                    <a:pt x="184611" y="77424"/>
                    <a:pt x="186629" y="69714"/>
                    <a:pt x="186133" y="67133"/>
                  </a:cubicBezTo>
                  <a:cubicBezTo>
                    <a:pt x="185637" y="64552"/>
                    <a:pt x="194869" y="50191"/>
                    <a:pt x="196391" y="48139"/>
                  </a:cubicBezTo>
                  <a:cubicBezTo>
                    <a:pt x="197913" y="46088"/>
                    <a:pt x="206318" y="47113"/>
                    <a:pt x="206682" y="42481"/>
                  </a:cubicBezTo>
                  <a:cubicBezTo>
                    <a:pt x="207046" y="37848"/>
                    <a:pt x="208734" y="32554"/>
                    <a:pt x="205656" y="31693"/>
                  </a:cubicBezTo>
                  <a:cubicBezTo>
                    <a:pt x="202579" y="30833"/>
                    <a:pt x="198475" y="27060"/>
                    <a:pt x="198475" y="24512"/>
                  </a:cubicBezTo>
                  <a:cubicBezTo>
                    <a:pt x="198499" y="21351"/>
                    <a:pt x="198854" y="18202"/>
                    <a:pt x="199534" y="15115"/>
                  </a:cubicBezTo>
                  <a:cubicBezTo>
                    <a:pt x="195431" y="14552"/>
                    <a:pt x="195200" y="10416"/>
                    <a:pt x="192916" y="8033"/>
                  </a:cubicBezTo>
                  <a:cubicBezTo>
                    <a:pt x="190633" y="5651"/>
                    <a:pt x="190368" y="3434"/>
                    <a:pt x="186762" y="4460"/>
                  </a:cubicBezTo>
                  <a:cubicBezTo>
                    <a:pt x="183155" y="5485"/>
                    <a:pt x="179051" y="14221"/>
                    <a:pt x="174452" y="15744"/>
                  </a:cubicBezTo>
                  <a:cubicBezTo>
                    <a:pt x="169852" y="17266"/>
                    <a:pt x="163135" y="13692"/>
                    <a:pt x="160057" y="12170"/>
                  </a:cubicBezTo>
                  <a:cubicBezTo>
                    <a:pt x="156980" y="10647"/>
                    <a:pt x="142553" y="12170"/>
                    <a:pt x="137953" y="11640"/>
                  </a:cubicBezTo>
                  <a:cubicBezTo>
                    <a:pt x="133353" y="11111"/>
                    <a:pt x="128688" y="17795"/>
                    <a:pt x="125114" y="19880"/>
                  </a:cubicBezTo>
                  <a:cubicBezTo>
                    <a:pt x="121540" y="21965"/>
                    <a:pt x="111216" y="20906"/>
                    <a:pt x="108138" y="19880"/>
                  </a:cubicBezTo>
                  <a:cubicBezTo>
                    <a:pt x="105061" y="18854"/>
                    <a:pt x="97847" y="12666"/>
                    <a:pt x="94902" y="12666"/>
                  </a:cubicBezTo>
                  <a:cubicBezTo>
                    <a:pt x="89841" y="12838"/>
                    <a:pt x="84899" y="14247"/>
                    <a:pt x="80508" y="16769"/>
                  </a:cubicBezTo>
                  <a:cubicBezTo>
                    <a:pt x="75379" y="19880"/>
                    <a:pt x="73890" y="11144"/>
                    <a:pt x="70581" y="7537"/>
                  </a:cubicBezTo>
                  <a:cubicBezTo>
                    <a:pt x="67272" y="3930"/>
                    <a:pt x="60653" y="7008"/>
                    <a:pt x="56716" y="3434"/>
                  </a:cubicBezTo>
                  <a:cubicBezTo>
                    <a:pt x="52778" y="-140"/>
                    <a:pt x="50098" y="7537"/>
                    <a:pt x="46425" y="7008"/>
                  </a:cubicBezTo>
                  <a:cubicBezTo>
                    <a:pt x="42751" y="6478"/>
                    <a:pt x="33585" y="4460"/>
                    <a:pt x="30508" y="7008"/>
                  </a:cubicBezTo>
                  <a:cubicBezTo>
                    <a:pt x="27431" y="9556"/>
                    <a:pt x="27927" y="19350"/>
                    <a:pt x="26372" y="20906"/>
                  </a:cubicBezTo>
                  <a:cubicBezTo>
                    <a:pt x="24816" y="22461"/>
                    <a:pt x="18662" y="29642"/>
                    <a:pt x="18662" y="33248"/>
                  </a:cubicBezTo>
                  <a:cubicBezTo>
                    <a:pt x="18733" y="34558"/>
                    <a:pt x="18119" y="35811"/>
                    <a:pt x="17040" y="36557"/>
                  </a:cubicBezTo>
                  <a:cubicBezTo>
                    <a:pt x="17702" y="40793"/>
                    <a:pt x="18595" y="46253"/>
                    <a:pt x="18794" y="48239"/>
                  </a:cubicBezTo>
                  <a:cubicBezTo>
                    <a:pt x="19191" y="51746"/>
                    <a:pt x="20713" y="69086"/>
                    <a:pt x="16875" y="72924"/>
                  </a:cubicBezTo>
                  <a:cubicBezTo>
                    <a:pt x="14153" y="75859"/>
                    <a:pt x="11919" y="79210"/>
                    <a:pt x="10257" y="82851"/>
                  </a:cubicBezTo>
                  <a:cubicBezTo>
                    <a:pt x="6238" y="85961"/>
                    <a:pt x="3600" y="90523"/>
                    <a:pt x="2911" y="95558"/>
                  </a:cubicBezTo>
                  <a:cubicBezTo>
                    <a:pt x="1752" y="104029"/>
                    <a:pt x="3307" y="109456"/>
                    <a:pt x="3307" y="116008"/>
                  </a:cubicBezTo>
                  <a:cubicBezTo>
                    <a:pt x="3307" y="120608"/>
                    <a:pt x="6617" y="123950"/>
                    <a:pt x="8635" y="129707"/>
                  </a:cubicBezTo>
                  <a:cubicBezTo>
                    <a:pt x="8635" y="129707"/>
                    <a:pt x="8635" y="129707"/>
                    <a:pt x="8834" y="129873"/>
                  </a:cubicBezTo>
                  <a:cubicBezTo>
                    <a:pt x="11911" y="134009"/>
                    <a:pt x="26570" y="134737"/>
                    <a:pt x="34777" y="136491"/>
                  </a:cubicBezTo>
                  <a:cubicBezTo>
                    <a:pt x="42983" y="138245"/>
                    <a:pt x="51322" y="149727"/>
                    <a:pt x="51322" y="154227"/>
                  </a:cubicBezTo>
                  <a:cubicBezTo>
                    <a:pt x="51322" y="158728"/>
                    <a:pt x="56716" y="167067"/>
                    <a:pt x="60554" y="169118"/>
                  </a:cubicBezTo>
                  <a:cubicBezTo>
                    <a:pt x="64393" y="171170"/>
                    <a:pt x="73790" y="165247"/>
                    <a:pt x="78291" y="165247"/>
                  </a:cubicBezTo>
                  <a:cubicBezTo>
                    <a:pt x="82791" y="165247"/>
                    <a:pt x="98344" y="165545"/>
                    <a:pt x="101454" y="162699"/>
                  </a:cubicBezTo>
                  <a:cubicBezTo>
                    <a:pt x="102245" y="161991"/>
                    <a:pt x="103442" y="161991"/>
                    <a:pt x="104234" y="162699"/>
                  </a:cubicBezTo>
                  <a:cubicBezTo>
                    <a:pt x="106489" y="156646"/>
                    <a:pt x="108184" y="150398"/>
                    <a:pt x="109297" y="144036"/>
                  </a:cubicBezTo>
                  <a:cubicBezTo>
                    <a:pt x="109297" y="144036"/>
                    <a:pt x="126901" y="125737"/>
                    <a:pt x="129085" y="1252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65F5117-BFF5-3645-8AE5-77021F125F7B}"/>
                </a:ext>
              </a:extLst>
            </p:cNvPr>
            <p:cNvSpPr/>
            <p:nvPr/>
          </p:nvSpPr>
          <p:spPr>
            <a:xfrm>
              <a:off x="4418162" y="2914189"/>
              <a:ext cx="56254" cy="109199"/>
            </a:xfrm>
            <a:custGeom>
              <a:avLst/>
              <a:gdLst>
                <a:gd name="connsiteX0" fmla="*/ 37459 w 56253"/>
                <a:gd name="connsiteY0" fmla="*/ 70368 h 109198"/>
                <a:gd name="connsiteX1" fmla="*/ 44805 w 56253"/>
                <a:gd name="connsiteY1" fmla="*/ 57661 h 109198"/>
                <a:gd name="connsiteX2" fmla="*/ 51423 w 56253"/>
                <a:gd name="connsiteY2" fmla="*/ 47734 h 109198"/>
                <a:gd name="connsiteX3" fmla="*/ 53342 w 56253"/>
                <a:gd name="connsiteY3" fmla="*/ 23048 h 109198"/>
                <a:gd name="connsiteX4" fmla="*/ 51588 w 56253"/>
                <a:gd name="connsiteY4" fmla="*/ 11367 h 109198"/>
                <a:gd name="connsiteX5" fmla="*/ 46029 w 56253"/>
                <a:gd name="connsiteY5" fmla="*/ 11003 h 109198"/>
                <a:gd name="connsiteX6" fmla="*/ 40371 w 56253"/>
                <a:gd name="connsiteY6" fmla="*/ 2764 h 109198"/>
                <a:gd name="connsiteX7" fmla="*/ 34216 w 56253"/>
                <a:gd name="connsiteY7" fmla="*/ 11003 h 109198"/>
                <a:gd name="connsiteX8" fmla="*/ 29583 w 56253"/>
                <a:gd name="connsiteY8" fmla="*/ 17621 h 109198"/>
                <a:gd name="connsiteX9" fmla="*/ 15189 w 56253"/>
                <a:gd name="connsiteY9" fmla="*/ 20666 h 109198"/>
                <a:gd name="connsiteX10" fmla="*/ 5261 w 56253"/>
                <a:gd name="connsiteY10" fmla="*/ 27284 h 109198"/>
                <a:gd name="connsiteX11" fmla="*/ 2482 w 56253"/>
                <a:gd name="connsiteY11" fmla="*/ 27284 h 109198"/>
                <a:gd name="connsiteX12" fmla="*/ 11946 w 56253"/>
                <a:gd name="connsiteY12" fmla="*/ 43564 h 109198"/>
                <a:gd name="connsiteX13" fmla="*/ 15255 w 56253"/>
                <a:gd name="connsiteY13" fmla="*/ 56801 h 109198"/>
                <a:gd name="connsiteX14" fmla="*/ 17968 w 56253"/>
                <a:gd name="connsiteY14" fmla="*/ 77217 h 109198"/>
                <a:gd name="connsiteX15" fmla="*/ 19457 w 56253"/>
                <a:gd name="connsiteY15" fmla="*/ 109216 h 109198"/>
                <a:gd name="connsiteX16" fmla="*/ 31072 w 56253"/>
                <a:gd name="connsiteY16" fmla="*/ 108190 h 109198"/>
                <a:gd name="connsiteX17" fmla="*/ 42952 w 56253"/>
                <a:gd name="connsiteY17" fmla="*/ 104418 h 109198"/>
                <a:gd name="connsiteX18" fmla="*/ 37624 w 56253"/>
                <a:gd name="connsiteY18" fmla="*/ 90718 h 109198"/>
                <a:gd name="connsiteX19" fmla="*/ 37459 w 56253"/>
                <a:gd name="connsiteY19" fmla="*/ 70368 h 10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6253" h="109198">
                  <a:moveTo>
                    <a:pt x="37459" y="70368"/>
                  </a:moveTo>
                  <a:cubicBezTo>
                    <a:pt x="38148" y="65333"/>
                    <a:pt x="40786" y="60770"/>
                    <a:pt x="44805" y="57661"/>
                  </a:cubicBezTo>
                  <a:cubicBezTo>
                    <a:pt x="46467" y="54020"/>
                    <a:pt x="48701" y="50668"/>
                    <a:pt x="51423" y="47734"/>
                  </a:cubicBezTo>
                  <a:cubicBezTo>
                    <a:pt x="55261" y="43895"/>
                    <a:pt x="53739" y="26556"/>
                    <a:pt x="53342" y="23048"/>
                  </a:cubicBezTo>
                  <a:cubicBezTo>
                    <a:pt x="53144" y="21063"/>
                    <a:pt x="52250" y="15603"/>
                    <a:pt x="51588" y="11367"/>
                  </a:cubicBezTo>
                  <a:cubicBezTo>
                    <a:pt x="49784" y="12145"/>
                    <a:pt x="47716" y="12009"/>
                    <a:pt x="46029" y="11003"/>
                  </a:cubicBezTo>
                  <a:cubicBezTo>
                    <a:pt x="41397" y="8952"/>
                    <a:pt x="45500" y="4385"/>
                    <a:pt x="40371" y="2764"/>
                  </a:cubicBezTo>
                  <a:cubicBezTo>
                    <a:pt x="35242" y="1142"/>
                    <a:pt x="33190" y="6867"/>
                    <a:pt x="34216" y="11003"/>
                  </a:cubicBezTo>
                  <a:cubicBezTo>
                    <a:pt x="35242" y="15139"/>
                    <a:pt x="31635" y="15106"/>
                    <a:pt x="29583" y="17621"/>
                  </a:cubicBezTo>
                  <a:cubicBezTo>
                    <a:pt x="27532" y="20136"/>
                    <a:pt x="18266" y="20666"/>
                    <a:pt x="15189" y="20666"/>
                  </a:cubicBezTo>
                  <a:cubicBezTo>
                    <a:pt x="12111" y="20666"/>
                    <a:pt x="8571" y="26324"/>
                    <a:pt x="5261" y="27284"/>
                  </a:cubicBezTo>
                  <a:cubicBezTo>
                    <a:pt x="4344" y="27463"/>
                    <a:pt x="3400" y="27463"/>
                    <a:pt x="2482" y="27284"/>
                  </a:cubicBezTo>
                  <a:cubicBezTo>
                    <a:pt x="3210" y="40851"/>
                    <a:pt x="5460" y="39792"/>
                    <a:pt x="11946" y="43564"/>
                  </a:cubicBezTo>
                  <a:cubicBezTo>
                    <a:pt x="19259" y="47800"/>
                    <a:pt x="12310" y="53491"/>
                    <a:pt x="15255" y="56801"/>
                  </a:cubicBezTo>
                  <a:cubicBezTo>
                    <a:pt x="18200" y="60110"/>
                    <a:pt x="17207" y="67588"/>
                    <a:pt x="17968" y="77217"/>
                  </a:cubicBezTo>
                  <a:cubicBezTo>
                    <a:pt x="18432" y="83041"/>
                    <a:pt x="19060" y="98164"/>
                    <a:pt x="19457" y="109216"/>
                  </a:cubicBezTo>
                  <a:cubicBezTo>
                    <a:pt x="23291" y="108533"/>
                    <a:pt x="27178" y="108190"/>
                    <a:pt x="31072" y="108190"/>
                  </a:cubicBezTo>
                  <a:cubicBezTo>
                    <a:pt x="36598" y="108190"/>
                    <a:pt x="39941" y="100877"/>
                    <a:pt x="42952" y="104418"/>
                  </a:cubicBezTo>
                  <a:cubicBezTo>
                    <a:pt x="41065" y="98660"/>
                    <a:pt x="37624" y="95318"/>
                    <a:pt x="37624" y="90718"/>
                  </a:cubicBezTo>
                  <a:cubicBezTo>
                    <a:pt x="38021" y="84100"/>
                    <a:pt x="36300" y="78673"/>
                    <a:pt x="37459" y="7036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E88BAF-6705-5741-A111-2E05A414B76A}"/>
                </a:ext>
              </a:extLst>
            </p:cNvPr>
            <p:cNvSpPr/>
            <p:nvPr/>
          </p:nvSpPr>
          <p:spPr>
            <a:xfrm>
              <a:off x="4403073" y="2936659"/>
              <a:ext cx="36400" cy="92654"/>
            </a:xfrm>
            <a:custGeom>
              <a:avLst/>
              <a:gdLst>
                <a:gd name="connsiteX0" fmla="*/ 30576 w 36399"/>
                <a:gd name="connsiteY0" fmla="*/ 34264 h 92653"/>
                <a:gd name="connsiteX1" fmla="*/ 27267 w 36399"/>
                <a:gd name="connsiteY1" fmla="*/ 21028 h 92653"/>
                <a:gd name="connsiteX2" fmla="*/ 17803 w 36399"/>
                <a:gd name="connsiteY2" fmla="*/ 4747 h 92653"/>
                <a:gd name="connsiteX3" fmla="*/ 4567 w 36399"/>
                <a:gd name="connsiteY3" fmla="*/ 2497 h 92653"/>
                <a:gd name="connsiteX4" fmla="*/ 2482 w 36399"/>
                <a:gd name="connsiteY4" fmla="*/ 2861 h 92653"/>
                <a:gd name="connsiteX5" fmla="*/ 5989 w 36399"/>
                <a:gd name="connsiteY5" fmla="*/ 14079 h 92653"/>
                <a:gd name="connsiteX6" fmla="*/ 10225 w 36399"/>
                <a:gd name="connsiteY6" fmla="*/ 24469 h 92653"/>
                <a:gd name="connsiteX7" fmla="*/ 10622 w 36399"/>
                <a:gd name="connsiteY7" fmla="*/ 48758 h 92653"/>
                <a:gd name="connsiteX8" fmla="*/ 15255 w 36399"/>
                <a:gd name="connsiteY8" fmla="*/ 72649 h 92653"/>
                <a:gd name="connsiteX9" fmla="*/ 21608 w 36399"/>
                <a:gd name="connsiteY9" fmla="*/ 92669 h 92653"/>
                <a:gd name="connsiteX10" fmla="*/ 25116 w 36399"/>
                <a:gd name="connsiteY10" fmla="*/ 90385 h 92653"/>
                <a:gd name="connsiteX11" fmla="*/ 34844 w 36399"/>
                <a:gd name="connsiteY11" fmla="*/ 86547 h 92653"/>
                <a:gd name="connsiteX12" fmla="*/ 33355 w 36399"/>
                <a:gd name="connsiteY12" fmla="*/ 54548 h 92653"/>
                <a:gd name="connsiteX13" fmla="*/ 30576 w 36399"/>
                <a:gd name="connsiteY13" fmla="*/ 34264 h 9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399" h="92653">
                  <a:moveTo>
                    <a:pt x="30576" y="34264"/>
                  </a:moveTo>
                  <a:cubicBezTo>
                    <a:pt x="27498" y="31153"/>
                    <a:pt x="34447" y="25396"/>
                    <a:pt x="27267" y="21028"/>
                  </a:cubicBezTo>
                  <a:cubicBezTo>
                    <a:pt x="20648" y="17255"/>
                    <a:pt x="18531" y="18314"/>
                    <a:pt x="17803" y="4747"/>
                  </a:cubicBezTo>
                  <a:cubicBezTo>
                    <a:pt x="14097" y="4515"/>
                    <a:pt x="8603" y="2894"/>
                    <a:pt x="4567" y="2497"/>
                  </a:cubicBezTo>
                  <a:cubicBezTo>
                    <a:pt x="3852" y="2436"/>
                    <a:pt x="3133" y="2561"/>
                    <a:pt x="2482" y="2861"/>
                  </a:cubicBezTo>
                  <a:cubicBezTo>
                    <a:pt x="3342" y="7791"/>
                    <a:pt x="4533" y="13251"/>
                    <a:pt x="5989" y="14079"/>
                  </a:cubicBezTo>
                  <a:cubicBezTo>
                    <a:pt x="8703" y="15601"/>
                    <a:pt x="10622" y="18711"/>
                    <a:pt x="10225" y="24469"/>
                  </a:cubicBezTo>
                  <a:cubicBezTo>
                    <a:pt x="9828" y="30227"/>
                    <a:pt x="8306" y="42967"/>
                    <a:pt x="10622" y="48758"/>
                  </a:cubicBezTo>
                  <a:cubicBezTo>
                    <a:pt x="13567" y="56385"/>
                    <a:pt x="15135" y="64474"/>
                    <a:pt x="15255" y="72649"/>
                  </a:cubicBezTo>
                  <a:cubicBezTo>
                    <a:pt x="15993" y="79684"/>
                    <a:pt x="18155" y="86495"/>
                    <a:pt x="21608" y="92669"/>
                  </a:cubicBezTo>
                  <a:cubicBezTo>
                    <a:pt x="22858" y="92040"/>
                    <a:pt x="24035" y="91274"/>
                    <a:pt x="25116" y="90385"/>
                  </a:cubicBezTo>
                  <a:cubicBezTo>
                    <a:pt x="28003" y="88343"/>
                    <a:pt x="31340" y="87026"/>
                    <a:pt x="34844" y="86547"/>
                  </a:cubicBezTo>
                  <a:cubicBezTo>
                    <a:pt x="34447" y="75495"/>
                    <a:pt x="33818" y="60372"/>
                    <a:pt x="33355" y="54548"/>
                  </a:cubicBezTo>
                  <a:cubicBezTo>
                    <a:pt x="32528" y="45051"/>
                    <a:pt x="33686" y="37341"/>
                    <a:pt x="30576" y="3426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D1DAB72-CB8B-A64A-B055-96C52CD00C32}"/>
                </a:ext>
              </a:extLst>
            </p:cNvPr>
            <p:cNvSpPr/>
            <p:nvPr/>
          </p:nvSpPr>
          <p:spPr>
            <a:xfrm>
              <a:off x="4554429" y="2901267"/>
              <a:ext cx="132362" cy="201852"/>
            </a:xfrm>
            <a:custGeom>
              <a:avLst/>
              <a:gdLst>
                <a:gd name="connsiteX0" fmla="*/ 56188 w 132362"/>
                <a:gd name="connsiteY0" fmla="*/ 192918 h 201852"/>
                <a:gd name="connsiteX1" fmla="*/ 102283 w 132362"/>
                <a:gd name="connsiteY1" fmla="*/ 193977 h 201852"/>
                <a:gd name="connsiteX2" fmla="*/ 126936 w 132362"/>
                <a:gd name="connsiteY2" fmla="*/ 202547 h 201852"/>
                <a:gd name="connsiteX3" fmla="*/ 131237 w 132362"/>
                <a:gd name="connsiteY3" fmla="*/ 187028 h 201852"/>
                <a:gd name="connsiteX4" fmla="*/ 128259 w 132362"/>
                <a:gd name="connsiteY4" fmla="*/ 184116 h 201852"/>
                <a:gd name="connsiteX5" fmla="*/ 117075 w 132362"/>
                <a:gd name="connsiteY5" fmla="*/ 172931 h 201852"/>
                <a:gd name="connsiteX6" fmla="*/ 113236 w 132362"/>
                <a:gd name="connsiteY6" fmla="*/ 167174 h 201852"/>
                <a:gd name="connsiteX7" fmla="*/ 110523 w 132362"/>
                <a:gd name="connsiteY7" fmla="*/ 156750 h 201852"/>
                <a:gd name="connsiteX8" fmla="*/ 105526 w 132362"/>
                <a:gd name="connsiteY8" fmla="*/ 142852 h 201852"/>
                <a:gd name="connsiteX9" fmla="*/ 103210 w 132362"/>
                <a:gd name="connsiteY9" fmla="*/ 128623 h 201852"/>
                <a:gd name="connsiteX10" fmla="*/ 111681 w 132362"/>
                <a:gd name="connsiteY10" fmla="*/ 111284 h 201852"/>
                <a:gd name="connsiteX11" fmla="*/ 120417 w 132362"/>
                <a:gd name="connsiteY11" fmla="*/ 100463 h 201852"/>
                <a:gd name="connsiteX12" fmla="*/ 115255 w 132362"/>
                <a:gd name="connsiteY12" fmla="*/ 87889 h 201852"/>
                <a:gd name="connsiteX13" fmla="*/ 100860 w 132362"/>
                <a:gd name="connsiteY13" fmla="*/ 72998 h 201852"/>
                <a:gd name="connsiteX14" fmla="*/ 96790 w 132362"/>
                <a:gd name="connsiteY14" fmla="*/ 60655 h 201852"/>
                <a:gd name="connsiteX15" fmla="*/ 111681 w 132362"/>
                <a:gd name="connsiteY15" fmla="*/ 58603 h 201852"/>
                <a:gd name="connsiteX16" fmla="*/ 118895 w 132362"/>
                <a:gd name="connsiteY16" fmla="*/ 56022 h 201852"/>
                <a:gd name="connsiteX17" fmla="*/ 111681 w 132362"/>
                <a:gd name="connsiteY17" fmla="*/ 34447 h 201852"/>
                <a:gd name="connsiteX18" fmla="*/ 109629 w 132362"/>
                <a:gd name="connsiteY18" fmla="*/ 19027 h 201852"/>
                <a:gd name="connsiteX19" fmla="*/ 98809 w 132362"/>
                <a:gd name="connsiteY19" fmla="*/ 2482 h 201852"/>
                <a:gd name="connsiteX20" fmla="*/ 97849 w 132362"/>
                <a:gd name="connsiteY20" fmla="*/ 2482 h 201852"/>
                <a:gd name="connsiteX21" fmla="*/ 96790 w 132362"/>
                <a:gd name="connsiteY21" fmla="*/ 11880 h 201852"/>
                <a:gd name="connsiteX22" fmla="*/ 103971 w 132362"/>
                <a:gd name="connsiteY22" fmla="*/ 19060 h 201852"/>
                <a:gd name="connsiteX23" fmla="*/ 104996 w 132362"/>
                <a:gd name="connsiteY23" fmla="*/ 29848 h 201852"/>
                <a:gd name="connsiteX24" fmla="*/ 94705 w 132362"/>
                <a:gd name="connsiteY24" fmla="*/ 35506 h 201852"/>
                <a:gd name="connsiteX25" fmla="*/ 84447 w 132362"/>
                <a:gd name="connsiteY25" fmla="*/ 54500 h 201852"/>
                <a:gd name="connsiteX26" fmla="*/ 80344 w 132362"/>
                <a:gd name="connsiteY26" fmla="*/ 65817 h 201852"/>
                <a:gd name="connsiteX27" fmla="*/ 78292 w 132362"/>
                <a:gd name="connsiteY27" fmla="*/ 75082 h 201852"/>
                <a:gd name="connsiteX28" fmla="*/ 70053 w 132362"/>
                <a:gd name="connsiteY28" fmla="*/ 85340 h 201852"/>
                <a:gd name="connsiteX29" fmla="*/ 57214 w 132362"/>
                <a:gd name="connsiteY29" fmla="*/ 112078 h 201852"/>
                <a:gd name="connsiteX30" fmla="*/ 50000 w 132362"/>
                <a:gd name="connsiteY30" fmla="*/ 119788 h 201852"/>
                <a:gd name="connsiteX31" fmla="*/ 37657 w 132362"/>
                <a:gd name="connsiteY31" fmla="*/ 111052 h 201852"/>
                <a:gd name="connsiteX32" fmla="*/ 27399 w 132362"/>
                <a:gd name="connsiteY32" fmla="*/ 112607 h 201852"/>
                <a:gd name="connsiteX33" fmla="*/ 7545 w 132362"/>
                <a:gd name="connsiteY33" fmla="*/ 131568 h 201852"/>
                <a:gd name="connsiteX34" fmla="*/ 2482 w 132362"/>
                <a:gd name="connsiteY34" fmla="*/ 150231 h 201852"/>
                <a:gd name="connsiteX35" fmla="*/ 9729 w 132362"/>
                <a:gd name="connsiteY35" fmla="*/ 159860 h 201852"/>
                <a:gd name="connsiteX36" fmla="*/ 22965 w 132362"/>
                <a:gd name="connsiteY36" fmla="*/ 162706 h 201852"/>
                <a:gd name="connsiteX37" fmla="*/ 27829 w 132362"/>
                <a:gd name="connsiteY37" fmla="*/ 179649 h 201852"/>
                <a:gd name="connsiteX38" fmla="*/ 24520 w 132362"/>
                <a:gd name="connsiteY38" fmla="*/ 195069 h 201852"/>
                <a:gd name="connsiteX39" fmla="*/ 48610 w 132362"/>
                <a:gd name="connsiteY39" fmla="*/ 195069 h 20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2362" h="201852">
                  <a:moveTo>
                    <a:pt x="56188" y="192918"/>
                  </a:moveTo>
                  <a:cubicBezTo>
                    <a:pt x="56188" y="192918"/>
                    <a:pt x="96955" y="195036"/>
                    <a:pt x="102283" y="193977"/>
                  </a:cubicBezTo>
                  <a:cubicBezTo>
                    <a:pt x="107611" y="192918"/>
                    <a:pt x="126936" y="202547"/>
                    <a:pt x="126936" y="202547"/>
                  </a:cubicBezTo>
                  <a:cubicBezTo>
                    <a:pt x="127458" y="197164"/>
                    <a:pt x="128914" y="191912"/>
                    <a:pt x="131237" y="187028"/>
                  </a:cubicBezTo>
                  <a:cubicBezTo>
                    <a:pt x="129907" y="186477"/>
                    <a:pt x="128840" y="185434"/>
                    <a:pt x="128259" y="184116"/>
                  </a:cubicBezTo>
                  <a:cubicBezTo>
                    <a:pt x="127465" y="181402"/>
                    <a:pt x="119755" y="176406"/>
                    <a:pt x="117075" y="172931"/>
                  </a:cubicBezTo>
                  <a:cubicBezTo>
                    <a:pt x="115620" y="171135"/>
                    <a:pt x="114335" y="169207"/>
                    <a:pt x="113236" y="167174"/>
                  </a:cubicBezTo>
                  <a:cubicBezTo>
                    <a:pt x="113588" y="163488"/>
                    <a:pt x="112627" y="159796"/>
                    <a:pt x="110523" y="156750"/>
                  </a:cubicBezTo>
                  <a:cubicBezTo>
                    <a:pt x="107132" y="152932"/>
                    <a:pt x="105342" y="147955"/>
                    <a:pt x="105526" y="142852"/>
                  </a:cubicBezTo>
                  <a:cubicBezTo>
                    <a:pt x="105526" y="136697"/>
                    <a:pt x="103210" y="132064"/>
                    <a:pt x="103210" y="128623"/>
                  </a:cubicBezTo>
                  <a:cubicBezTo>
                    <a:pt x="103210" y="125181"/>
                    <a:pt x="109364" y="118696"/>
                    <a:pt x="111681" y="111284"/>
                  </a:cubicBezTo>
                  <a:cubicBezTo>
                    <a:pt x="113667" y="107018"/>
                    <a:pt x="116666" y="103304"/>
                    <a:pt x="120417" y="100463"/>
                  </a:cubicBezTo>
                  <a:cubicBezTo>
                    <a:pt x="118228" y="96479"/>
                    <a:pt x="116496" y="92261"/>
                    <a:pt x="115255" y="87889"/>
                  </a:cubicBezTo>
                  <a:cubicBezTo>
                    <a:pt x="113236" y="81270"/>
                    <a:pt x="107578" y="79153"/>
                    <a:pt x="100860" y="72998"/>
                  </a:cubicBezTo>
                  <a:cubicBezTo>
                    <a:pt x="94143" y="66843"/>
                    <a:pt x="96790" y="63236"/>
                    <a:pt x="96790" y="60655"/>
                  </a:cubicBezTo>
                  <a:cubicBezTo>
                    <a:pt x="96790" y="58074"/>
                    <a:pt x="105526" y="58074"/>
                    <a:pt x="111681" y="58603"/>
                  </a:cubicBezTo>
                  <a:cubicBezTo>
                    <a:pt x="117836" y="59133"/>
                    <a:pt x="121443" y="57577"/>
                    <a:pt x="118895" y="56022"/>
                  </a:cubicBezTo>
                  <a:cubicBezTo>
                    <a:pt x="116346" y="54467"/>
                    <a:pt x="111151" y="42786"/>
                    <a:pt x="111681" y="34447"/>
                  </a:cubicBezTo>
                  <a:cubicBezTo>
                    <a:pt x="112210" y="26108"/>
                    <a:pt x="109100" y="23660"/>
                    <a:pt x="109629" y="19027"/>
                  </a:cubicBezTo>
                  <a:cubicBezTo>
                    <a:pt x="110159" y="14394"/>
                    <a:pt x="103971" y="2482"/>
                    <a:pt x="98809" y="2482"/>
                  </a:cubicBezTo>
                  <a:cubicBezTo>
                    <a:pt x="98489" y="2514"/>
                    <a:pt x="98168" y="2514"/>
                    <a:pt x="97849" y="2482"/>
                  </a:cubicBezTo>
                  <a:cubicBezTo>
                    <a:pt x="97168" y="5569"/>
                    <a:pt x="96813" y="8719"/>
                    <a:pt x="96790" y="11880"/>
                  </a:cubicBezTo>
                  <a:cubicBezTo>
                    <a:pt x="96790" y="14427"/>
                    <a:pt x="100860" y="18034"/>
                    <a:pt x="103971" y="19060"/>
                  </a:cubicBezTo>
                  <a:cubicBezTo>
                    <a:pt x="107081" y="20086"/>
                    <a:pt x="105526" y="25248"/>
                    <a:pt x="104996" y="29848"/>
                  </a:cubicBezTo>
                  <a:cubicBezTo>
                    <a:pt x="104467" y="34447"/>
                    <a:pt x="96261" y="33421"/>
                    <a:pt x="94705" y="35506"/>
                  </a:cubicBezTo>
                  <a:cubicBezTo>
                    <a:pt x="93150" y="37591"/>
                    <a:pt x="83918" y="52051"/>
                    <a:pt x="84447" y="54500"/>
                  </a:cubicBezTo>
                  <a:cubicBezTo>
                    <a:pt x="84977" y="56949"/>
                    <a:pt x="82892" y="64791"/>
                    <a:pt x="80344" y="65817"/>
                  </a:cubicBezTo>
                  <a:cubicBezTo>
                    <a:pt x="77796" y="66843"/>
                    <a:pt x="78292" y="72435"/>
                    <a:pt x="78292" y="75082"/>
                  </a:cubicBezTo>
                  <a:cubicBezTo>
                    <a:pt x="78292" y="77730"/>
                    <a:pt x="70053" y="81237"/>
                    <a:pt x="70053" y="85340"/>
                  </a:cubicBezTo>
                  <a:cubicBezTo>
                    <a:pt x="70053" y="89444"/>
                    <a:pt x="60126" y="106419"/>
                    <a:pt x="57214" y="112078"/>
                  </a:cubicBezTo>
                  <a:cubicBezTo>
                    <a:pt x="54302" y="117736"/>
                    <a:pt x="51059" y="124917"/>
                    <a:pt x="50000" y="119788"/>
                  </a:cubicBezTo>
                  <a:cubicBezTo>
                    <a:pt x="48941" y="114659"/>
                    <a:pt x="41264" y="108504"/>
                    <a:pt x="37657" y="111052"/>
                  </a:cubicBezTo>
                  <a:cubicBezTo>
                    <a:pt x="34050" y="113600"/>
                    <a:pt x="29451" y="112078"/>
                    <a:pt x="27399" y="112607"/>
                  </a:cubicBezTo>
                  <a:cubicBezTo>
                    <a:pt x="25347" y="113137"/>
                    <a:pt x="7545" y="131568"/>
                    <a:pt x="7545" y="131568"/>
                  </a:cubicBezTo>
                  <a:cubicBezTo>
                    <a:pt x="6431" y="137931"/>
                    <a:pt x="4737" y="144178"/>
                    <a:pt x="2482" y="150231"/>
                  </a:cubicBezTo>
                  <a:cubicBezTo>
                    <a:pt x="4765" y="151654"/>
                    <a:pt x="7181" y="156220"/>
                    <a:pt x="9729" y="159860"/>
                  </a:cubicBezTo>
                  <a:cubicBezTo>
                    <a:pt x="13336" y="165023"/>
                    <a:pt x="20252" y="161151"/>
                    <a:pt x="22965" y="162706"/>
                  </a:cubicBezTo>
                  <a:cubicBezTo>
                    <a:pt x="25679" y="164261"/>
                    <a:pt x="28855" y="176340"/>
                    <a:pt x="27829" y="179649"/>
                  </a:cubicBezTo>
                  <a:cubicBezTo>
                    <a:pt x="26803" y="182958"/>
                    <a:pt x="22601" y="191032"/>
                    <a:pt x="24520" y="195069"/>
                  </a:cubicBezTo>
                  <a:lnTo>
                    <a:pt x="48610" y="19506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4D0C8F1-400E-5C4D-B784-2873966E362B}"/>
                </a:ext>
              </a:extLst>
            </p:cNvPr>
            <p:cNvSpPr/>
            <p:nvPr/>
          </p:nvSpPr>
          <p:spPr>
            <a:xfrm>
              <a:off x="4255494" y="2945290"/>
              <a:ext cx="109199" cy="112508"/>
            </a:xfrm>
            <a:custGeom>
              <a:avLst/>
              <a:gdLst>
                <a:gd name="connsiteX0" fmla="*/ 102609 w 109198"/>
                <a:gd name="connsiteY0" fmla="*/ 93071 h 112507"/>
                <a:gd name="connsiteX1" fmla="*/ 95296 w 109198"/>
                <a:gd name="connsiteY1" fmla="*/ 73812 h 112507"/>
                <a:gd name="connsiteX2" fmla="*/ 101914 w 109198"/>
                <a:gd name="connsiteY2" fmla="*/ 56837 h 112507"/>
                <a:gd name="connsiteX3" fmla="*/ 108532 w 109198"/>
                <a:gd name="connsiteY3" fmla="*/ 45255 h 112507"/>
                <a:gd name="connsiteX4" fmla="*/ 102476 w 109198"/>
                <a:gd name="connsiteY4" fmla="*/ 18286 h 112507"/>
                <a:gd name="connsiteX5" fmla="*/ 99167 w 109198"/>
                <a:gd name="connsiteY5" fmla="*/ 16632 h 112507"/>
                <a:gd name="connsiteX6" fmla="*/ 78618 w 109198"/>
                <a:gd name="connsiteY6" fmla="*/ 19213 h 112507"/>
                <a:gd name="connsiteX7" fmla="*/ 63165 w 109198"/>
                <a:gd name="connsiteY7" fmla="*/ 11999 h 112507"/>
                <a:gd name="connsiteX8" fmla="*/ 49928 w 109198"/>
                <a:gd name="connsiteY8" fmla="*/ 7400 h 112507"/>
                <a:gd name="connsiteX9" fmla="*/ 43740 w 109198"/>
                <a:gd name="connsiteY9" fmla="*/ 5315 h 112507"/>
                <a:gd name="connsiteX10" fmla="*/ 35005 w 109198"/>
                <a:gd name="connsiteY10" fmla="*/ 6341 h 112507"/>
                <a:gd name="connsiteX11" fmla="*/ 25243 w 109198"/>
                <a:gd name="connsiteY11" fmla="*/ 10973 h 112507"/>
                <a:gd name="connsiteX12" fmla="*/ 16507 w 109198"/>
                <a:gd name="connsiteY12" fmla="*/ 8392 h 112507"/>
                <a:gd name="connsiteX13" fmla="*/ 12668 w 109198"/>
                <a:gd name="connsiteY13" fmla="*/ 11068 h 112507"/>
                <a:gd name="connsiteX14" fmla="*/ 10617 w 109198"/>
                <a:gd name="connsiteY14" fmla="*/ 9815 h 112507"/>
                <a:gd name="connsiteX15" fmla="*/ 10617 w 109198"/>
                <a:gd name="connsiteY15" fmla="*/ 23680 h 112507"/>
                <a:gd name="connsiteX16" fmla="*/ 13694 w 109198"/>
                <a:gd name="connsiteY16" fmla="*/ 31787 h 112507"/>
                <a:gd name="connsiteX17" fmla="*/ 16805 w 109198"/>
                <a:gd name="connsiteY17" fmla="*/ 42575 h 112507"/>
                <a:gd name="connsiteX18" fmla="*/ 8698 w 109198"/>
                <a:gd name="connsiteY18" fmla="*/ 43733 h 112507"/>
                <a:gd name="connsiteX19" fmla="*/ 10253 w 109198"/>
                <a:gd name="connsiteY19" fmla="*/ 54157 h 112507"/>
                <a:gd name="connsiteX20" fmla="*/ 5223 w 109198"/>
                <a:gd name="connsiteY20" fmla="*/ 63786 h 112507"/>
                <a:gd name="connsiteX21" fmla="*/ 3304 w 109198"/>
                <a:gd name="connsiteY21" fmla="*/ 76129 h 112507"/>
                <a:gd name="connsiteX22" fmla="*/ 9095 w 109198"/>
                <a:gd name="connsiteY22" fmla="*/ 81489 h 112507"/>
                <a:gd name="connsiteX23" fmla="*/ 22562 w 109198"/>
                <a:gd name="connsiteY23" fmla="*/ 94726 h 112507"/>
                <a:gd name="connsiteX24" fmla="*/ 17433 w 109198"/>
                <a:gd name="connsiteY24" fmla="*/ 110940 h 112507"/>
                <a:gd name="connsiteX25" fmla="*/ 68691 w 109198"/>
                <a:gd name="connsiteY25" fmla="*/ 99755 h 112507"/>
                <a:gd name="connsiteX26" fmla="*/ 102443 w 109198"/>
                <a:gd name="connsiteY26" fmla="*/ 101708 h 112507"/>
                <a:gd name="connsiteX27" fmla="*/ 102609 w 109198"/>
                <a:gd name="connsiteY27" fmla="*/ 93071 h 112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9198" h="112507">
                  <a:moveTo>
                    <a:pt x="102609" y="93071"/>
                  </a:moveTo>
                  <a:cubicBezTo>
                    <a:pt x="100292" y="89994"/>
                    <a:pt x="94899" y="76890"/>
                    <a:pt x="95296" y="73812"/>
                  </a:cubicBezTo>
                  <a:cubicBezTo>
                    <a:pt x="95693" y="70735"/>
                    <a:pt x="102211" y="61470"/>
                    <a:pt x="101914" y="56837"/>
                  </a:cubicBezTo>
                  <a:cubicBezTo>
                    <a:pt x="101616" y="52204"/>
                    <a:pt x="108532" y="49127"/>
                    <a:pt x="108532" y="45255"/>
                  </a:cubicBezTo>
                  <a:cubicBezTo>
                    <a:pt x="107908" y="36008"/>
                    <a:pt x="105866" y="26912"/>
                    <a:pt x="102476" y="18286"/>
                  </a:cubicBezTo>
                  <a:cubicBezTo>
                    <a:pt x="101183" y="18252"/>
                    <a:pt x="99971" y="17646"/>
                    <a:pt x="99167" y="16632"/>
                  </a:cubicBezTo>
                  <a:cubicBezTo>
                    <a:pt x="96057" y="13554"/>
                    <a:pt x="83218" y="14051"/>
                    <a:pt x="78618" y="19213"/>
                  </a:cubicBezTo>
                  <a:cubicBezTo>
                    <a:pt x="74018" y="24375"/>
                    <a:pt x="64720" y="14580"/>
                    <a:pt x="63165" y="11999"/>
                  </a:cubicBezTo>
                  <a:cubicBezTo>
                    <a:pt x="61609" y="9418"/>
                    <a:pt x="54958" y="3793"/>
                    <a:pt x="49928" y="7400"/>
                  </a:cubicBezTo>
                  <a:cubicBezTo>
                    <a:pt x="44899" y="11007"/>
                    <a:pt x="43310" y="9948"/>
                    <a:pt x="43740" y="5315"/>
                  </a:cubicBezTo>
                  <a:cubicBezTo>
                    <a:pt x="44171" y="682"/>
                    <a:pt x="36030" y="2237"/>
                    <a:pt x="35005" y="6341"/>
                  </a:cubicBezTo>
                  <a:cubicBezTo>
                    <a:pt x="33979" y="10444"/>
                    <a:pt x="27294" y="14051"/>
                    <a:pt x="25243" y="10973"/>
                  </a:cubicBezTo>
                  <a:cubicBezTo>
                    <a:pt x="23191" y="7896"/>
                    <a:pt x="18625" y="3793"/>
                    <a:pt x="16507" y="8392"/>
                  </a:cubicBezTo>
                  <a:cubicBezTo>
                    <a:pt x="16186" y="10191"/>
                    <a:pt x="14467" y="11389"/>
                    <a:pt x="12668" y="11068"/>
                  </a:cubicBezTo>
                  <a:cubicBezTo>
                    <a:pt x="11851" y="10922"/>
                    <a:pt x="11119" y="10475"/>
                    <a:pt x="10617" y="9815"/>
                  </a:cubicBezTo>
                  <a:cubicBezTo>
                    <a:pt x="9326" y="15540"/>
                    <a:pt x="7738" y="22092"/>
                    <a:pt x="10617" y="23680"/>
                  </a:cubicBezTo>
                  <a:cubicBezTo>
                    <a:pt x="13451" y="25298"/>
                    <a:pt x="14741" y="28697"/>
                    <a:pt x="13694" y="31787"/>
                  </a:cubicBezTo>
                  <a:cubicBezTo>
                    <a:pt x="12933" y="34104"/>
                    <a:pt x="19485" y="39895"/>
                    <a:pt x="16805" y="42575"/>
                  </a:cubicBezTo>
                  <a:cubicBezTo>
                    <a:pt x="14124" y="45255"/>
                    <a:pt x="10617" y="39895"/>
                    <a:pt x="8698" y="43733"/>
                  </a:cubicBezTo>
                  <a:cubicBezTo>
                    <a:pt x="6778" y="47572"/>
                    <a:pt x="12536" y="51046"/>
                    <a:pt x="10253" y="54157"/>
                  </a:cubicBezTo>
                  <a:cubicBezTo>
                    <a:pt x="7970" y="57267"/>
                    <a:pt x="4462" y="57466"/>
                    <a:pt x="5223" y="63786"/>
                  </a:cubicBezTo>
                  <a:cubicBezTo>
                    <a:pt x="5984" y="70106"/>
                    <a:pt x="5587" y="74176"/>
                    <a:pt x="3304" y="76129"/>
                  </a:cubicBezTo>
                  <a:cubicBezTo>
                    <a:pt x="1020" y="78081"/>
                    <a:pt x="3668" y="78048"/>
                    <a:pt x="9095" y="81489"/>
                  </a:cubicBezTo>
                  <a:cubicBezTo>
                    <a:pt x="14521" y="84931"/>
                    <a:pt x="23357" y="88835"/>
                    <a:pt x="22562" y="94726"/>
                  </a:cubicBezTo>
                  <a:cubicBezTo>
                    <a:pt x="21768" y="100616"/>
                    <a:pt x="19551" y="101344"/>
                    <a:pt x="17433" y="110940"/>
                  </a:cubicBezTo>
                  <a:cubicBezTo>
                    <a:pt x="27890" y="111172"/>
                    <a:pt x="46619" y="103561"/>
                    <a:pt x="68691" y="99755"/>
                  </a:cubicBezTo>
                  <a:cubicBezTo>
                    <a:pt x="79943" y="97829"/>
                    <a:pt x="91487" y="98497"/>
                    <a:pt x="102443" y="101708"/>
                  </a:cubicBezTo>
                  <a:cubicBezTo>
                    <a:pt x="103204" y="98332"/>
                    <a:pt x="103767" y="94626"/>
                    <a:pt x="102609" y="9307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665EB76-3975-3E42-86E7-665DD9898734}"/>
                </a:ext>
              </a:extLst>
            </p:cNvPr>
            <p:cNvSpPr/>
            <p:nvPr/>
          </p:nvSpPr>
          <p:spPr>
            <a:xfrm>
              <a:off x="4348151" y="2937170"/>
              <a:ext cx="76108" cy="115817"/>
            </a:xfrm>
            <a:custGeom>
              <a:avLst/>
              <a:gdLst>
                <a:gd name="connsiteX0" fmla="*/ 65477 w 76108"/>
                <a:gd name="connsiteY0" fmla="*/ 48378 h 115816"/>
                <a:gd name="connsiteX1" fmla="*/ 65080 w 76108"/>
                <a:gd name="connsiteY1" fmla="*/ 24090 h 115816"/>
                <a:gd name="connsiteX2" fmla="*/ 60845 w 76108"/>
                <a:gd name="connsiteY2" fmla="*/ 13700 h 115816"/>
                <a:gd name="connsiteX3" fmla="*/ 57337 w 76108"/>
                <a:gd name="connsiteY3" fmla="*/ 2482 h 115816"/>
                <a:gd name="connsiteX4" fmla="*/ 52737 w 76108"/>
                <a:gd name="connsiteY4" fmla="*/ 6750 h 115816"/>
                <a:gd name="connsiteX5" fmla="*/ 9058 w 76108"/>
                <a:gd name="connsiteY5" fmla="*/ 5725 h 115816"/>
                <a:gd name="connsiteX6" fmla="*/ 12135 w 76108"/>
                <a:gd name="connsiteY6" fmla="*/ 23230 h 115816"/>
                <a:gd name="connsiteX7" fmla="*/ 9687 w 76108"/>
                <a:gd name="connsiteY7" fmla="*/ 26539 h 115816"/>
                <a:gd name="connsiteX8" fmla="*/ 15742 w 76108"/>
                <a:gd name="connsiteY8" fmla="*/ 53508 h 115816"/>
                <a:gd name="connsiteX9" fmla="*/ 9124 w 76108"/>
                <a:gd name="connsiteY9" fmla="*/ 65089 h 115816"/>
                <a:gd name="connsiteX10" fmla="*/ 2506 w 76108"/>
                <a:gd name="connsiteY10" fmla="*/ 82065 h 115816"/>
                <a:gd name="connsiteX11" fmla="*/ 9819 w 76108"/>
                <a:gd name="connsiteY11" fmla="*/ 101323 h 115816"/>
                <a:gd name="connsiteX12" fmla="*/ 9521 w 76108"/>
                <a:gd name="connsiteY12" fmla="*/ 109828 h 115816"/>
                <a:gd name="connsiteX13" fmla="*/ 22559 w 76108"/>
                <a:gd name="connsiteY13" fmla="*/ 114559 h 115816"/>
                <a:gd name="connsiteX14" fmla="*/ 56212 w 76108"/>
                <a:gd name="connsiteY14" fmla="*/ 100926 h 115816"/>
                <a:gd name="connsiteX15" fmla="*/ 76331 w 76108"/>
                <a:gd name="connsiteY15" fmla="*/ 92422 h 115816"/>
                <a:gd name="connsiteX16" fmla="*/ 69978 w 76108"/>
                <a:gd name="connsiteY16" fmla="*/ 72402 h 115816"/>
                <a:gd name="connsiteX17" fmla="*/ 65477 w 76108"/>
                <a:gd name="connsiteY17" fmla="*/ 48378 h 115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108" h="115816">
                  <a:moveTo>
                    <a:pt x="65477" y="48378"/>
                  </a:moveTo>
                  <a:cubicBezTo>
                    <a:pt x="63161" y="42588"/>
                    <a:pt x="64716" y="29881"/>
                    <a:pt x="65080" y="24090"/>
                  </a:cubicBezTo>
                  <a:cubicBezTo>
                    <a:pt x="65444" y="18299"/>
                    <a:pt x="63558" y="15222"/>
                    <a:pt x="60845" y="13700"/>
                  </a:cubicBezTo>
                  <a:cubicBezTo>
                    <a:pt x="59389" y="12872"/>
                    <a:pt x="58197" y="7412"/>
                    <a:pt x="57337" y="2482"/>
                  </a:cubicBezTo>
                  <a:cubicBezTo>
                    <a:pt x="54293" y="3872"/>
                    <a:pt x="54028" y="8901"/>
                    <a:pt x="52737" y="6750"/>
                  </a:cubicBezTo>
                  <a:cubicBezTo>
                    <a:pt x="51447" y="4600"/>
                    <a:pt x="11110" y="2647"/>
                    <a:pt x="9058" y="5725"/>
                  </a:cubicBezTo>
                  <a:cubicBezTo>
                    <a:pt x="7006" y="8802"/>
                    <a:pt x="12665" y="20119"/>
                    <a:pt x="12135" y="23230"/>
                  </a:cubicBezTo>
                  <a:cubicBezTo>
                    <a:pt x="11838" y="25050"/>
                    <a:pt x="10977" y="26307"/>
                    <a:pt x="9687" y="26539"/>
                  </a:cubicBezTo>
                  <a:cubicBezTo>
                    <a:pt x="13076" y="35165"/>
                    <a:pt x="15119" y="44261"/>
                    <a:pt x="15742" y="53508"/>
                  </a:cubicBezTo>
                  <a:cubicBezTo>
                    <a:pt x="15742" y="57379"/>
                    <a:pt x="8793" y="60457"/>
                    <a:pt x="9124" y="65089"/>
                  </a:cubicBezTo>
                  <a:cubicBezTo>
                    <a:pt x="9455" y="69722"/>
                    <a:pt x="2936" y="78954"/>
                    <a:pt x="2506" y="82065"/>
                  </a:cubicBezTo>
                  <a:cubicBezTo>
                    <a:pt x="2076" y="85175"/>
                    <a:pt x="7503" y="98246"/>
                    <a:pt x="9819" y="101323"/>
                  </a:cubicBezTo>
                  <a:cubicBezTo>
                    <a:pt x="10977" y="102879"/>
                    <a:pt x="10415" y="106585"/>
                    <a:pt x="9521" y="109828"/>
                  </a:cubicBezTo>
                  <a:cubicBezTo>
                    <a:pt x="16536" y="111879"/>
                    <a:pt x="21136" y="114196"/>
                    <a:pt x="22559" y="114559"/>
                  </a:cubicBezTo>
                  <a:cubicBezTo>
                    <a:pt x="25636" y="115321"/>
                    <a:pt x="47476" y="105294"/>
                    <a:pt x="56212" y="100926"/>
                  </a:cubicBezTo>
                  <a:cubicBezTo>
                    <a:pt x="63194" y="97419"/>
                    <a:pt x="70970" y="95235"/>
                    <a:pt x="76331" y="92422"/>
                  </a:cubicBezTo>
                  <a:cubicBezTo>
                    <a:pt x="72877" y="86249"/>
                    <a:pt x="70716" y="79437"/>
                    <a:pt x="69978" y="72402"/>
                  </a:cubicBezTo>
                  <a:cubicBezTo>
                    <a:pt x="69916" y="64191"/>
                    <a:pt x="68392" y="56055"/>
                    <a:pt x="65477" y="4837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32F5CC7-C667-7D4F-A24F-FC25D35E892A}"/>
                </a:ext>
              </a:extLst>
            </p:cNvPr>
            <p:cNvSpPr/>
            <p:nvPr/>
          </p:nvSpPr>
          <p:spPr>
            <a:xfrm>
              <a:off x="4140466" y="2908944"/>
              <a:ext cx="132362" cy="99272"/>
            </a:xfrm>
            <a:custGeom>
              <a:avLst/>
              <a:gdLst>
                <a:gd name="connsiteX0" fmla="*/ 46492 w 132362"/>
                <a:gd name="connsiteY0" fmla="*/ 55427 h 99271"/>
                <a:gd name="connsiteX1" fmla="*/ 54599 w 132362"/>
                <a:gd name="connsiteY1" fmla="*/ 53474 h 99271"/>
                <a:gd name="connsiteX2" fmla="*/ 67836 w 132362"/>
                <a:gd name="connsiteY2" fmla="*/ 50794 h 99271"/>
                <a:gd name="connsiteX3" fmla="*/ 81701 w 132362"/>
                <a:gd name="connsiteY3" fmla="*/ 68133 h 99271"/>
                <a:gd name="connsiteX4" fmla="*/ 84017 w 132362"/>
                <a:gd name="connsiteY4" fmla="*/ 78557 h 99271"/>
                <a:gd name="connsiteX5" fmla="*/ 84546 w 132362"/>
                <a:gd name="connsiteY5" fmla="*/ 79748 h 99271"/>
                <a:gd name="connsiteX6" fmla="*/ 97121 w 132362"/>
                <a:gd name="connsiteY6" fmla="*/ 77564 h 99271"/>
                <a:gd name="connsiteX7" fmla="*/ 102051 w 132362"/>
                <a:gd name="connsiteY7" fmla="*/ 92356 h 99271"/>
                <a:gd name="connsiteX8" fmla="*/ 110390 w 132362"/>
                <a:gd name="connsiteY8" fmla="*/ 98444 h 99271"/>
                <a:gd name="connsiteX9" fmla="*/ 117207 w 132362"/>
                <a:gd name="connsiteY9" fmla="*/ 93117 h 99271"/>
                <a:gd name="connsiteX10" fmla="*/ 120516 w 132362"/>
                <a:gd name="connsiteY10" fmla="*/ 95731 h 99271"/>
                <a:gd name="connsiteX11" fmla="*/ 125115 w 132362"/>
                <a:gd name="connsiteY11" fmla="*/ 90503 h 99271"/>
                <a:gd name="connsiteX12" fmla="*/ 123560 w 132362"/>
                <a:gd name="connsiteY12" fmla="*/ 80079 h 99271"/>
                <a:gd name="connsiteX13" fmla="*/ 131667 w 132362"/>
                <a:gd name="connsiteY13" fmla="*/ 78921 h 99271"/>
                <a:gd name="connsiteX14" fmla="*/ 128557 w 132362"/>
                <a:gd name="connsiteY14" fmla="*/ 68133 h 99271"/>
                <a:gd name="connsiteX15" fmla="*/ 125479 w 132362"/>
                <a:gd name="connsiteY15" fmla="*/ 60026 h 99271"/>
                <a:gd name="connsiteX16" fmla="*/ 125479 w 132362"/>
                <a:gd name="connsiteY16" fmla="*/ 46161 h 99271"/>
                <a:gd name="connsiteX17" fmla="*/ 123130 w 132362"/>
                <a:gd name="connsiteY17" fmla="*/ 43746 h 99271"/>
                <a:gd name="connsiteX18" fmla="*/ 119027 w 132362"/>
                <a:gd name="connsiteY18" fmla="*/ 33818 h 99271"/>
                <a:gd name="connsiteX19" fmla="*/ 119027 w 132362"/>
                <a:gd name="connsiteY19" fmla="*/ 27664 h 99271"/>
                <a:gd name="connsiteX20" fmla="*/ 112872 w 132362"/>
                <a:gd name="connsiteY20" fmla="*/ 19424 h 99271"/>
                <a:gd name="connsiteX21" fmla="*/ 106254 w 132362"/>
                <a:gd name="connsiteY21" fmla="*/ 6585 h 99271"/>
                <a:gd name="connsiteX22" fmla="*/ 93911 w 132362"/>
                <a:gd name="connsiteY22" fmla="*/ 15321 h 99271"/>
                <a:gd name="connsiteX23" fmla="*/ 82098 w 132362"/>
                <a:gd name="connsiteY23" fmla="*/ 14295 h 99271"/>
                <a:gd name="connsiteX24" fmla="*/ 72336 w 132362"/>
                <a:gd name="connsiteY24" fmla="*/ 15850 h 99271"/>
                <a:gd name="connsiteX25" fmla="*/ 67174 w 132362"/>
                <a:gd name="connsiteY25" fmla="*/ 11218 h 99271"/>
                <a:gd name="connsiteX26" fmla="*/ 67174 w 132362"/>
                <a:gd name="connsiteY26" fmla="*/ 8339 h 99271"/>
                <a:gd name="connsiteX27" fmla="*/ 65254 w 132362"/>
                <a:gd name="connsiteY27" fmla="*/ 9034 h 99271"/>
                <a:gd name="connsiteX28" fmla="*/ 39808 w 132362"/>
                <a:gd name="connsiteY28" fmla="*/ 7478 h 99271"/>
                <a:gd name="connsiteX29" fmla="*/ 27465 w 132362"/>
                <a:gd name="connsiteY29" fmla="*/ 2482 h 99271"/>
                <a:gd name="connsiteX30" fmla="*/ 23627 w 132362"/>
                <a:gd name="connsiteY30" fmla="*/ 10556 h 99271"/>
                <a:gd name="connsiteX31" fmla="*/ 24785 w 132362"/>
                <a:gd name="connsiteY31" fmla="*/ 18663 h 99271"/>
                <a:gd name="connsiteX32" fmla="*/ 18597 w 132362"/>
                <a:gd name="connsiteY32" fmla="*/ 21343 h 99271"/>
                <a:gd name="connsiteX33" fmla="*/ 4335 w 132362"/>
                <a:gd name="connsiteY33" fmla="*/ 29848 h 99271"/>
                <a:gd name="connsiteX34" fmla="*/ 2482 w 132362"/>
                <a:gd name="connsiteY34" fmla="*/ 31701 h 99271"/>
                <a:gd name="connsiteX35" fmla="*/ 14891 w 132362"/>
                <a:gd name="connsiteY35" fmla="*/ 46922 h 99271"/>
                <a:gd name="connsiteX36" fmla="*/ 34447 w 132362"/>
                <a:gd name="connsiteY36" fmla="*/ 68266 h 99271"/>
                <a:gd name="connsiteX37" fmla="*/ 46492 w 132362"/>
                <a:gd name="connsiteY37" fmla="*/ 55427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2362" h="99271">
                  <a:moveTo>
                    <a:pt x="46492" y="55427"/>
                  </a:moveTo>
                  <a:cubicBezTo>
                    <a:pt x="46889" y="51158"/>
                    <a:pt x="50364" y="52713"/>
                    <a:pt x="54599" y="53474"/>
                  </a:cubicBezTo>
                  <a:cubicBezTo>
                    <a:pt x="58835" y="54235"/>
                    <a:pt x="63832" y="50794"/>
                    <a:pt x="67836" y="50794"/>
                  </a:cubicBezTo>
                  <a:cubicBezTo>
                    <a:pt x="71839" y="50794"/>
                    <a:pt x="81701" y="64262"/>
                    <a:pt x="81701" y="68133"/>
                  </a:cubicBezTo>
                  <a:cubicBezTo>
                    <a:pt x="81466" y="71757"/>
                    <a:pt x="82269" y="75373"/>
                    <a:pt x="84017" y="78557"/>
                  </a:cubicBezTo>
                  <a:cubicBezTo>
                    <a:pt x="84271" y="78915"/>
                    <a:pt x="84451" y="79320"/>
                    <a:pt x="84546" y="79748"/>
                  </a:cubicBezTo>
                  <a:cubicBezTo>
                    <a:pt x="88682" y="78727"/>
                    <a:pt x="92883" y="77997"/>
                    <a:pt x="97121" y="77564"/>
                  </a:cubicBezTo>
                  <a:cubicBezTo>
                    <a:pt x="99007" y="77564"/>
                    <a:pt x="102812" y="86664"/>
                    <a:pt x="102051" y="92356"/>
                  </a:cubicBezTo>
                  <a:cubicBezTo>
                    <a:pt x="101290" y="98047"/>
                    <a:pt x="107743" y="102283"/>
                    <a:pt x="110390" y="98444"/>
                  </a:cubicBezTo>
                  <a:cubicBezTo>
                    <a:pt x="113037" y="94606"/>
                    <a:pt x="116446" y="89708"/>
                    <a:pt x="117207" y="93117"/>
                  </a:cubicBezTo>
                  <a:cubicBezTo>
                    <a:pt x="117438" y="94142"/>
                    <a:pt x="118861" y="95003"/>
                    <a:pt x="120516" y="95731"/>
                  </a:cubicBezTo>
                  <a:cubicBezTo>
                    <a:pt x="121475" y="93481"/>
                    <a:pt x="123527" y="92422"/>
                    <a:pt x="125115" y="90503"/>
                  </a:cubicBezTo>
                  <a:cubicBezTo>
                    <a:pt x="127399" y="87392"/>
                    <a:pt x="121806" y="83884"/>
                    <a:pt x="123560" y="80079"/>
                  </a:cubicBezTo>
                  <a:cubicBezTo>
                    <a:pt x="125314" y="76274"/>
                    <a:pt x="128954" y="81601"/>
                    <a:pt x="131667" y="78921"/>
                  </a:cubicBezTo>
                  <a:cubicBezTo>
                    <a:pt x="134381" y="76241"/>
                    <a:pt x="127796" y="70450"/>
                    <a:pt x="128557" y="68133"/>
                  </a:cubicBezTo>
                  <a:cubicBezTo>
                    <a:pt x="129604" y="65043"/>
                    <a:pt x="128313" y="61644"/>
                    <a:pt x="125479" y="60026"/>
                  </a:cubicBezTo>
                  <a:cubicBezTo>
                    <a:pt x="122634" y="58438"/>
                    <a:pt x="124222" y="51886"/>
                    <a:pt x="125479" y="46161"/>
                  </a:cubicBezTo>
                  <a:cubicBezTo>
                    <a:pt x="124560" y="45501"/>
                    <a:pt x="123764" y="44683"/>
                    <a:pt x="123130" y="43746"/>
                  </a:cubicBezTo>
                  <a:cubicBezTo>
                    <a:pt x="121078" y="40635"/>
                    <a:pt x="122634" y="33818"/>
                    <a:pt x="119027" y="33818"/>
                  </a:cubicBezTo>
                  <a:cubicBezTo>
                    <a:pt x="115420" y="33818"/>
                    <a:pt x="115949" y="28689"/>
                    <a:pt x="119027" y="27664"/>
                  </a:cubicBezTo>
                  <a:cubicBezTo>
                    <a:pt x="122104" y="26638"/>
                    <a:pt x="112872" y="23031"/>
                    <a:pt x="112872" y="19424"/>
                  </a:cubicBezTo>
                  <a:cubicBezTo>
                    <a:pt x="112872" y="15817"/>
                    <a:pt x="108239" y="7081"/>
                    <a:pt x="106254" y="6585"/>
                  </a:cubicBezTo>
                  <a:cubicBezTo>
                    <a:pt x="104268" y="6089"/>
                    <a:pt x="96988" y="15321"/>
                    <a:pt x="93911" y="15321"/>
                  </a:cubicBezTo>
                  <a:cubicBezTo>
                    <a:pt x="90833" y="15321"/>
                    <a:pt x="83984" y="9166"/>
                    <a:pt x="82098" y="14295"/>
                  </a:cubicBezTo>
                  <a:cubicBezTo>
                    <a:pt x="80211" y="19424"/>
                    <a:pt x="75480" y="11714"/>
                    <a:pt x="72336" y="15850"/>
                  </a:cubicBezTo>
                  <a:cubicBezTo>
                    <a:pt x="69192" y="19987"/>
                    <a:pt x="67174" y="11218"/>
                    <a:pt x="67174" y="11218"/>
                  </a:cubicBezTo>
                  <a:cubicBezTo>
                    <a:pt x="67174" y="11218"/>
                    <a:pt x="67174" y="9993"/>
                    <a:pt x="67174" y="8339"/>
                  </a:cubicBezTo>
                  <a:lnTo>
                    <a:pt x="65254" y="9034"/>
                  </a:lnTo>
                  <a:cubicBezTo>
                    <a:pt x="56386" y="12111"/>
                    <a:pt x="40569" y="10192"/>
                    <a:pt x="39808" y="7478"/>
                  </a:cubicBezTo>
                  <a:cubicBezTo>
                    <a:pt x="39047" y="4765"/>
                    <a:pt x="27465" y="2482"/>
                    <a:pt x="27465" y="2482"/>
                  </a:cubicBezTo>
                  <a:cubicBezTo>
                    <a:pt x="27465" y="2482"/>
                    <a:pt x="27862" y="9100"/>
                    <a:pt x="23627" y="10556"/>
                  </a:cubicBezTo>
                  <a:cubicBezTo>
                    <a:pt x="19391" y="12012"/>
                    <a:pt x="24785" y="17174"/>
                    <a:pt x="24785" y="18663"/>
                  </a:cubicBezTo>
                  <a:cubicBezTo>
                    <a:pt x="24785" y="20152"/>
                    <a:pt x="21476" y="22535"/>
                    <a:pt x="18597" y="21343"/>
                  </a:cubicBezTo>
                  <a:cubicBezTo>
                    <a:pt x="15718" y="20152"/>
                    <a:pt x="8206" y="27134"/>
                    <a:pt x="4335" y="29848"/>
                  </a:cubicBezTo>
                  <a:cubicBezTo>
                    <a:pt x="3659" y="30404"/>
                    <a:pt x="3038" y="31025"/>
                    <a:pt x="2482" y="31701"/>
                  </a:cubicBezTo>
                  <a:cubicBezTo>
                    <a:pt x="8438" y="36466"/>
                    <a:pt x="7908" y="41793"/>
                    <a:pt x="14891" y="46922"/>
                  </a:cubicBezTo>
                  <a:cubicBezTo>
                    <a:pt x="23099" y="52281"/>
                    <a:pt x="29825" y="59621"/>
                    <a:pt x="34447" y="68266"/>
                  </a:cubicBezTo>
                  <a:cubicBezTo>
                    <a:pt x="39576" y="64196"/>
                    <a:pt x="46227" y="58306"/>
                    <a:pt x="46492" y="5542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A9AA817-6E16-764C-828D-C207ED5B8044}"/>
                </a:ext>
              </a:extLst>
            </p:cNvPr>
            <p:cNvSpPr/>
            <p:nvPr/>
          </p:nvSpPr>
          <p:spPr>
            <a:xfrm>
              <a:off x="4203040" y="2984027"/>
              <a:ext cx="76108" cy="72799"/>
            </a:xfrm>
            <a:custGeom>
              <a:avLst/>
              <a:gdLst>
                <a:gd name="connsiteX0" fmla="*/ 61416 w 76108"/>
                <a:gd name="connsiteY0" fmla="*/ 42753 h 72799"/>
                <a:gd name="connsiteX1" fmla="*/ 55625 w 76108"/>
                <a:gd name="connsiteY1" fmla="*/ 37392 h 72799"/>
                <a:gd name="connsiteX2" fmla="*/ 57545 w 76108"/>
                <a:gd name="connsiteY2" fmla="*/ 25049 h 72799"/>
                <a:gd name="connsiteX3" fmla="*/ 57975 w 76108"/>
                <a:gd name="connsiteY3" fmla="*/ 20648 h 72799"/>
                <a:gd name="connsiteX4" fmla="*/ 54666 w 76108"/>
                <a:gd name="connsiteY4" fmla="*/ 18034 h 72799"/>
                <a:gd name="connsiteX5" fmla="*/ 47849 w 76108"/>
                <a:gd name="connsiteY5" fmla="*/ 23362 h 72799"/>
                <a:gd name="connsiteX6" fmla="*/ 39510 w 76108"/>
                <a:gd name="connsiteY6" fmla="*/ 17273 h 72799"/>
                <a:gd name="connsiteX7" fmla="*/ 34580 w 76108"/>
                <a:gd name="connsiteY7" fmla="*/ 2482 h 72799"/>
                <a:gd name="connsiteX8" fmla="*/ 22005 w 76108"/>
                <a:gd name="connsiteY8" fmla="*/ 4666 h 72799"/>
                <a:gd name="connsiteX9" fmla="*/ 20318 w 76108"/>
                <a:gd name="connsiteY9" fmla="*/ 13468 h 72799"/>
                <a:gd name="connsiteX10" fmla="*/ 6453 w 76108"/>
                <a:gd name="connsiteY10" fmla="*/ 25049 h 72799"/>
                <a:gd name="connsiteX11" fmla="*/ 2482 w 76108"/>
                <a:gd name="connsiteY11" fmla="*/ 30906 h 72799"/>
                <a:gd name="connsiteX12" fmla="*/ 25083 w 76108"/>
                <a:gd name="connsiteY12" fmla="*/ 45996 h 72799"/>
                <a:gd name="connsiteX13" fmla="*/ 65685 w 76108"/>
                <a:gd name="connsiteY13" fmla="*/ 71409 h 72799"/>
                <a:gd name="connsiteX14" fmla="*/ 69920 w 76108"/>
                <a:gd name="connsiteY14" fmla="*/ 72071 h 72799"/>
                <a:gd name="connsiteX15" fmla="*/ 75049 w 76108"/>
                <a:gd name="connsiteY15" fmla="*/ 55857 h 72799"/>
                <a:gd name="connsiteX16" fmla="*/ 61416 w 76108"/>
                <a:gd name="connsiteY16" fmla="*/ 42753 h 7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108" h="72799">
                  <a:moveTo>
                    <a:pt x="61416" y="42753"/>
                  </a:moveTo>
                  <a:cubicBezTo>
                    <a:pt x="55989" y="39444"/>
                    <a:pt x="53309" y="39444"/>
                    <a:pt x="55625" y="37392"/>
                  </a:cubicBezTo>
                  <a:cubicBezTo>
                    <a:pt x="57942" y="35341"/>
                    <a:pt x="58306" y="31204"/>
                    <a:pt x="57545" y="25049"/>
                  </a:cubicBezTo>
                  <a:cubicBezTo>
                    <a:pt x="57288" y="23570"/>
                    <a:pt x="57436" y="22050"/>
                    <a:pt x="57975" y="20648"/>
                  </a:cubicBezTo>
                  <a:cubicBezTo>
                    <a:pt x="56155" y="19920"/>
                    <a:pt x="54666" y="19060"/>
                    <a:pt x="54666" y="18034"/>
                  </a:cubicBezTo>
                  <a:cubicBezTo>
                    <a:pt x="53904" y="14725"/>
                    <a:pt x="50496" y="19556"/>
                    <a:pt x="47849" y="23362"/>
                  </a:cubicBezTo>
                  <a:cubicBezTo>
                    <a:pt x="45202" y="27167"/>
                    <a:pt x="38749" y="22965"/>
                    <a:pt x="39510" y="17273"/>
                  </a:cubicBezTo>
                  <a:cubicBezTo>
                    <a:pt x="40271" y="11582"/>
                    <a:pt x="36466" y="2482"/>
                    <a:pt x="34580" y="2482"/>
                  </a:cubicBezTo>
                  <a:cubicBezTo>
                    <a:pt x="30342" y="2915"/>
                    <a:pt x="26140" y="3645"/>
                    <a:pt x="22005" y="4666"/>
                  </a:cubicBezTo>
                  <a:cubicBezTo>
                    <a:pt x="22833" y="7412"/>
                    <a:pt x="20979" y="10457"/>
                    <a:pt x="20318" y="13468"/>
                  </a:cubicBezTo>
                  <a:cubicBezTo>
                    <a:pt x="19656" y="16479"/>
                    <a:pt x="10390" y="21972"/>
                    <a:pt x="6453" y="25049"/>
                  </a:cubicBezTo>
                  <a:cubicBezTo>
                    <a:pt x="4808" y="26764"/>
                    <a:pt x="3466" y="28744"/>
                    <a:pt x="2482" y="30906"/>
                  </a:cubicBezTo>
                  <a:cubicBezTo>
                    <a:pt x="9729" y="35473"/>
                    <a:pt x="18200" y="40834"/>
                    <a:pt x="25083" y="45996"/>
                  </a:cubicBezTo>
                  <a:cubicBezTo>
                    <a:pt x="37657" y="55493"/>
                    <a:pt x="56684" y="68100"/>
                    <a:pt x="65685" y="71409"/>
                  </a:cubicBezTo>
                  <a:cubicBezTo>
                    <a:pt x="67044" y="71888"/>
                    <a:pt x="68480" y="72112"/>
                    <a:pt x="69920" y="72071"/>
                  </a:cubicBezTo>
                  <a:cubicBezTo>
                    <a:pt x="72038" y="62342"/>
                    <a:pt x="74354" y="61151"/>
                    <a:pt x="75049" y="55857"/>
                  </a:cubicBezTo>
                  <a:cubicBezTo>
                    <a:pt x="75744" y="50562"/>
                    <a:pt x="66810" y="46227"/>
                    <a:pt x="61416" y="4275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A729D1B-0CF2-D743-8B8B-87D729BED277}"/>
                </a:ext>
              </a:extLst>
            </p:cNvPr>
            <p:cNvSpPr/>
            <p:nvPr/>
          </p:nvSpPr>
          <p:spPr>
            <a:xfrm>
              <a:off x="4172432" y="2957323"/>
              <a:ext cx="52945" cy="59563"/>
            </a:xfrm>
            <a:custGeom>
              <a:avLst/>
              <a:gdLst>
                <a:gd name="connsiteX0" fmla="*/ 50761 w 52944"/>
                <a:gd name="connsiteY0" fmla="*/ 40172 h 59563"/>
                <a:gd name="connsiteX1" fmla="*/ 51919 w 52944"/>
                <a:gd name="connsiteY1" fmla="*/ 30245 h 59563"/>
                <a:gd name="connsiteX2" fmla="*/ 49603 w 52944"/>
                <a:gd name="connsiteY2" fmla="*/ 19821 h 59563"/>
                <a:gd name="connsiteX3" fmla="*/ 35738 w 52944"/>
                <a:gd name="connsiteY3" fmla="*/ 2482 h 59563"/>
                <a:gd name="connsiteX4" fmla="*/ 22502 w 52944"/>
                <a:gd name="connsiteY4" fmla="*/ 5162 h 59563"/>
                <a:gd name="connsiteX5" fmla="*/ 14394 w 52944"/>
                <a:gd name="connsiteY5" fmla="*/ 7114 h 59563"/>
                <a:gd name="connsiteX6" fmla="*/ 2482 w 52944"/>
                <a:gd name="connsiteY6" fmla="*/ 20086 h 59563"/>
                <a:gd name="connsiteX7" fmla="*/ 5030 w 52944"/>
                <a:gd name="connsiteY7" fmla="*/ 26506 h 59563"/>
                <a:gd name="connsiteX8" fmla="*/ 18895 w 52944"/>
                <a:gd name="connsiteY8" fmla="*/ 48345 h 59563"/>
                <a:gd name="connsiteX9" fmla="*/ 32793 w 52944"/>
                <a:gd name="connsiteY9" fmla="*/ 57677 h 59563"/>
                <a:gd name="connsiteX10" fmla="*/ 36764 w 52944"/>
                <a:gd name="connsiteY10" fmla="*/ 51820 h 59563"/>
                <a:gd name="connsiteX11" fmla="*/ 50761 w 52944"/>
                <a:gd name="connsiteY11" fmla="*/ 40172 h 5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944" h="59563">
                  <a:moveTo>
                    <a:pt x="50761" y="40172"/>
                  </a:moveTo>
                  <a:cubicBezTo>
                    <a:pt x="51522" y="36863"/>
                    <a:pt x="53838" y="33223"/>
                    <a:pt x="51919" y="30245"/>
                  </a:cubicBezTo>
                  <a:cubicBezTo>
                    <a:pt x="50171" y="27061"/>
                    <a:pt x="49368" y="23445"/>
                    <a:pt x="49603" y="19821"/>
                  </a:cubicBezTo>
                  <a:cubicBezTo>
                    <a:pt x="49603" y="15950"/>
                    <a:pt x="39676" y="2482"/>
                    <a:pt x="35738" y="2482"/>
                  </a:cubicBezTo>
                  <a:cubicBezTo>
                    <a:pt x="31800" y="2482"/>
                    <a:pt x="26870" y="5791"/>
                    <a:pt x="22502" y="5162"/>
                  </a:cubicBezTo>
                  <a:cubicBezTo>
                    <a:pt x="18134" y="4533"/>
                    <a:pt x="14791" y="2846"/>
                    <a:pt x="14394" y="7114"/>
                  </a:cubicBezTo>
                  <a:cubicBezTo>
                    <a:pt x="14130" y="9993"/>
                    <a:pt x="7478" y="15883"/>
                    <a:pt x="2482" y="20086"/>
                  </a:cubicBezTo>
                  <a:cubicBezTo>
                    <a:pt x="3495" y="22157"/>
                    <a:pt x="4347" y="24303"/>
                    <a:pt x="5030" y="26506"/>
                  </a:cubicBezTo>
                  <a:cubicBezTo>
                    <a:pt x="9133" y="40635"/>
                    <a:pt x="12971" y="43481"/>
                    <a:pt x="18895" y="48345"/>
                  </a:cubicBezTo>
                  <a:cubicBezTo>
                    <a:pt x="21575" y="50562"/>
                    <a:pt x="26803" y="53838"/>
                    <a:pt x="32793" y="57677"/>
                  </a:cubicBezTo>
                  <a:cubicBezTo>
                    <a:pt x="33777" y="55515"/>
                    <a:pt x="35119" y="53534"/>
                    <a:pt x="36764" y="51820"/>
                  </a:cubicBezTo>
                  <a:cubicBezTo>
                    <a:pt x="40734" y="48676"/>
                    <a:pt x="50000" y="43779"/>
                    <a:pt x="50761" y="4017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48F2F7D-9C18-6F4C-8F5D-CFC5D4DBD5C9}"/>
                </a:ext>
              </a:extLst>
            </p:cNvPr>
            <p:cNvSpPr/>
            <p:nvPr/>
          </p:nvSpPr>
          <p:spPr>
            <a:xfrm>
              <a:off x="4107376" y="2635285"/>
              <a:ext cx="148907" cy="122435"/>
            </a:xfrm>
            <a:custGeom>
              <a:avLst/>
              <a:gdLst>
                <a:gd name="connsiteX0" fmla="*/ 70847 w 148907"/>
                <a:gd name="connsiteY0" fmla="*/ 93514 h 122435"/>
                <a:gd name="connsiteX1" fmla="*/ 88980 w 148907"/>
                <a:gd name="connsiteY1" fmla="*/ 80476 h 122435"/>
                <a:gd name="connsiteX2" fmla="*/ 88980 w 148907"/>
                <a:gd name="connsiteY2" fmla="*/ 34149 h 122435"/>
                <a:gd name="connsiteX3" fmla="*/ 147352 w 148907"/>
                <a:gd name="connsiteY3" fmla="*/ 34149 h 122435"/>
                <a:gd name="connsiteX4" fmla="*/ 147749 w 148907"/>
                <a:gd name="connsiteY4" fmla="*/ 9100 h 122435"/>
                <a:gd name="connsiteX5" fmla="*/ 135274 w 148907"/>
                <a:gd name="connsiteY5" fmla="*/ 2482 h 122435"/>
                <a:gd name="connsiteX6" fmla="*/ 70847 w 148907"/>
                <a:gd name="connsiteY6" fmla="*/ 2482 h 122435"/>
                <a:gd name="connsiteX7" fmla="*/ 61350 w 148907"/>
                <a:gd name="connsiteY7" fmla="*/ 18431 h 122435"/>
                <a:gd name="connsiteX8" fmla="*/ 38186 w 148907"/>
                <a:gd name="connsiteY8" fmla="*/ 50298 h 122435"/>
                <a:gd name="connsiteX9" fmla="*/ 7611 w 148907"/>
                <a:gd name="connsiteY9" fmla="*/ 104500 h 122435"/>
                <a:gd name="connsiteX10" fmla="*/ 2482 w 148907"/>
                <a:gd name="connsiteY10" fmla="*/ 120847 h 122435"/>
                <a:gd name="connsiteX11" fmla="*/ 70847 w 148907"/>
                <a:gd name="connsiteY11" fmla="*/ 120847 h 12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907" h="122435">
                  <a:moveTo>
                    <a:pt x="70847" y="93514"/>
                  </a:moveTo>
                  <a:cubicBezTo>
                    <a:pt x="70847" y="89543"/>
                    <a:pt x="88980" y="84447"/>
                    <a:pt x="88980" y="80476"/>
                  </a:cubicBezTo>
                  <a:lnTo>
                    <a:pt x="88980" y="34149"/>
                  </a:lnTo>
                  <a:cubicBezTo>
                    <a:pt x="88980" y="34149"/>
                    <a:pt x="145631" y="35274"/>
                    <a:pt x="147352" y="34149"/>
                  </a:cubicBezTo>
                  <a:cubicBezTo>
                    <a:pt x="148213" y="33554"/>
                    <a:pt x="148047" y="21211"/>
                    <a:pt x="147749" y="9100"/>
                  </a:cubicBezTo>
                  <a:cubicBezTo>
                    <a:pt x="145598" y="5460"/>
                    <a:pt x="148676" y="2482"/>
                    <a:pt x="135274" y="2482"/>
                  </a:cubicBezTo>
                  <a:lnTo>
                    <a:pt x="70847" y="2482"/>
                  </a:lnTo>
                  <a:cubicBezTo>
                    <a:pt x="66508" y="7006"/>
                    <a:pt x="63260" y="12461"/>
                    <a:pt x="61350" y="18431"/>
                  </a:cubicBezTo>
                  <a:cubicBezTo>
                    <a:pt x="58272" y="26638"/>
                    <a:pt x="38981" y="38716"/>
                    <a:pt x="38186" y="50298"/>
                  </a:cubicBezTo>
                  <a:cubicBezTo>
                    <a:pt x="37392" y="61879"/>
                    <a:pt x="19424" y="79814"/>
                    <a:pt x="7611" y="104500"/>
                  </a:cubicBezTo>
                  <a:cubicBezTo>
                    <a:pt x="4929" y="109595"/>
                    <a:pt x="3191" y="115133"/>
                    <a:pt x="2482" y="120847"/>
                  </a:cubicBezTo>
                  <a:lnTo>
                    <a:pt x="70847" y="12084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DBF435F-490A-4D43-989F-77C1C8680344}"/>
                </a:ext>
              </a:extLst>
            </p:cNvPr>
            <p:cNvSpPr/>
            <p:nvPr/>
          </p:nvSpPr>
          <p:spPr>
            <a:xfrm>
              <a:off x="4107179" y="2641804"/>
              <a:ext cx="215089" cy="234943"/>
            </a:xfrm>
            <a:custGeom>
              <a:avLst/>
              <a:gdLst>
                <a:gd name="connsiteX0" fmla="*/ 18099 w 215088"/>
                <a:gd name="connsiteY0" fmla="*/ 202349 h 234942"/>
                <a:gd name="connsiteX1" fmla="*/ 34015 w 215088"/>
                <a:gd name="connsiteY1" fmla="*/ 202349 h 234942"/>
                <a:gd name="connsiteX2" fmla="*/ 47450 w 215088"/>
                <a:gd name="connsiteY2" fmla="*/ 201125 h 234942"/>
                <a:gd name="connsiteX3" fmla="*/ 57377 w 215088"/>
                <a:gd name="connsiteY3" fmla="*/ 209662 h 234942"/>
                <a:gd name="connsiteX4" fmla="*/ 63466 w 215088"/>
                <a:gd name="connsiteY4" fmla="*/ 209662 h 234942"/>
                <a:gd name="connsiteX5" fmla="*/ 75709 w 215088"/>
                <a:gd name="connsiteY5" fmla="*/ 225545 h 234942"/>
                <a:gd name="connsiteX6" fmla="*/ 83949 w 215088"/>
                <a:gd name="connsiteY6" fmla="*/ 233752 h 234942"/>
                <a:gd name="connsiteX7" fmla="*/ 93214 w 215088"/>
                <a:gd name="connsiteY7" fmla="*/ 228159 h 234942"/>
                <a:gd name="connsiteX8" fmla="*/ 103340 w 215088"/>
                <a:gd name="connsiteY8" fmla="*/ 224255 h 234942"/>
                <a:gd name="connsiteX9" fmla="*/ 112705 w 215088"/>
                <a:gd name="connsiteY9" fmla="*/ 222699 h 234942"/>
                <a:gd name="connsiteX10" fmla="*/ 124386 w 215088"/>
                <a:gd name="connsiteY10" fmla="*/ 223494 h 234942"/>
                <a:gd name="connsiteX11" fmla="*/ 135306 w 215088"/>
                <a:gd name="connsiteY11" fmla="*/ 220383 h 234942"/>
                <a:gd name="connsiteX12" fmla="*/ 203141 w 215088"/>
                <a:gd name="connsiteY12" fmla="*/ 219589 h 234942"/>
                <a:gd name="connsiteX13" fmla="*/ 205491 w 215088"/>
                <a:gd name="connsiteY13" fmla="*/ 204764 h 234942"/>
                <a:gd name="connsiteX14" fmla="*/ 200097 w 215088"/>
                <a:gd name="connsiteY14" fmla="*/ 199337 h 234942"/>
                <a:gd name="connsiteX15" fmla="*/ 183552 w 215088"/>
                <a:gd name="connsiteY15" fmla="*/ 45764 h 234942"/>
                <a:gd name="connsiteX16" fmla="*/ 212837 w 215088"/>
                <a:gd name="connsiteY16" fmla="*/ 45764 h 234942"/>
                <a:gd name="connsiteX17" fmla="*/ 151388 w 215088"/>
                <a:gd name="connsiteY17" fmla="*/ 5592 h 234942"/>
                <a:gd name="connsiteX18" fmla="*/ 148079 w 215088"/>
                <a:gd name="connsiteY18" fmla="*/ 2482 h 234942"/>
                <a:gd name="connsiteX19" fmla="*/ 147681 w 215088"/>
                <a:gd name="connsiteY19" fmla="*/ 27531 h 234942"/>
                <a:gd name="connsiteX20" fmla="*/ 89310 w 215088"/>
                <a:gd name="connsiteY20" fmla="*/ 27531 h 234942"/>
                <a:gd name="connsiteX21" fmla="*/ 89310 w 215088"/>
                <a:gd name="connsiteY21" fmla="*/ 73858 h 234942"/>
                <a:gd name="connsiteX22" fmla="*/ 71176 w 215088"/>
                <a:gd name="connsiteY22" fmla="*/ 86896 h 234942"/>
                <a:gd name="connsiteX23" fmla="*/ 71176 w 215088"/>
                <a:gd name="connsiteY23" fmla="*/ 114096 h 234942"/>
                <a:gd name="connsiteX24" fmla="*/ 2579 w 215088"/>
                <a:gd name="connsiteY24" fmla="*/ 114096 h 234942"/>
                <a:gd name="connsiteX25" fmla="*/ 12308 w 215088"/>
                <a:gd name="connsiteY25" fmla="*/ 133719 h 234942"/>
                <a:gd name="connsiteX26" fmla="*/ 16180 w 215088"/>
                <a:gd name="connsiteY26" fmla="*/ 161747 h 234942"/>
                <a:gd name="connsiteX27" fmla="*/ 10521 w 215088"/>
                <a:gd name="connsiteY27" fmla="*/ 195896 h 234942"/>
                <a:gd name="connsiteX28" fmla="*/ 7576 w 215088"/>
                <a:gd name="connsiteY28" fmla="*/ 211019 h 234942"/>
                <a:gd name="connsiteX29" fmla="*/ 8470 w 215088"/>
                <a:gd name="connsiteY29" fmla="*/ 210787 h 234942"/>
                <a:gd name="connsiteX30" fmla="*/ 18099 w 215088"/>
                <a:gd name="connsiteY30" fmla="*/ 202349 h 234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5088" h="234942">
                  <a:moveTo>
                    <a:pt x="18099" y="202349"/>
                  </a:moveTo>
                  <a:cubicBezTo>
                    <a:pt x="23383" y="203016"/>
                    <a:pt x="28731" y="203016"/>
                    <a:pt x="34015" y="202349"/>
                  </a:cubicBezTo>
                  <a:cubicBezTo>
                    <a:pt x="34015" y="202349"/>
                    <a:pt x="42553" y="198676"/>
                    <a:pt x="47450" y="201125"/>
                  </a:cubicBezTo>
                  <a:cubicBezTo>
                    <a:pt x="51232" y="203370"/>
                    <a:pt x="54591" y="206259"/>
                    <a:pt x="57377" y="209662"/>
                  </a:cubicBezTo>
                  <a:lnTo>
                    <a:pt x="63466" y="209662"/>
                  </a:lnTo>
                  <a:cubicBezTo>
                    <a:pt x="63466" y="209662"/>
                    <a:pt x="68363" y="223130"/>
                    <a:pt x="75709" y="225545"/>
                  </a:cubicBezTo>
                  <a:cubicBezTo>
                    <a:pt x="79426" y="227095"/>
                    <a:pt x="82385" y="230042"/>
                    <a:pt x="83949" y="233752"/>
                  </a:cubicBezTo>
                  <a:cubicBezTo>
                    <a:pt x="89177" y="233752"/>
                    <a:pt x="93214" y="231932"/>
                    <a:pt x="93214" y="228159"/>
                  </a:cubicBezTo>
                  <a:cubicBezTo>
                    <a:pt x="93214" y="223494"/>
                    <a:pt x="95564" y="217240"/>
                    <a:pt x="103340" y="224255"/>
                  </a:cubicBezTo>
                  <a:cubicBezTo>
                    <a:pt x="111116" y="231270"/>
                    <a:pt x="111149" y="225016"/>
                    <a:pt x="112705" y="222699"/>
                  </a:cubicBezTo>
                  <a:cubicBezTo>
                    <a:pt x="114260" y="220383"/>
                    <a:pt x="119720" y="223494"/>
                    <a:pt x="124386" y="223494"/>
                  </a:cubicBezTo>
                  <a:cubicBezTo>
                    <a:pt x="128187" y="223145"/>
                    <a:pt x="131891" y="222090"/>
                    <a:pt x="135306" y="220383"/>
                  </a:cubicBezTo>
                  <a:cubicBezTo>
                    <a:pt x="135306" y="220383"/>
                    <a:pt x="200031" y="221144"/>
                    <a:pt x="203141" y="219589"/>
                  </a:cubicBezTo>
                  <a:cubicBezTo>
                    <a:pt x="206252" y="218034"/>
                    <a:pt x="205491" y="204764"/>
                    <a:pt x="205491" y="204764"/>
                  </a:cubicBezTo>
                  <a:lnTo>
                    <a:pt x="200097" y="199337"/>
                  </a:lnTo>
                  <a:lnTo>
                    <a:pt x="183552" y="45764"/>
                  </a:lnTo>
                  <a:lnTo>
                    <a:pt x="212837" y="45764"/>
                  </a:lnTo>
                  <a:cubicBezTo>
                    <a:pt x="181566" y="25083"/>
                    <a:pt x="154796" y="7545"/>
                    <a:pt x="151388" y="5592"/>
                  </a:cubicBezTo>
                  <a:cubicBezTo>
                    <a:pt x="150025" y="4872"/>
                    <a:pt x="148882" y="3797"/>
                    <a:pt x="148079" y="2482"/>
                  </a:cubicBezTo>
                  <a:cubicBezTo>
                    <a:pt x="148376" y="14593"/>
                    <a:pt x="148542" y="26936"/>
                    <a:pt x="147681" y="27531"/>
                  </a:cubicBezTo>
                  <a:cubicBezTo>
                    <a:pt x="145961" y="28657"/>
                    <a:pt x="89310" y="27531"/>
                    <a:pt x="89310" y="27531"/>
                  </a:cubicBezTo>
                  <a:lnTo>
                    <a:pt x="89310" y="73858"/>
                  </a:lnTo>
                  <a:cubicBezTo>
                    <a:pt x="89310" y="77829"/>
                    <a:pt x="71176" y="82925"/>
                    <a:pt x="71176" y="86896"/>
                  </a:cubicBezTo>
                  <a:lnTo>
                    <a:pt x="71176" y="114096"/>
                  </a:lnTo>
                  <a:lnTo>
                    <a:pt x="2579" y="114096"/>
                  </a:lnTo>
                  <a:cubicBezTo>
                    <a:pt x="1587" y="125281"/>
                    <a:pt x="8403" y="129252"/>
                    <a:pt x="12308" y="133719"/>
                  </a:cubicBezTo>
                  <a:cubicBezTo>
                    <a:pt x="17702" y="139874"/>
                    <a:pt x="8205" y="150661"/>
                    <a:pt x="16180" y="161747"/>
                  </a:cubicBezTo>
                  <a:cubicBezTo>
                    <a:pt x="24154" y="172832"/>
                    <a:pt x="14393" y="189741"/>
                    <a:pt x="10521" y="195896"/>
                  </a:cubicBezTo>
                  <a:cubicBezTo>
                    <a:pt x="8436" y="199205"/>
                    <a:pt x="8205" y="205062"/>
                    <a:pt x="7576" y="211019"/>
                  </a:cubicBezTo>
                  <a:lnTo>
                    <a:pt x="8470" y="210787"/>
                  </a:lnTo>
                  <a:cubicBezTo>
                    <a:pt x="13334" y="209662"/>
                    <a:pt x="12143" y="201125"/>
                    <a:pt x="18099" y="20234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E111ED3-678A-C743-BA2E-77E7106E8A3A}"/>
                </a:ext>
              </a:extLst>
            </p:cNvPr>
            <p:cNvSpPr/>
            <p:nvPr/>
          </p:nvSpPr>
          <p:spPr>
            <a:xfrm>
              <a:off x="4188712" y="2685087"/>
              <a:ext cx="294506" cy="274652"/>
            </a:xfrm>
            <a:custGeom>
              <a:avLst/>
              <a:gdLst>
                <a:gd name="connsiteX0" fmla="*/ 277663 w 294505"/>
                <a:gd name="connsiteY0" fmla="*/ 115056 h 274651"/>
                <a:gd name="connsiteX1" fmla="*/ 269092 w 294505"/>
                <a:gd name="connsiteY1" fmla="*/ 96757 h 274651"/>
                <a:gd name="connsiteX2" fmla="*/ 249569 w 294505"/>
                <a:gd name="connsiteY2" fmla="*/ 90635 h 274651"/>
                <a:gd name="connsiteX3" fmla="*/ 238550 w 294505"/>
                <a:gd name="connsiteY3" fmla="*/ 74752 h 274651"/>
                <a:gd name="connsiteX4" fmla="*/ 131370 w 294505"/>
                <a:gd name="connsiteY4" fmla="*/ 2482 h 274651"/>
                <a:gd name="connsiteX5" fmla="*/ 102018 w 294505"/>
                <a:gd name="connsiteY5" fmla="*/ 2482 h 274651"/>
                <a:gd name="connsiteX6" fmla="*/ 118564 w 294505"/>
                <a:gd name="connsiteY6" fmla="*/ 156055 h 274651"/>
                <a:gd name="connsiteX7" fmla="*/ 124024 w 294505"/>
                <a:gd name="connsiteY7" fmla="*/ 161482 h 274651"/>
                <a:gd name="connsiteX8" fmla="*/ 121674 w 294505"/>
                <a:gd name="connsiteY8" fmla="*/ 176307 h 274651"/>
                <a:gd name="connsiteX9" fmla="*/ 53838 w 294505"/>
                <a:gd name="connsiteY9" fmla="*/ 177101 h 274651"/>
                <a:gd name="connsiteX10" fmla="*/ 42919 w 294505"/>
                <a:gd name="connsiteY10" fmla="*/ 180211 h 274651"/>
                <a:gd name="connsiteX11" fmla="*/ 31237 w 294505"/>
                <a:gd name="connsiteY11" fmla="*/ 179417 h 274651"/>
                <a:gd name="connsiteX12" fmla="*/ 21873 w 294505"/>
                <a:gd name="connsiteY12" fmla="*/ 180972 h 274651"/>
                <a:gd name="connsiteX13" fmla="*/ 11747 w 294505"/>
                <a:gd name="connsiteY13" fmla="*/ 184877 h 274651"/>
                <a:gd name="connsiteX14" fmla="*/ 2482 w 294505"/>
                <a:gd name="connsiteY14" fmla="*/ 190469 h 274651"/>
                <a:gd name="connsiteX15" fmla="*/ 4037 w 294505"/>
                <a:gd name="connsiteY15" fmla="*/ 194506 h 274651"/>
                <a:gd name="connsiteX16" fmla="*/ 7346 w 294505"/>
                <a:gd name="connsiteY16" fmla="*/ 199238 h 274651"/>
                <a:gd name="connsiteX17" fmla="*/ 9927 w 294505"/>
                <a:gd name="connsiteY17" fmla="*/ 210026 h 274651"/>
                <a:gd name="connsiteX18" fmla="*/ 19160 w 294505"/>
                <a:gd name="connsiteY18" fmla="*/ 221310 h 274651"/>
                <a:gd name="connsiteX19" fmla="*/ 19160 w 294505"/>
                <a:gd name="connsiteY19" fmla="*/ 235208 h 274651"/>
                <a:gd name="connsiteX20" fmla="*/ 24322 w 294505"/>
                <a:gd name="connsiteY20" fmla="*/ 239840 h 274651"/>
                <a:gd name="connsiteX21" fmla="*/ 34083 w 294505"/>
                <a:gd name="connsiteY21" fmla="*/ 238285 h 274651"/>
                <a:gd name="connsiteX22" fmla="*/ 45897 w 294505"/>
                <a:gd name="connsiteY22" fmla="*/ 239311 h 274651"/>
                <a:gd name="connsiteX23" fmla="*/ 58239 w 294505"/>
                <a:gd name="connsiteY23" fmla="*/ 230575 h 274651"/>
                <a:gd name="connsiteX24" fmla="*/ 64858 w 294505"/>
                <a:gd name="connsiteY24" fmla="*/ 243414 h 274651"/>
                <a:gd name="connsiteX25" fmla="*/ 71012 w 294505"/>
                <a:gd name="connsiteY25" fmla="*/ 251654 h 274651"/>
                <a:gd name="connsiteX26" fmla="*/ 71012 w 294505"/>
                <a:gd name="connsiteY26" fmla="*/ 257808 h 274651"/>
                <a:gd name="connsiteX27" fmla="*/ 75116 w 294505"/>
                <a:gd name="connsiteY27" fmla="*/ 267736 h 274651"/>
                <a:gd name="connsiteX28" fmla="*/ 83355 w 294505"/>
                <a:gd name="connsiteY28" fmla="*/ 268728 h 274651"/>
                <a:gd name="connsiteX29" fmla="*/ 92091 w 294505"/>
                <a:gd name="connsiteY29" fmla="*/ 271309 h 274651"/>
                <a:gd name="connsiteX30" fmla="*/ 101853 w 294505"/>
                <a:gd name="connsiteY30" fmla="*/ 266677 h 274651"/>
                <a:gd name="connsiteX31" fmla="*/ 110589 w 294505"/>
                <a:gd name="connsiteY31" fmla="*/ 265651 h 274651"/>
                <a:gd name="connsiteX32" fmla="*/ 116777 w 294505"/>
                <a:gd name="connsiteY32" fmla="*/ 267736 h 274651"/>
                <a:gd name="connsiteX33" fmla="*/ 121674 w 294505"/>
                <a:gd name="connsiteY33" fmla="*/ 266710 h 274651"/>
                <a:gd name="connsiteX34" fmla="*/ 126505 w 294505"/>
                <a:gd name="connsiteY34" fmla="*/ 253474 h 274651"/>
                <a:gd name="connsiteX35" fmla="*/ 125480 w 294505"/>
                <a:gd name="connsiteY35" fmla="*/ 242157 h 274651"/>
                <a:gd name="connsiteX36" fmla="*/ 139377 w 294505"/>
                <a:gd name="connsiteY36" fmla="*/ 235969 h 274651"/>
                <a:gd name="connsiteX37" fmla="*/ 145036 w 294505"/>
                <a:gd name="connsiteY37" fmla="*/ 225181 h 274651"/>
                <a:gd name="connsiteX38" fmla="*/ 150661 w 294505"/>
                <a:gd name="connsiteY38" fmla="*/ 212342 h 274651"/>
                <a:gd name="connsiteX39" fmla="*/ 161482 w 294505"/>
                <a:gd name="connsiteY39" fmla="*/ 212872 h 274651"/>
                <a:gd name="connsiteX40" fmla="*/ 169159 w 294505"/>
                <a:gd name="connsiteY40" fmla="*/ 204632 h 274651"/>
                <a:gd name="connsiteX41" fmla="*/ 177399 w 294505"/>
                <a:gd name="connsiteY41" fmla="*/ 200529 h 274651"/>
                <a:gd name="connsiteX42" fmla="*/ 184017 w 294505"/>
                <a:gd name="connsiteY42" fmla="*/ 196922 h 274651"/>
                <a:gd name="connsiteX43" fmla="*/ 198940 w 294505"/>
                <a:gd name="connsiteY43" fmla="*/ 190767 h 274651"/>
                <a:gd name="connsiteX44" fmla="*/ 211746 w 294505"/>
                <a:gd name="connsiteY44" fmla="*/ 185109 h 274651"/>
                <a:gd name="connsiteX45" fmla="*/ 233884 w 294505"/>
                <a:gd name="connsiteY45" fmla="*/ 186134 h 274651"/>
                <a:gd name="connsiteX46" fmla="*/ 247749 w 294505"/>
                <a:gd name="connsiteY46" fmla="*/ 181502 h 274651"/>
                <a:gd name="connsiteX47" fmla="*/ 274983 w 294505"/>
                <a:gd name="connsiteY47" fmla="*/ 178954 h 274651"/>
                <a:gd name="connsiteX48" fmla="*/ 285770 w 294505"/>
                <a:gd name="connsiteY48" fmla="*/ 171211 h 274651"/>
                <a:gd name="connsiteX49" fmla="*/ 291462 w 294505"/>
                <a:gd name="connsiteY49" fmla="*/ 158404 h 274651"/>
                <a:gd name="connsiteX50" fmla="*/ 292554 w 294505"/>
                <a:gd name="connsiteY50" fmla="*/ 112078 h 274651"/>
                <a:gd name="connsiteX51" fmla="*/ 277663 w 294505"/>
                <a:gd name="connsiteY51" fmla="*/ 115056 h 27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4505" h="274651">
                  <a:moveTo>
                    <a:pt x="277663" y="115056"/>
                  </a:moveTo>
                  <a:cubicBezTo>
                    <a:pt x="277663" y="115056"/>
                    <a:pt x="277663" y="101621"/>
                    <a:pt x="269092" y="96757"/>
                  </a:cubicBezTo>
                  <a:cubicBezTo>
                    <a:pt x="262997" y="93579"/>
                    <a:pt x="256387" y="91507"/>
                    <a:pt x="249569" y="90635"/>
                  </a:cubicBezTo>
                  <a:cubicBezTo>
                    <a:pt x="246458" y="84972"/>
                    <a:pt x="242765" y="79649"/>
                    <a:pt x="238550" y="74752"/>
                  </a:cubicBezTo>
                  <a:cubicBezTo>
                    <a:pt x="235605" y="71807"/>
                    <a:pt x="178424" y="33587"/>
                    <a:pt x="131370" y="2482"/>
                  </a:cubicBezTo>
                  <a:lnTo>
                    <a:pt x="102018" y="2482"/>
                  </a:lnTo>
                  <a:lnTo>
                    <a:pt x="118564" y="156055"/>
                  </a:lnTo>
                  <a:lnTo>
                    <a:pt x="124024" y="161482"/>
                  </a:lnTo>
                  <a:cubicBezTo>
                    <a:pt x="124024" y="161482"/>
                    <a:pt x="124785" y="174718"/>
                    <a:pt x="121674" y="176307"/>
                  </a:cubicBezTo>
                  <a:cubicBezTo>
                    <a:pt x="118564" y="177895"/>
                    <a:pt x="53838" y="177101"/>
                    <a:pt x="53838" y="177101"/>
                  </a:cubicBezTo>
                  <a:cubicBezTo>
                    <a:pt x="50424" y="178807"/>
                    <a:pt x="46720" y="179862"/>
                    <a:pt x="42919" y="180211"/>
                  </a:cubicBezTo>
                  <a:cubicBezTo>
                    <a:pt x="38253" y="180211"/>
                    <a:pt x="32793" y="177101"/>
                    <a:pt x="31237" y="179417"/>
                  </a:cubicBezTo>
                  <a:cubicBezTo>
                    <a:pt x="29682" y="181733"/>
                    <a:pt x="29682" y="187987"/>
                    <a:pt x="21873" y="180972"/>
                  </a:cubicBezTo>
                  <a:cubicBezTo>
                    <a:pt x="14063" y="173957"/>
                    <a:pt x="11747" y="180211"/>
                    <a:pt x="11747" y="184877"/>
                  </a:cubicBezTo>
                  <a:cubicBezTo>
                    <a:pt x="11747" y="188649"/>
                    <a:pt x="7710" y="190370"/>
                    <a:pt x="2482" y="190469"/>
                  </a:cubicBezTo>
                  <a:cubicBezTo>
                    <a:pt x="3102" y="191774"/>
                    <a:pt x="3622" y="193123"/>
                    <a:pt x="4037" y="194506"/>
                  </a:cubicBezTo>
                  <a:lnTo>
                    <a:pt x="7346" y="199238"/>
                  </a:lnTo>
                  <a:cubicBezTo>
                    <a:pt x="7346" y="199238"/>
                    <a:pt x="6850" y="206948"/>
                    <a:pt x="9927" y="210026"/>
                  </a:cubicBezTo>
                  <a:cubicBezTo>
                    <a:pt x="13005" y="213103"/>
                    <a:pt x="18663" y="218762"/>
                    <a:pt x="19160" y="221310"/>
                  </a:cubicBezTo>
                  <a:cubicBezTo>
                    <a:pt x="19430" y="225938"/>
                    <a:pt x="19430" y="230579"/>
                    <a:pt x="19160" y="235208"/>
                  </a:cubicBezTo>
                  <a:cubicBezTo>
                    <a:pt x="19160" y="235208"/>
                    <a:pt x="21211" y="243943"/>
                    <a:pt x="24322" y="239840"/>
                  </a:cubicBezTo>
                  <a:cubicBezTo>
                    <a:pt x="27432" y="235737"/>
                    <a:pt x="32032" y="243414"/>
                    <a:pt x="34083" y="238285"/>
                  </a:cubicBezTo>
                  <a:cubicBezTo>
                    <a:pt x="36135" y="233156"/>
                    <a:pt x="42819" y="239311"/>
                    <a:pt x="45897" y="239311"/>
                  </a:cubicBezTo>
                  <a:cubicBezTo>
                    <a:pt x="48974" y="239311"/>
                    <a:pt x="56155" y="230079"/>
                    <a:pt x="58239" y="230575"/>
                  </a:cubicBezTo>
                  <a:cubicBezTo>
                    <a:pt x="60324" y="231071"/>
                    <a:pt x="64858" y="239840"/>
                    <a:pt x="64858" y="243414"/>
                  </a:cubicBezTo>
                  <a:cubicBezTo>
                    <a:pt x="64858" y="246988"/>
                    <a:pt x="74090" y="250628"/>
                    <a:pt x="71012" y="251654"/>
                  </a:cubicBezTo>
                  <a:cubicBezTo>
                    <a:pt x="67935" y="252679"/>
                    <a:pt x="67405" y="257808"/>
                    <a:pt x="71012" y="257808"/>
                  </a:cubicBezTo>
                  <a:cubicBezTo>
                    <a:pt x="74619" y="257808"/>
                    <a:pt x="73064" y="264427"/>
                    <a:pt x="75116" y="267736"/>
                  </a:cubicBezTo>
                  <a:cubicBezTo>
                    <a:pt x="77167" y="271045"/>
                    <a:pt x="81304" y="273361"/>
                    <a:pt x="83355" y="268728"/>
                  </a:cubicBezTo>
                  <a:cubicBezTo>
                    <a:pt x="85407" y="264096"/>
                    <a:pt x="89973" y="268232"/>
                    <a:pt x="92091" y="271309"/>
                  </a:cubicBezTo>
                  <a:cubicBezTo>
                    <a:pt x="94209" y="274387"/>
                    <a:pt x="100827" y="270780"/>
                    <a:pt x="101853" y="266677"/>
                  </a:cubicBezTo>
                  <a:cubicBezTo>
                    <a:pt x="102879" y="262573"/>
                    <a:pt x="111118" y="261018"/>
                    <a:pt x="110589" y="265651"/>
                  </a:cubicBezTo>
                  <a:cubicBezTo>
                    <a:pt x="110059" y="270284"/>
                    <a:pt x="111615" y="271309"/>
                    <a:pt x="116777" y="267736"/>
                  </a:cubicBezTo>
                  <a:cubicBezTo>
                    <a:pt x="118197" y="266731"/>
                    <a:pt x="119970" y="266359"/>
                    <a:pt x="121674" y="266710"/>
                  </a:cubicBezTo>
                  <a:cubicBezTo>
                    <a:pt x="123008" y="262202"/>
                    <a:pt x="124622" y="257781"/>
                    <a:pt x="126505" y="253474"/>
                  </a:cubicBezTo>
                  <a:cubicBezTo>
                    <a:pt x="128060" y="250363"/>
                    <a:pt x="122931" y="243182"/>
                    <a:pt x="125480" y="242157"/>
                  </a:cubicBezTo>
                  <a:cubicBezTo>
                    <a:pt x="128027" y="241131"/>
                    <a:pt x="136796" y="243182"/>
                    <a:pt x="139377" y="235969"/>
                  </a:cubicBezTo>
                  <a:cubicBezTo>
                    <a:pt x="140658" y="232087"/>
                    <a:pt x="142570" y="228442"/>
                    <a:pt x="145036" y="225181"/>
                  </a:cubicBezTo>
                  <a:cubicBezTo>
                    <a:pt x="145036" y="225181"/>
                    <a:pt x="146062" y="209794"/>
                    <a:pt x="150661" y="212342"/>
                  </a:cubicBezTo>
                  <a:cubicBezTo>
                    <a:pt x="155261" y="214890"/>
                    <a:pt x="160953" y="218960"/>
                    <a:pt x="161482" y="212872"/>
                  </a:cubicBezTo>
                  <a:cubicBezTo>
                    <a:pt x="162011" y="206783"/>
                    <a:pt x="167637" y="210290"/>
                    <a:pt x="169159" y="204632"/>
                  </a:cubicBezTo>
                  <a:cubicBezTo>
                    <a:pt x="170681" y="198974"/>
                    <a:pt x="173792" y="199503"/>
                    <a:pt x="177399" y="200529"/>
                  </a:cubicBezTo>
                  <a:cubicBezTo>
                    <a:pt x="181005" y="201554"/>
                    <a:pt x="184017" y="199999"/>
                    <a:pt x="184017" y="196922"/>
                  </a:cubicBezTo>
                  <a:cubicBezTo>
                    <a:pt x="184017" y="193845"/>
                    <a:pt x="192256" y="195400"/>
                    <a:pt x="198940" y="190767"/>
                  </a:cubicBezTo>
                  <a:cubicBezTo>
                    <a:pt x="205625" y="186134"/>
                    <a:pt x="209199" y="182527"/>
                    <a:pt x="211746" y="185109"/>
                  </a:cubicBezTo>
                  <a:cubicBezTo>
                    <a:pt x="214294" y="187690"/>
                    <a:pt x="231303" y="187160"/>
                    <a:pt x="233884" y="186134"/>
                  </a:cubicBezTo>
                  <a:cubicBezTo>
                    <a:pt x="236465" y="185109"/>
                    <a:pt x="241594" y="180509"/>
                    <a:pt x="247749" y="181502"/>
                  </a:cubicBezTo>
                  <a:cubicBezTo>
                    <a:pt x="253904" y="182495"/>
                    <a:pt x="268828" y="178954"/>
                    <a:pt x="274983" y="178954"/>
                  </a:cubicBezTo>
                  <a:cubicBezTo>
                    <a:pt x="281137" y="178954"/>
                    <a:pt x="283718" y="173295"/>
                    <a:pt x="285770" y="171211"/>
                  </a:cubicBezTo>
                  <a:cubicBezTo>
                    <a:pt x="287822" y="169126"/>
                    <a:pt x="289377" y="159927"/>
                    <a:pt x="291462" y="158404"/>
                  </a:cubicBezTo>
                  <a:cubicBezTo>
                    <a:pt x="293546" y="156882"/>
                    <a:pt x="292752" y="124884"/>
                    <a:pt x="292554" y="112078"/>
                  </a:cubicBezTo>
                  <a:cubicBezTo>
                    <a:pt x="286233" y="113170"/>
                    <a:pt x="277663" y="115056"/>
                    <a:pt x="277663" y="11505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98CB119-8D92-5D43-8A43-AEF092FFC79E}"/>
                </a:ext>
              </a:extLst>
            </p:cNvPr>
            <p:cNvSpPr/>
            <p:nvPr/>
          </p:nvSpPr>
          <p:spPr>
            <a:xfrm>
              <a:off x="4307937" y="2866620"/>
              <a:ext cx="145598" cy="99272"/>
            </a:xfrm>
            <a:custGeom>
              <a:avLst/>
              <a:gdLst>
                <a:gd name="connsiteX0" fmla="*/ 144341 w 145598"/>
                <a:gd name="connsiteY0" fmla="*/ 58108 h 99271"/>
                <a:gd name="connsiteX1" fmla="*/ 137293 w 145598"/>
                <a:gd name="connsiteY1" fmla="*/ 54965 h 99271"/>
                <a:gd name="connsiteX2" fmla="*/ 136135 w 145598"/>
                <a:gd name="connsiteY2" fmla="*/ 45302 h 99271"/>
                <a:gd name="connsiteX3" fmla="*/ 127266 w 145598"/>
                <a:gd name="connsiteY3" fmla="*/ 46493 h 99271"/>
                <a:gd name="connsiteX4" fmla="*/ 120317 w 145598"/>
                <a:gd name="connsiteY4" fmla="*/ 40306 h 99271"/>
                <a:gd name="connsiteX5" fmla="*/ 117240 w 145598"/>
                <a:gd name="connsiteY5" fmla="*/ 33687 h 99271"/>
                <a:gd name="connsiteX6" fmla="*/ 109166 w 145598"/>
                <a:gd name="connsiteY6" fmla="*/ 24455 h 99271"/>
                <a:gd name="connsiteX7" fmla="*/ 103375 w 145598"/>
                <a:gd name="connsiteY7" fmla="*/ 14528 h 99271"/>
                <a:gd name="connsiteX8" fmla="*/ 103375 w 145598"/>
                <a:gd name="connsiteY8" fmla="*/ 5197 h 99271"/>
                <a:gd name="connsiteX9" fmla="*/ 92554 w 145598"/>
                <a:gd name="connsiteY9" fmla="*/ 3343 h 99271"/>
                <a:gd name="connsiteX10" fmla="*/ 79748 w 145598"/>
                <a:gd name="connsiteY10" fmla="*/ 9002 h 99271"/>
                <a:gd name="connsiteX11" fmla="*/ 64824 w 145598"/>
                <a:gd name="connsiteY11" fmla="*/ 15157 h 99271"/>
                <a:gd name="connsiteX12" fmla="*/ 58206 w 145598"/>
                <a:gd name="connsiteY12" fmla="*/ 18764 h 99271"/>
                <a:gd name="connsiteX13" fmla="*/ 49967 w 145598"/>
                <a:gd name="connsiteY13" fmla="*/ 22867 h 99271"/>
                <a:gd name="connsiteX14" fmla="*/ 42290 w 145598"/>
                <a:gd name="connsiteY14" fmla="*/ 31106 h 99271"/>
                <a:gd name="connsiteX15" fmla="*/ 31469 w 145598"/>
                <a:gd name="connsiteY15" fmla="*/ 30577 h 99271"/>
                <a:gd name="connsiteX16" fmla="*/ 25844 w 145598"/>
                <a:gd name="connsiteY16" fmla="*/ 43416 h 99271"/>
                <a:gd name="connsiteX17" fmla="*/ 20185 w 145598"/>
                <a:gd name="connsiteY17" fmla="*/ 54204 h 99271"/>
                <a:gd name="connsiteX18" fmla="*/ 6287 w 145598"/>
                <a:gd name="connsiteY18" fmla="*/ 60392 h 99271"/>
                <a:gd name="connsiteX19" fmla="*/ 7313 w 145598"/>
                <a:gd name="connsiteY19" fmla="*/ 71709 h 99271"/>
                <a:gd name="connsiteX20" fmla="*/ 2482 w 145598"/>
                <a:gd name="connsiteY20" fmla="*/ 84945 h 99271"/>
                <a:gd name="connsiteX21" fmla="*/ 10920 w 145598"/>
                <a:gd name="connsiteY21" fmla="*/ 90570 h 99271"/>
                <a:gd name="connsiteX22" fmla="*/ 26373 w 145598"/>
                <a:gd name="connsiteY22" fmla="*/ 97784 h 99271"/>
                <a:gd name="connsiteX23" fmla="*/ 46923 w 145598"/>
                <a:gd name="connsiteY23" fmla="*/ 95203 h 99271"/>
                <a:gd name="connsiteX24" fmla="*/ 52548 w 145598"/>
                <a:gd name="connsiteY24" fmla="*/ 93681 h 99271"/>
                <a:gd name="connsiteX25" fmla="*/ 49471 w 145598"/>
                <a:gd name="connsiteY25" fmla="*/ 76176 h 99271"/>
                <a:gd name="connsiteX26" fmla="*/ 93150 w 145598"/>
                <a:gd name="connsiteY26" fmla="*/ 77202 h 99271"/>
                <a:gd name="connsiteX27" fmla="*/ 99768 w 145598"/>
                <a:gd name="connsiteY27" fmla="*/ 72569 h 99271"/>
                <a:gd name="connsiteX28" fmla="*/ 115718 w 145598"/>
                <a:gd name="connsiteY28" fmla="*/ 74654 h 99271"/>
                <a:gd name="connsiteX29" fmla="*/ 125645 w 145598"/>
                <a:gd name="connsiteY29" fmla="*/ 68035 h 99271"/>
                <a:gd name="connsiteX30" fmla="*/ 140039 w 145598"/>
                <a:gd name="connsiteY30" fmla="*/ 64991 h 99271"/>
                <a:gd name="connsiteX31" fmla="*/ 144672 w 145598"/>
                <a:gd name="connsiteY31" fmla="*/ 58373 h 99271"/>
                <a:gd name="connsiteX32" fmla="*/ 144341 w 145598"/>
                <a:gd name="connsiteY32" fmla="*/ 58108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5598" h="99271">
                  <a:moveTo>
                    <a:pt x="144341" y="58108"/>
                  </a:moveTo>
                  <a:cubicBezTo>
                    <a:pt x="142378" y="56349"/>
                    <a:pt x="139913" y="55250"/>
                    <a:pt x="137293" y="54965"/>
                  </a:cubicBezTo>
                  <a:cubicBezTo>
                    <a:pt x="135738" y="54965"/>
                    <a:pt x="136896" y="46493"/>
                    <a:pt x="136135" y="45302"/>
                  </a:cubicBezTo>
                  <a:cubicBezTo>
                    <a:pt x="135374" y="44111"/>
                    <a:pt x="130344" y="47619"/>
                    <a:pt x="127266" y="46493"/>
                  </a:cubicBezTo>
                  <a:cubicBezTo>
                    <a:pt x="124189" y="45369"/>
                    <a:pt x="123031" y="40306"/>
                    <a:pt x="120317" y="40306"/>
                  </a:cubicBezTo>
                  <a:cubicBezTo>
                    <a:pt x="117604" y="40306"/>
                    <a:pt x="117240" y="37228"/>
                    <a:pt x="117240" y="33687"/>
                  </a:cubicBezTo>
                  <a:cubicBezTo>
                    <a:pt x="117240" y="30147"/>
                    <a:pt x="112243" y="26772"/>
                    <a:pt x="109166" y="24455"/>
                  </a:cubicBezTo>
                  <a:cubicBezTo>
                    <a:pt x="106089" y="22139"/>
                    <a:pt x="105294" y="15587"/>
                    <a:pt x="103375" y="14528"/>
                  </a:cubicBezTo>
                  <a:cubicBezTo>
                    <a:pt x="102250" y="13866"/>
                    <a:pt x="102680" y="9134"/>
                    <a:pt x="103375" y="5197"/>
                  </a:cubicBezTo>
                  <a:cubicBezTo>
                    <a:pt x="98577" y="5197"/>
                    <a:pt x="93845" y="4601"/>
                    <a:pt x="92554" y="3343"/>
                  </a:cubicBezTo>
                  <a:cubicBezTo>
                    <a:pt x="90007" y="763"/>
                    <a:pt x="86400" y="4369"/>
                    <a:pt x="79748" y="9002"/>
                  </a:cubicBezTo>
                  <a:cubicBezTo>
                    <a:pt x="73097" y="13635"/>
                    <a:pt x="64824" y="12079"/>
                    <a:pt x="64824" y="15157"/>
                  </a:cubicBezTo>
                  <a:cubicBezTo>
                    <a:pt x="64824" y="18234"/>
                    <a:pt x="61747" y="19790"/>
                    <a:pt x="58206" y="18764"/>
                  </a:cubicBezTo>
                  <a:cubicBezTo>
                    <a:pt x="54666" y="17738"/>
                    <a:pt x="51588" y="17208"/>
                    <a:pt x="49967" y="22867"/>
                  </a:cubicBezTo>
                  <a:cubicBezTo>
                    <a:pt x="48345" y="28525"/>
                    <a:pt x="42786" y="24919"/>
                    <a:pt x="42290" y="31106"/>
                  </a:cubicBezTo>
                  <a:cubicBezTo>
                    <a:pt x="41794" y="37294"/>
                    <a:pt x="36102" y="33158"/>
                    <a:pt x="31469" y="30577"/>
                  </a:cubicBezTo>
                  <a:cubicBezTo>
                    <a:pt x="26837" y="27996"/>
                    <a:pt x="25844" y="43416"/>
                    <a:pt x="25844" y="43416"/>
                  </a:cubicBezTo>
                  <a:cubicBezTo>
                    <a:pt x="23378" y="46677"/>
                    <a:pt x="21466" y="50321"/>
                    <a:pt x="20185" y="54204"/>
                  </a:cubicBezTo>
                  <a:cubicBezTo>
                    <a:pt x="17604" y="61417"/>
                    <a:pt x="8868" y="59366"/>
                    <a:pt x="6287" y="60392"/>
                  </a:cubicBezTo>
                  <a:cubicBezTo>
                    <a:pt x="3706" y="61417"/>
                    <a:pt x="8868" y="68598"/>
                    <a:pt x="7313" y="71709"/>
                  </a:cubicBezTo>
                  <a:cubicBezTo>
                    <a:pt x="5430" y="76016"/>
                    <a:pt x="3816" y="80437"/>
                    <a:pt x="2482" y="84945"/>
                  </a:cubicBezTo>
                  <a:cubicBezTo>
                    <a:pt x="5896" y="85705"/>
                    <a:pt x="8905" y="87711"/>
                    <a:pt x="10920" y="90570"/>
                  </a:cubicBezTo>
                  <a:cubicBezTo>
                    <a:pt x="12475" y="93151"/>
                    <a:pt x="21741" y="102913"/>
                    <a:pt x="26373" y="97784"/>
                  </a:cubicBezTo>
                  <a:cubicBezTo>
                    <a:pt x="31006" y="92655"/>
                    <a:pt x="43812" y="92125"/>
                    <a:pt x="46923" y="95203"/>
                  </a:cubicBezTo>
                  <a:cubicBezTo>
                    <a:pt x="50033" y="98280"/>
                    <a:pt x="52052" y="96758"/>
                    <a:pt x="52548" y="93681"/>
                  </a:cubicBezTo>
                  <a:cubicBezTo>
                    <a:pt x="53044" y="90603"/>
                    <a:pt x="47419" y="79253"/>
                    <a:pt x="49471" y="76176"/>
                  </a:cubicBezTo>
                  <a:cubicBezTo>
                    <a:pt x="51522" y="73098"/>
                    <a:pt x="91628" y="74654"/>
                    <a:pt x="93150" y="77202"/>
                  </a:cubicBezTo>
                  <a:cubicBezTo>
                    <a:pt x="94672" y="79750"/>
                    <a:pt x="94705" y="72073"/>
                    <a:pt x="99768" y="72569"/>
                  </a:cubicBezTo>
                  <a:cubicBezTo>
                    <a:pt x="104831" y="73065"/>
                    <a:pt x="112640" y="75679"/>
                    <a:pt x="115718" y="74654"/>
                  </a:cubicBezTo>
                  <a:cubicBezTo>
                    <a:pt x="118795" y="73628"/>
                    <a:pt x="122336" y="68035"/>
                    <a:pt x="125645" y="68035"/>
                  </a:cubicBezTo>
                  <a:cubicBezTo>
                    <a:pt x="128954" y="68035"/>
                    <a:pt x="137988" y="67539"/>
                    <a:pt x="140039" y="64991"/>
                  </a:cubicBezTo>
                  <a:cubicBezTo>
                    <a:pt x="142091" y="62443"/>
                    <a:pt x="145698" y="62410"/>
                    <a:pt x="144672" y="58373"/>
                  </a:cubicBezTo>
                  <a:cubicBezTo>
                    <a:pt x="144523" y="58349"/>
                    <a:pt x="144397" y="58249"/>
                    <a:pt x="144341" y="5810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024B8DC-6312-7F40-9BB8-7882E593DCDD}"/>
                </a:ext>
              </a:extLst>
            </p:cNvPr>
            <p:cNvSpPr/>
            <p:nvPr/>
          </p:nvSpPr>
          <p:spPr>
            <a:xfrm>
              <a:off x="4408104" y="2713346"/>
              <a:ext cx="271343" cy="211780"/>
            </a:xfrm>
            <a:custGeom>
              <a:avLst/>
              <a:gdLst>
                <a:gd name="connsiteX0" fmla="*/ 260057 w 271342"/>
                <a:gd name="connsiteY0" fmla="*/ 33256 h 211779"/>
                <a:gd name="connsiteX1" fmla="*/ 259031 w 271342"/>
                <a:gd name="connsiteY1" fmla="*/ 10920 h 211779"/>
                <a:gd name="connsiteX2" fmla="*/ 245266 w 271342"/>
                <a:gd name="connsiteY2" fmla="*/ 18365 h 211779"/>
                <a:gd name="connsiteX3" fmla="*/ 234246 w 271342"/>
                <a:gd name="connsiteY3" fmla="*/ 7379 h 211779"/>
                <a:gd name="connsiteX4" fmla="*/ 208601 w 271342"/>
                <a:gd name="connsiteY4" fmla="*/ 2482 h 211779"/>
                <a:gd name="connsiteX5" fmla="*/ 134048 w 271342"/>
                <a:gd name="connsiteY5" fmla="*/ 48809 h 211779"/>
                <a:gd name="connsiteX6" fmla="*/ 102248 w 271342"/>
                <a:gd name="connsiteY6" fmla="*/ 74454 h 211779"/>
                <a:gd name="connsiteX7" fmla="*/ 75379 w 271342"/>
                <a:gd name="connsiteY7" fmla="*/ 83024 h 211779"/>
                <a:gd name="connsiteX8" fmla="*/ 73062 w 271342"/>
                <a:gd name="connsiteY8" fmla="*/ 83488 h 211779"/>
                <a:gd name="connsiteX9" fmla="*/ 71970 w 271342"/>
                <a:gd name="connsiteY9" fmla="*/ 129814 h 211779"/>
                <a:gd name="connsiteX10" fmla="*/ 66279 w 271342"/>
                <a:gd name="connsiteY10" fmla="*/ 142620 h 211779"/>
                <a:gd name="connsiteX11" fmla="*/ 55491 w 271342"/>
                <a:gd name="connsiteY11" fmla="*/ 150364 h 211779"/>
                <a:gd name="connsiteX12" fmla="*/ 28258 w 271342"/>
                <a:gd name="connsiteY12" fmla="*/ 152912 h 211779"/>
                <a:gd name="connsiteX13" fmla="*/ 14393 w 271342"/>
                <a:gd name="connsiteY13" fmla="*/ 157544 h 211779"/>
                <a:gd name="connsiteX14" fmla="*/ 3076 w 271342"/>
                <a:gd name="connsiteY14" fmla="*/ 158372 h 211779"/>
                <a:gd name="connsiteX15" fmla="*/ 3076 w 271342"/>
                <a:gd name="connsiteY15" fmla="*/ 167703 h 211779"/>
                <a:gd name="connsiteX16" fmla="*/ 8867 w 271342"/>
                <a:gd name="connsiteY16" fmla="*/ 177630 h 211779"/>
                <a:gd name="connsiteX17" fmla="*/ 16941 w 271342"/>
                <a:gd name="connsiteY17" fmla="*/ 186862 h 211779"/>
                <a:gd name="connsiteX18" fmla="*/ 20018 w 271342"/>
                <a:gd name="connsiteY18" fmla="*/ 193481 h 211779"/>
                <a:gd name="connsiteX19" fmla="*/ 26967 w 271342"/>
                <a:gd name="connsiteY19" fmla="*/ 199669 h 211779"/>
                <a:gd name="connsiteX20" fmla="*/ 35835 w 271342"/>
                <a:gd name="connsiteY20" fmla="*/ 198477 h 211779"/>
                <a:gd name="connsiteX21" fmla="*/ 36994 w 271342"/>
                <a:gd name="connsiteY21" fmla="*/ 208140 h 211779"/>
                <a:gd name="connsiteX22" fmla="*/ 44042 w 271342"/>
                <a:gd name="connsiteY22" fmla="*/ 211283 h 211779"/>
                <a:gd name="connsiteX23" fmla="*/ 50230 w 271342"/>
                <a:gd name="connsiteY23" fmla="*/ 203242 h 211779"/>
                <a:gd name="connsiteX24" fmla="*/ 55888 w 271342"/>
                <a:gd name="connsiteY24" fmla="*/ 211482 h 211779"/>
                <a:gd name="connsiteX25" fmla="*/ 63069 w 271342"/>
                <a:gd name="connsiteY25" fmla="*/ 208404 h 211779"/>
                <a:gd name="connsiteX26" fmla="*/ 70779 w 271342"/>
                <a:gd name="connsiteY26" fmla="*/ 196062 h 211779"/>
                <a:gd name="connsiteX27" fmla="*/ 74915 w 271342"/>
                <a:gd name="connsiteY27" fmla="*/ 182164 h 211779"/>
                <a:gd name="connsiteX28" fmla="*/ 90832 w 271342"/>
                <a:gd name="connsiteY28" fmla="*/ 182164 h 211779"/>
                <a:gd name="connsiteX29" fmla="*/ 101123 w 271342"/>
                <a:gd name="connsiteY29" fmla="*/ 178590 h 211779"/>
                <a:gd name="connsiteX30" fmla="*/ 114988 w 271342"/>
                <a:gd name="connsiteY30" fmla="*/ 182693 h 211779"/>
                <a:gd name="connsiteX31" fmla="*/ 124915 w 271342"/>
                <a:gd name="connsiteY31" fmla="*/ 191925 h 211779"/>
                <a:gd name="connsiteX32" fmla="*/ 139309 w 271342"/>
                <a:gd name="connsiteY32" fmla="*/ 187822 h 211779"/>
                <a:gd name="connsiteX33" fmla="*/ 152546 w 271342"/>
                <a:gd name="connsiteY33" fmla="*/ 195036 h 211779"/>
                <a:gd name="connsiteX34" fmla="*/ 169521 w 271342"/>
                <a:gd name="connsiteY34" fmla="*/ 195036 h 211779"/>
                <a:gd name="connsiteX35" fmla="*/ 182360 w 271342"/>
                <a:gd name="connsiteY35" fmla="*/ 186796 h 211779"/>
                <a:gd name="connsiteX36" fmla="*/ 204465 w 271342"/>
                <a:gd name="connsiteY36" fmla="*/ 187326 h 211779"/>
                <a:gd name="connsiteX37" fmla="*/ 218859 w 271342"/>
                <a:gd name="connsiteY37" fmla="*/ 190899 h 211779"/>
                <a:gd name="connsiteX38" fmla="*/ 231169 w 271342"/>
                <a:gd name="connsiteY38" fmla="*/ 179616 h 211779"/>
                <a:gd name="connsiteX39" fmla="*/ 233651 w 271342"/>
                <a:gd name="connsiteY39" fmla="*/ 179616 h 211779"/>
                <a:gd name="connsiteX40" fmla="*/ 233651 w 271342"/>
                <a:gd name="connsiteY40" fmla="*/ 174023 h 211779"/>
                <a:gd name="connsiteX41" fmla="*/ 237258 w 271342"/>
                <a:gd name="connsiteY41" fmla="*/ 159133 h 211779"/>
                <a:gd name="connsiteX42" fmla="*/ 265021 w 271342"/>
                <a:gd name="connsiteY42" fmla="*/ 124156 h 211779"/>
                <a:gd name="connsiteX43" fmla="*/ 267039 w 271342"/>
                <a:gd name="connsiteY43" fmla="*/ 81138 h 211779"/>
                <a:gd name="connsiteX44" fmla="*/ 270116 w 271342"/>
                <a:gd name="connsiteY44" fmla="*/ 62640 h 211779"/>
                <a:gd name="connsiteX45" fmla="*/ 267039 w 271342"/>
                <a:gd name="connsiteY45" fmla="*/ 49404 h 211779"/>
                <a:gd name="connsiteX46" fmla="*/ 260057 w 271342"/>
                <a:gd name="connsiteY46" fmla="*/ 33256 h 21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71342" h="211779">
                  <a:moveTo>
                    <a:pt x="260057" y="33256"/>
                  </a:moveTo>
                  <a:cubicBezTo>
                    <a:pt x="260057" y="30741"/>
                    <a:pt x="259495" y="19358"/>
                    <a:pt x="259031" y="10920"/>
                  </a:cubicBezTo>
                  <a:lnTo>
                    <a:pt x="245266" y="18365"/>
                  </a:lnTo>
                  <a:cubicBezTo>
                    <a:pt x="242363" y="14005"/>
                    <a:pt x="238616" y="10269"/>
                    <a:pt x="234246" y="7379"/>
                  </a:cubicBezTo>
                  <a:cubicBezTo>
                    <a:pt x="226933" y="2482"/>
                    <a:pt x="208601" y="2482"/>
                    <a:pt x="208601" y="2482"/>
                  </a:cubicBezTo>
                  <a:lnTo>
                    <a:pt x="134048" y="48809"/>
                  </a:lnTo>
                  <a:lnTo>
                    <a:pt x="102248" y="74454"/>
                  </a:lnTo>
                  <a:cubicBezTo>
                    <a:pt x="102248" y="74454"/>
                    <a:pt x="81500" y="81767"/>
                    <a:pt x="75379" y="83024"/>
                  </a:cubicBezTo>
                  <a:lnTo>
                    <a:pt x="73062" y="83488"/>
                  </a:lnTo>
                  <a:cubicBezTo>
                    <a:pt x="73261" y="96227"/>
                    <a:pt x="73592" y="128491"/>
                    <a:pt x="71970" y="129814"/>
                  </a:cubicBezTo>
                  <a:cubicBezTo>
                    <a:pt x="70349" y="131138"/>
                    <a:pt x="68363" y="140602"/>
                    <a:pt x="66279" y="142620"/>
                  </a:cubicBezTo>
                  <a:cubicBezTo>
                    <a:pt x="64194" y="144639"/>
                    <a:pt x="61679" y="150364"/>
                    <a:pt x="55491" y="150364"/>
                  </a:cubicBezTo>
                  <a:cubicBezTo>
                    <a:pt x="49303" y="150364"/>
                    <a:pt x="34413" y="153937"/>
                    <a:pt x="28258" y="152912"/>
                  </a:cubicBezTo>
                  <a:cubicBezTo>
                    <a:pt x="22103" y="151886"/>
                    <a:pt x="16941" y="156518"/>
                    <a:pt x="14393" y="157544"/>
                  </a:cubicBezTo>
                  <a:cubicBezTo>
                    <a:pt x="10667" y="158273"/>
                    <a:pt x="6868" y="158551"/>
                    <a:pt x="3076" y="158372"/>
                  </a:cubicBezTo>
                  <a:cubicBezTo>
                    <a:pt x="2513" y="162309"/>
                    <a:pt x="2083" y="167041"/>
                    <a:pt x="3076" y="167703"/>
                  </a:cubicBezTo>
                  <a:cubicBezTo>
                    <a:pt x="4995" y="168861"/>
                    <a:pt x="5756" y="175413"/>
                    <a:pt x="8867" y="177630"/>
                  </a:cubicBezTo>
                  <a:cubicBezTo>
                    <a:pt x="11977" y="179847"/>
                    <a:pt x="16941" y="183388"/>
                    <a:pt x="16941" y="186862"/>
                  </a:cubicBezTo>
                  <a:cubicBezTo>
                    <a:pt x="16941" y="190337"/>
                    <a:pt x="17338" y="193481"/>
                    <a:pt x="20018" y="193481"/>
                  </a:cubicBezTo>
                  <a:cubicBezTo>
                    <a:pt x="22699" y="193481"/>
                    <a:pt x="23890" y="198477"/>
                    <a:pt x="26967" y="199669"/>
                  </a:cubicBezTo>
                  <a:cubicBezTo>
                    <a:pt x="30045" y="200860"/>
                    <a:pt x="35074" y="197352"/>
                    <a:pt x="35835" y="198477"/>
                  </a:cubicBezTo>
                  <a:cubicBezTo>
                    <a:pt x="36597" y="199602"/>
                    <a:pt x="35438" y="208140"/>
                    <a:pt x="36994" y="208140"/>
                  </a:cubicBezTo>
                  <a:cubicBezTo>
                    <a:pt x="39614" y="208425"/>
                    <a:pt x="42079" y="209524"/>
                    <a:pt x="44042" y="211283"/>
                  </a:cubicBezTo>
                  <a:cubicBezTo>
                    <a:pt x="43115" y="207180"/>
                    <a:pt x="45167" y="201720"/>
                    <a:pt x="50230" y="203242"/>
                  </a:cubicBezTo>
                  <a:cubicBezTo>
                    <a:pt x="55293" y="204764"/>
                    <a:pt x="51256" y="209430"/>
                    <a:pt x="55888" y="211482"/>
                  </a:cubicBezTo>
                  <a:cubicBezTo>
                    <a:pt x="60521" y="213533"/>
                    <a:pt x="63069" y="211978"/>
                    <a:pt x="63069" y="208404"/>
                  </a:cubicBezTo>
                  <a:cubicBezTo>
                    <a:pt x="63069" y="204831"/>
                    <a:pt x="69257" y="197617"/>
                    <a:pt x="70779" y="196062"/>
                  </a:cubicBezTo>
                  <a:cubicBezTo>
                    <a:pt x="72301" y="194506"/>
                    <a:pt x="71838" y="184778"/>
                    <a:pt x="74915" y="182164"/>
                  </a:cubicBezTo>
                  <a:cubicBezTo>
                    <a:pt x="77993" y="179549"/>
                    <a:pt x="87225" y="181667"/>
                    <a:pt x="90832" y="182164"/>
                  </a:cubicBezTo>
                  <a:cubicBezTo>
                    <a:pt x="94439" y="182660"/>
                    <a:pt x="96987" y="174983"/>
                    <a:pt x="101123" y="178590"/>
                  </a:cubicBezTo>
                  <a:cubicBezTo>
                    <a:pt x="105260" y="182197"/>
                    <a:pt x="111911" y="179086"/>
                    <a:pt x="114988" y="182693"/>
                  </a:cubicBezTo>
                  <a:cubicBezTo>
                    <a:pt x="118066" y="186300"/>
                    <a:pt x="119621" y="195036"/>
                    <a:pt x="124915" y="191925"/>
                  </a:cubicBezTo>
                  <a:cubicBezTo>
                    <a:pt x="129306" y="189402"/>
                    <a:pt x="134248" y="187994"/>
                    <a:pt x="139309" y="187822"/>
                  </a:cubicBezTo>
                  <a:cubicBezTo>
                    <a:pt x="142387" y="187822"/>
                    <a:pt x="149601" y="194010"/>
                    <a:pt x="152546" y="195036"/>
                  </a:cubicBezTo>
                  <a:cubicBezTo>
                    <a:pt x="155491" y="196062"/>
                    <a:pt x="165782" y="197087"/>
                    <a:pt x="169521" y="195036"/>
                  </a:cubicBezTo>
                  <a:cubicBezTo>
                    <a:pt x="173261" y="192984"/>
                    <a:pt x="177728" y="186300"/>
                    <a:pt x="182360" y="186796"/>
                  </a:cubicBezTo>
                  <a:cubicBezTo>
                    <a:pt x="186993" y="187293"/>
                    <a:pt x="201354" y="185770"/>
                    <a:pt x="204465" y="187326"/>
                  </a:cubicBezTo>
                  <a:cubicBezTo>
                    <a:pt x="207575" y="188881"/>
                    <a:pt x="214392" y="192455"/>
                    <a:pt x="218859" y="190899"/>
                  </a:cubicBezTo>
                  <a:cubicBezTo>
                    <a:pt x="223327" y="189344"/>
                    <a:pt x="227562" y="180641"/>
                    <a:pt x="231169" y="179616"/>
                  </a:cubicBezTo>
                  <a:cubicBezTo>
                    <a:pt x="231975" y="179350"/>
                    <a:pt x="232845" y="179350"/>
                    <a:pt x="233651" y="179616"/>
                  </a:cubicBezTo>
                  <a:cubicBezTo>
                    <a:pt x="233651" y="177630"/>
                    <a:pt x="233651" y="175711"/>
                    <a:pt x="233651" y="174023"/>
                  </a:cubicBezTo>
                  <a:cubicBezTo>
                    <a:pt x="233651" y="164758"/>
                    <a:pt x="235702" y="168365"/>
                    <a:pt x="237258" y="159133"/>
                  </a:cubicBezTo>
                  <a:cubicBezTo>
                    <a:pt x="238813" y="149900"/>
                    <a:pt x="262936" y="125711"/>
                    <a:pt x="265021" y="124156"/>
                  </a:cubicBezTo>
                  <a:cubicBezTo>
                    <a:pt x="267105" y="122601"/>
                    <a:pt x="267039" y="86135"/>
                    <a:pt x="267039" y="81138"/>
                  </a:cubicBezTo>
                  <a:cubicBezTo>
                    <a:pt x="267240" y="74863"/>
                    <a:pt x="268275" y="68643"/>
                    <a:pt x="270116" y="62640"/>
                  </a:cubicBezTo>
                  <a:cubicBezTo>
                    <a:pt x="272201" y="55427"/>
                    <a:pt x="266543" y="56022"/>
                    <a:pt x="267039" y="49404"/>
                  </a:cubicBezTo>
                  <a:cubicBezTo>
                    <a:pt x="267536" y="42786"/>
                    <a:pt x="260057" y="37359"/>
                    <a:pt x="260057" y="3325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1B08B88-1D84-E547-BAFA-1B2538AACE13}"/>
                </a:ext>
              </a:extLst>
            </p:cNvPr>
            <p:cNvSpPr/>
            <p:nvPr/>
          </p:nvSpPr>
          <p:spPr>
            <a:xfrm>
              <a:off x="4639472" y="2713346"/>
              <a:ext cx="175380" cy="291197"/>
            </a:xfrm>
            <a:custGeom>
              <a:avLst/>
              <a:gdLst>
                <a:gd name="connsiteX0" fmla="*/ 175876 w 175379"/>
                <a:gd name="connsiteY0" fmla="*/ 73858 h 291196"/>
                <a:gd name="connsiteX1" fmla="*/ 43216 w 175379"/>
                <a:gd name="connsiteY1" fmla="*/ 2482 h 291196"/>
                <a:gd name="connsiteX2" fmla="*/ 27664 w 175379"/>
                <a:gd name="connsiteY2" fmla="*/ 10920 h 291196"/>
                <a:gd name="connsiteX3" fmla="*/ 28689 w 175379"/>
                <a:gd name="connsiteY3" fmla="*/ 33256 h 291196"/>
                <a:gd name="connsiteX4" fmla="*/ 35870 w 175379"/>
                <a:gd name="connsiteY4" fmla="*/ 49173 h 291196"/>
                <a:gd name="connsiteX5" fmla="*/ 38947 w 175379"/>
                <a:gd name="connsiteY5" fmla="*/ 62409 h 291196"/>
                <a:gd name="connsiteX6" fmla="*/ 35870 w 175379"/>
                <a:gd name="connsiteY6" fmla="*/ 80907 h 291196"/>
                <a:gd name="connsiteX7" fmla="*/ 33852 w 175379"/>
                <a:gd name="connsiteY7" fmla="*/ 123924 h 291196"/>
                <a:gd name="connsiteX8" fmla="*/ 6089 w 175379"/>
                <a:gd name="connsiteY8" fmla="*/ 158901 h 291196"/>
                <a:gd name="connsiteX9" fmla="*/ 2482 w 175379"/>
                <a:gd name="connsiteY9" fmla="*/ 173792 h 291196"/>
                <a:gd name="connsiteX10" fmla="*/ 2482 w 175379"/>
                <a:gd name="connsiteY10" fmla="*/ 179384 h 291196"/>
                <a:gd name="connsiteX11" fmla="*/ 6155 w 175379"/>
                <a:gd name="connsiteY11" fmla="*/ 183024 h 291196"/>
                <a:gd name="connsiteX12" fmla="*/ 13865 w 175379"/>
                <a:gd name="connsiteY12" fmla="*/ 190238 h 291196"/>
                <a:gd name="connsiteX13" fmla="*/ 24685 w 175379"/>
                <a:gd name="connsiteY13" fmla="*/ 206783 h 291196"/>
                <a:gd name="connsiteX14" fmla="*/ 26737 w 175379"/>
                <a:gd name="connsiteY14" fmla="*/ 222203 h 291196"/>
                <a:gd name="connsiteX15" fmla="*/ 33951 w 175379"/>
                <a:gd name="connsiteY15" fmla="*/ 243778 h 291196"/>
                <a:gd name="connsiteX16" fmla="*/ 26737 w 175379"/>
                <a:gd name="connsiteY16" fmla="*/ 246359 h 291196"/>
                <a:gd name="connsiteX17" fmla="*/ 11846 w 175379"/>
                <a:gd name="connsiteY17" fmla="*/ 248411 h 291196"/>
                <a:gd name="connsiteX18" fmla="*/ 15917 w 175379"/>
                <a:gd name="connsiteY18" fmla="*/ 260754 h 291196"/>
                <a:gd name="connsiteX19" fmla="*/ 30311 w 175379"/>
                <a:gd name="connsiteY19" fmla="*/ 275645 h 291196"/>
                <a:gd name="connsiteX20" fmla="*/ 36929 w 175379"/>
                <a:gd name="connsiteY20" fmla="*/ 290039 h 291196"/>
                <a:gd name="connsiteX21" fmla="*/ 46658 w 175379"/>
                <a:gd name="connsiteY21" fmla="*/ 285936 h 291196"/>
                <a:gd name="connsiteX22" fmla="*/ 57975 w 175379"/>
                <a:gd name="connsiteY22" fmla="*/ 285936 h 291196"/>
                <a:gd name="connsiteX23" fmla="*/ 77002 w 175379"/>
                <a:gd name="connsiteY23" fmla="*/ 280277 h 291196"/>
                <a:gd name="connsiteX24" fmla="*/ 92422 w 175379"/>
                <a:gd name="connsiteY24" fmla="*/ 272038 h 291196"/>
                <a:gd name="connsiteX25" fmla="*/ 93448 w 175379"/>
                <a:gd name="connsiteY25" fmla="*/ 262805 h 291196"/>
                <a:gd name="connsiteX26" fmla="*/ 118133 w 175379"/>
                <a:gd name="connsiteY26" fmla="*/ 257676 h 291196"/>
                <a:gd name="connsiteX27" fmla="*/ 135076 w 175379"/>
                <a:gd name="connsiteY27" fmla="*/ 240171 h 291196"/>
                <a:gd name="connsiteX28" fmla="*/ 138682 w 175379"/>
                <a:gd name="connsiteY28" fmla="*/ 231932 h 291196"/>
                <a:gd name="connsiteX29" fmla="*/ 153044 w 175379"/>
                <a:gd name="connsiteY29" fmla="*/ 226306 h 291196"/>
                <a:gd name="connsiteX30" fmla="*/ 156088 w 175379"/>
                <a:gd name="connsiteY30" fmla="*/ 227001 h 291196"/>
                <a:gd name="connsiteX31" fmla="*/ 155526 w 175379"/>
                <a:gd name="connsiteY31" fmla="*/ 226339 h 291196"/>
                <a:gd name="connsiteX32" fmla="*/ 157677 w 175379"/>
                <a:gd name="connsiteY32" fmla="*/ 218828 h 291196"/>
                <a:gd name="connsiteX33" fmla="*/ 149073 w 175379"/>
                <a:gd name="connsiteY33" fmla="*/ 208107 h 291196"/>
                <a:gd name="connsiteX34" fmla="*/ 145764 w 175379"/>
                <a:gd name="connsiteY34" fmla="*/ 195234 h 291196"/>
                <a:gd name="connsiteX35" fmla="*/ 143613 w 175379"/>
                <a:gd name="connsiteY35" fmla="*/ 185605 h 291196"/>
                <a:gd name="connsiteX36" fmla="*/ 144705 w 175379"/>
                <a:gd name="connsiteY36" fmla="*/ 172733 h 291196"/>
                <a:gd name="connsiteX37" fmla="*/ 152217 w 175379"/>
                <a:gd name="connsiteY37" fmla="*/ 159860 h 291196"/>
                <a:gd name="connsiteX38" fmla="*/ 158636 w 175379"/>
                <a:gd name="connsiteY38" fmla="*/ 149139 h 291196"/>
                <a:gd name="connsiteX39" fmla="*/ 173626 w 175379"/>
                <a:gd name="connsiteY39" fmla="*/ 139477 h 291196"/>
                <a:gd name="connsiteX40" fmla="*/ 175777 w 175379"/>
                <a:gd name="connsiteY40" fmla="*/ 121277 h 291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5379" h="291196">
                  <a:moveTo>
                    <a:pt x="175876" y="73858"/>
                  </a:moveTo>
                  <a:lnTo>
                    <a:pt x="43216" y="2482"/>
                  </a:lnTo>
                  <a:lnTo>
                    <a:pt x="27664" y="10920"/>
                  </a:lnTo>
                  <a:cubicBezTo>
                    <a:pt x="28127" y="19358"/>
                    <a:pt x="28689" y="30774"/>
                    <a:pt x="28689" y="33256"/>
                  </a:cubicBezTo>
                  <a:cubicBezTo>
                    <a:pt x="28689" y="37359"/>
                    <a:pt x="36400" y="42521"/>
                    <a:pt x="35870" y="49173"/>
                  </a:cubicBezTo>
                  <a:cubicBezTo>
                    <a:pt x="35341" y="55824"/>
                    <a:pt x="41032" y="55328"/>
                    <a:pt x="38947" y="62409"/>
                  </a:cubicBezTo>
                  <a:cubicBezTo>
                    <a:pt x="37105" y="68411"/>
                    <a:pt x="36071" y="74631"/>
                    <a:pt x="35870" y="80907"/>
                  </a:cubicBezTo>
                  <a:cubicBezTo>
                    <a:pt x="35870" y="86035"/>
                    <a:pt x="35870" y="122534"/>
                    <a:pt x="33852" y="123924"/>
                  </a:cubicBezTo>
                  <a:cubicBezTo>
                    <a:pt x="31833" y="125314"/>
                    <a:pt x="7611" y="149636"/>
                    <a:pt x="6089" y="158901"/>
                  </a:cubicBezTo>
                  <a:cubicBezTo>
                    <a:pt x="4567" y="168166"/>
                    <a:pt x="2482" y="164526"/>
                    <a:pt x="2482" y="173792"/>
                  </a:cubicBezTo>
                  <a:cubicBezTo>
                    <a:pt x="2482" y="175479"/>
                    <a:pt x="2482" y="177399"/>
                    <a:pt x="2482" y="179384"/>
                  </a:cubicBezTo>
                  <a:cubicBezTo>
                    <a:pt x="3805" y="179847"/>
                    <a:pt x="4401" y="181270"/>
                    <a:pt x="6155" y="183024"/>
                  </a:cubicBezTo>
                  <a:cubicBezTo>
                    <a:pt x="8736" y="185605"/>
                    <a:pt x="8736" y="190238"/>
                    <a:pt x="13865" y="190238"/>
                  </a:cubicBezTo>
                  <a:cubicBezTo>
                    <a:pt x="18994" y="190238"/>
                    <a:pt x="25182" y="202051"/>
                    <a:pt x="24685" y="206783"/>
                  </a:cubicBezTo>
                  <a:cubicBezTo>
                    <a:pt x="24189" y="211515"/>
                    <a:pt x="27233" y="213964"/>
                    <a:pt x="26737" y="222203"/>
                  </a:cubicBezTo>
                  <a:cubicBezTo>
                    <a:pt x="26241" y="230443"/>
                    <a:pt x="31337" y="242058"/>
                    <a:pt x="33951" y="243778"/>
                  </a:cubicBezTo>
                  <a:cubicBezTo>
                    <a:pt x="36565" y="245499"/>
                    <a:pt x="32892" y="246889"/>
                    <a:pt x="26737" y="246359"/>
                  </a:cubicBezTo>
                  <a:cubicBezTo>
                    <a:pt x="20582" y="245830"/>
                    <a:pt x="11846" y="245863"/>
                    <a:pt x="11846" y="248411"/>
                  </a:cubicBezTo>
                  <a:cubicBezTo>
                    <a:pt x="11846" y="250959"/>
                    <a:pt x="9265" y="254566"/>
                    <a:pt x="15917" y="260754"/>
                  </a:cubicBezTo>
                  <a:cubicBezTo>
                    <a:pt x="22568" y="266942"/>
                    <a:pt x="28292" y="268960"/>
                    <a:pt x="30311" y="275645"/>
                  </a:cubicBezTo>
                  <a:cubicBezTo>
                    <a:pt x="32329" y="282329"/>
                    <a:pt x="34944" y="288483"/>
                    <a:pt x="36929" y="290039"/>
                  </a:cubicBezTo>
                  <a:cubicBezTo>
                    <a:pt x="38915" y="291594"/>
                    <a:pt x="43084" y="291065"/>
                    <a:pt x="46658" y="285936"/>
                  </a:cubicBezTo>
                  <a:cubicBezTo>
                    <a:pt x="50231" y="280807"/>
                    <a:pt x="54401" y="290535"/>
                    <a:pt x="57975" y="285936"/>
                  </a:cubicBezTo>
                  <a:cubicBezTo>
                    <a:pt x="61548" y="281336"/>
                    <a:pt x="73924" y="281799"/>
                    <a:pt x="77002" y="280277"/>
                  </a:cubicBezTo>
                  <a:cubicBezTo>
                    <a:pt x="82347" y="277934"/>
                    <a:pt x="87503" y="275179"/>
                    <a:pt x="92422" y="272038"/>
                  </a:cubicBezTo>
                  <a:cubicBezTo>
                    <a:pt x="95499" y="269490"/>
                    <a:pt x="88815" y="265419"/>
                    <a:pt x="93448" y="262805"/>
                  </a:cubicBezTo>
                  <a:cubicBezTo>
                    <a:pt x="98080" y="260191"/>
                    <a:pt x="112475" y="264857"/>
                    <a:pt x="118133" y="257676"/>
                  </a:cubicBezTo>
                  <a:cubicBezTo>
                    <a:pt x="123401" y="251486"/>
                    <a:pt x="129060" y="245639"/>
                    <a:pt x="135076" y="240171"/>
                  </a:cubicBezTo>
                  <a:cubicBezTo>
                    <a:pt x="137657" y="237623"/>
                    <a:pt x="135076" y="235572"/>
                    <a:pt x="138682" y="231932"/>
                  </a:cubicBezTo>
                  <a:cubicBezTo>
                    <a:pt x="142289" y="228292"/>
                    <a:pt x="149470" y="224255"/>
                    <a:pt x="153044" y="226306"/>
                  </a:cubicBezTo>
                  <a:cubicBezTo>
                    <a:pt x="153995" y="226761"/>
                    <a:pt x="155034" y="226998"/>
                    <a:pt x="156088" y="227001"/>
                  </a:cubicBezTo>
                  <a:lnTo>
                    <a:pt x="155526" y="226339"/>
                  </a:lnTo>
                  <a:lnTo>
                    <a:pt x="157677" y="218828"/>
                  </a:lnTo>
                  <a:cubicBezTo>
                    <a:pt x="157677" y="218828"/>
                    <a:pt x="149073" y="214526"/>
                    <a:pt x="149073" y="208107"/>
                  </a:cubicBezTo>
                  <a:cubicBezTo>
                    <a:pt x="149073" y="201687"/>
                    <a:pt x="151224" y="195234"/>
                    <a:pt x="145764" y="195234"/>
                  </a:cubicBezTo>
                  <a:cubicBezTo>
                    <a:pt x="140304" y="195234"/>
                    <a:pt x="139344" y="189874"/>
                    <a:pt x="143613" y="185605"/>
                  </a:cubicBezTo>
                  <a:cubicBezTo>
                    <a:pt x="147881" y="181336"/>
                    <a:pt x="137193" y="172733"/>
                    <a:pt x="144705" y="172733"/>
                  </a:cubicBezTo>
                  <a:cubicBezTo>
                    <a:pt x="152217" y="172733"/>
                    <a:pt x="146856" y="160953"/>
                    <a:pt x="152217" y="159860"/>
                  </a:cubicBezTo>
                  <a:cubicBezTo>
                    <a:pt x="157577" y="158769"/>
                    <a:pt x="158636" y="154500"/>
                    <a:pt x="158636" y="149139"/>
                  </a:cubicBezTo>
                  <a:cubicBezTo>
                    <a:pt x="158636" y="143779"/>
                    <a:pt x="170449" y="140569"/>
                    <a:pt x="173626" y="139477"/>
                  </a:cubicBezTo>
                  <a:cubicBezTo>
                    <a:pt x="176803" y="138385"/>
                    <a:pt x="175777" y="121277"/>
                    <a:pt x="175777" y="12127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DD5F69D-E7BD-B943-8C5C-48B59D6454DD}"/>
                </a:ext>
              </a:extLst>
            </p:cNvPr>
            <p:cNvSpPr/>
            <p:nvPr/>
          </p:nvSpPr>
          <p:spPr>
            <a:xfrm>
              <a:off x="5206180" y="2587287"/>
              <a:ext cx="36400" cy="36400"/>
            </a:xfrm>
            <a:custGeom>
              <a:avLst/>
              <a:gdLst>
                <a:gd name="connsiteX0" fmla="*/ 13204 w 36399"/>
                <a:gd name="connsiteY0" fmla="*/ 25728 h 36399"/>
                <a:gd name="connsiteX1" fmla="*/ 22138 w 36399"/>
                <a:gd name="connsiteY1" fmla="*/ 33273 h 36399"/>
                <a:gd name="connsiteX2" fmla="*/ 35970 w 36399"/>
                <a:gd name="connsiteY2" fmla="*/ 33968 h 36399"/>
                <a:gd name="connsiteX3" fmla="*/ 27598 w 36399"/>
                <a:gd name="connsiteY3" fmla="*/ 12062 h 36399"/>
                <a:gd name="connsiteX4" fmla="*/ 29153 w 36399"/>
                <a:gd name="connsiteY4" fmla="*/ 9150 h 36399"/>
                <a:gd name="connsiteX5" fmla="*/ 17638 w 36399"/>
                <a:gd name="connsiteY5" fmla="*/ 2532 h 36399"/>
                <a:gd name="connsiteX6" fmla="*/ 9696 w 36399"/>
                <a:gd name="connsiteY6" fmla="*/ 8919 h 36399"/>
                <a:gd name="connsiteX7" fmla="*/ 2482 w 36399"/>
                <a:gd name="connsiteY7" fmla="*/ 24239 h 3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399" h="36399">
                  <a:moveTo>
                    <a:pt x="13204" y="25728"/>
                  </a:moveTo>
                  <a:lnTo>
                    <a:pt x="22138" y="33273"/>
                  </a:lnTo>
                  <a:lnTo>
                    <a:pt x="35970" y="33968"/>
                  </a:lnTo>
                  <a:cubicBezTo>
                    <a:pt x="32859" y="25894"/>
                    <a:pt x="27598" y="14875"/>
                    <a:pt x="27598" y="12062"/>
                  </a:cubicBezTo>
                  <a:cubicBezTo>
                    <a:pt x="27712" y="10924"/>
                    <a:pt x="28271" y="9878"/>
                    <a:pt x="29153" y="9150"/>
                  </a:cubicBezTo>
                  <a:cubicBezTo>
                    <a:pt x="24487" y="4848"/>
                    <a:pt x="21873" y="2069"/>
                    <a:pt x="17638" y="2532"/>
                  </a:cubicBezTo>
                  <a:cubicBezTo>
                    <a:pt x="12310" y="3326"/>
                    <a:pt x="11913" y="6569"/>
                    <a:pt x="9696" y="8919"/>
                  </a:cubicBezTo>
                  <a:cubicBezTo>
                    <a:pt x="6864" y="13813"/>
                    <a:pt x="4451" y="18938"/>
                    <a:pt x="2482" y="2423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8FE266A-104F-B940-B422-B89C7CF5A0FF}"/>
                </a:ext>
              </a:extLst>
            </p:cNvPr>
            <p:cNvSpPr/>
            <p:nvPr/>
          </p:nvSpPr>
          <p:spPr>
            <a:xfrm>
              <a:off x="5005354" y="2496646"/>
              <a:ext cx="26472" cy="36400"/>
            </a:xfrm>
            <a:custGeom>
              <a:avLst/>
              <a:gdLst>
                <a:gd name="connsiteX0" fmla="*/ 23991 w 26472"/>
                <a:gd name="connsiteY0" fmla="*/ 16039 h 36399"/>
                <a:gd name="connsiteX1" fmla="*/ 15586 w 26472"/>
                <a:gd name="connsiteY1" fmla="*/ 2505 h 36399"/>
                <a:gd name="connsiteX2" fmla="*/ 15387 w 26472"/>
                <a:gd name="connsiteY2" fmla="*/ 4788 h 36399"/>
                <a:gd name="connsiteX3" fmla="*/ 2482 w 26472"/>
                <a:gd name="connsiteY3" fmla="*/ 30830 h 36399"/>
                <a:gd name="connsiteX4" fmla="*/ 10688 w 26472"/>
                <a:gd name="connsiteY4" fmla="*/ 34338 h 36399"/>
                <a:gd name="connsiteX5" fmla="*/ 23991 w 26472"/>
                <a:gd name="connsiteY5" fmla="*/ 16039 h 3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72" h="36399">
                  <a:moveTo>
                    <a:pt x="23991" y="16039"/>
                  </a:moveTo>
                  <a:cubicBezTo>
                    <a:pt x="27300" y="13160"/>
                    <a:pt x="29186" y="1909"/>
                    <a:pt x="15586" y="2505"/>
                  </a:cubicBezTo>
                  <a:cubicBezTo>
                    <a:pt x="15453" y="3258"/>
                    <a:pt x="15386" y="4022"/>
                    <a:pt x="15387" y="4788"/>
                  </a:cubicBezTo>
                  <a:cubicBezTo>
                    <a:pt x="15387" y="10016"/>
                    <a:pt x="7048" y="20936"/>
                    <a:pt x="2482" y="30830"/>
                  </a:cubicBezTo>
                  <a:lnTo>
                    <a:pt x="10688" y="34338"/>
                  </a:lnTo>
                  <a:cubicBezTo>
                    <a:pt x="14358" y="27718"/>
                    <a:pt x="18826" y="21572"/>
                    <a:pt x="23991" y="1603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01084E5-2DDD-564B-9E93-64D3BC6BE55A}"/>
                </a:ext>
              </a:extLst>
            </p:cNvPr>
            <p:cNvSpPr/>
            <p:nvPr/>
          </p:nvSpPr>
          <p:spPr>
            <a:xfrm>
              <a:off x="5013626" y="2447894"/>
              <a:ext cx="122435" cy="99272"/>
            </a:xfrm>
            <a:custGeom>
              <a:avLst/>
              <a:gdLst>
                <a:gd name="connsiteX0" fmla="*/ 15718 w 122435"/>
                <a:gd name="connsiteY0" fmla="*/ 64791 h 99271"/>
                <a:gd name="connsiteX1" fmla="*/ 2482 w 122435"/>
                <a:gd name="connsiteY1" fmla="*/ 83090 h 99271"/>
                <a:gd name="connsiteX2" fmla="*/ 3375 w 122435"/>
                <a:gd name="connsiteY2" fmla="*/ 83454 h 99271"/>
                <a:gd name="connsiteX3" fmla="*/ 4732 w 122435"/>
                <a:gd name="connsiteY3" fmla="*/ 89642 h 99271"/>
                <a:gd name="connsiteX4" fmla="*/ 20516 w 122435"/>
                <a:gd name="connsiteY4" fmla="*/ 97882 h 99271"/>
                <a:gd name="connsiteX5" fmla="*/ 37062 w 122435"/>
                <a:gd name="connsiteY5" fmla="*/ 88947 h 99271"/>
                <a:gd name="connsiteX6" fmla="*/ 96625 w 122435"/>
                <a:gd name="connsiteY6" fmla="*/ 58769 h 99271"/>
                <a:gd name="connsiteX7" fmla="*/ 100761 w 122435"/>
                <a:gd name="connsiteY7" fmla="*/ 48445 h 99271"/>
                <a:gd name="connsiteX8" fmla="*/ 102117 w 122435"/>
                <a:gd name="connsiteY8" fmla="*/ 34745 h 99271"/>
                <a:gd name="connsiteX9" fmla="*/ 100761 w 122435"/>
                <a:gd name="connsiteY9" fmla="*/ 20318 h 99271"/>
                <a:gd name="connsiteX10" fmla="*/ 111747 w 122435"/>
                <a:gd name="connsiteY10" fmla="*/ 12111 h 99271"/>
                <a:gd name="connsiteX11" fmla="*/ 122038 w 122435"/>
                <a:gd name="connsiteY11" fmla="*/ 4567 h 99271"/>
                <a:gd name="connsiteX12" fmla="*/ 115155 w 122435"/>
                <a:gd name="connsiteY12" fmla="*/ 2482 h 99271"/>
                <a:gd name="connsiteX13" fmla="*/ 95963 w 122435"/>
                <a:gd name="connsiteY13" fmla="*/ 5228 h 99271"/>
                <a:gd name="connsiteX14" fmla="*/ 72799 w 122435"/>
                <a:gd name="connsiteY14" fmla="*/ 12111 h 99271"/>
                <a:gd name="connsiteX15" fmla="*/ 52945 w 122435"/>
                <a:gd name="connsiteY15" fmla="*/ 11416 h 99271"/>
                <a:gd name="connsiteX16" fmla="*/ 41959 w 122435"/>
                <a:gd name="connsiteY16" fmla="*/ 13468 h 99271"/>
                <a:gd name="connsiteX17" fmla="*/ 26175 w 122435"/>
                <a:gd name="connsiteY17" fmla="*/ 13468 h 99271"/>
                <a:gd name="connsiteX18" fmla="*/ 19325 w 122435"/>
                <a:gd name="connsiteY18" fmla="*/ 17604 h 99271"/>
                <a:gd name="connsiteX19" fmla="*/ 9034 w 122435"/>
                <a:gd name="connsiteY19" fmla="*/ 29649 h 99271"/>
                <a:gd name="connsiteX20" fmla="*/ 9034 w 122435"/>
                <a:gd name="connsiteY20" fmla="*/ 38418 h 99271"/>
                <a:gd name="connsiteX21" fmla="*/ 7677 w 122435"/>
                <a:gd name="connsiteY21" fmla="*/ 51257 h 99271"/>
                <a:gd name="connsiteX22" fmla="*/ 15718 w 122435"/>
                <a:gd name="connsiteY22" fmla="*/ 64791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2435" h="99271">
                  <a:moveTo>
                    <a:pt x="15718" y="64791"/>
                  </a:moveTo>
                  <a:cubicBezTo>
                    <a:pt x="10576" y="70328"/>
                    <a:pt x="6131" y="76474"/>
                    <a:pt x="2482" y="83090"/>
                  </a:cubicBezTo>
                  <a:lnTo>
                    <a:pt x="3375" y="83454"/>
                  </a:lnTo>
                  <a:lnTo>
                    <a:pt x="4732" y="89642"/>
                  </a:lnTo>
                  <a:lnTo>
                    <a:pt x="20516" y="97882"/>
                  </a:lnTo>
                  <a:cubicBezTo>
                    <a:pt x="20516" y="97882"/>
                    <a:pt x="32197" y="89642"/>
                    <a:pt x="37062" y="88947"/>
                  </a:cubicBezTo>
                  <a:cubicBezTo>
                    <a:pt x="41926" y="88252"/>
                    <a:pt x="96625" y="58769"/>
                    <a:pt x="96625" y="58769"/>
                  </a:cubicBezTo>
                  <a:cubicBezTo>
                    <a:pt x="96625" y="58769"/>
                    <a:pt x="101456" y="51224"/>
                    <a:pt x="100761" y="48445"/>
                  </a:cubicBezTo>
                  <a:cubicBezTo>
                    <a:pt x="100066" y="45665"/>
                    <a:pt x="99371" y="38153"/>
                    <a:pt x="102117" y="34745"/>
                  </a:cubicBezTo>
                  <a:cubicBezTo>
                    <a:pt x="104864" y="31337"/>
                    <a:pt x="98808" y="25811"/>
                    <a:pt x="100761" y="20318"/>
                  </a:cubicBezTo>
                  <a:cubicBezTo>
                    <a:pt x="102713" y="14825"/>
                    <a:pt x="111747" y="12111"/>
                    <a:pt x="111747" y="12111"/>
                  </a:cubicBezTo>
                  <a:lnTo>
                    <a:pt x="122038" y="4567"/>
                  </a:lnTo>
                  <a:lnTo>
                    <a:pt x="115155" y="2482"/>
                  </a:lnTo>
                  <a:cubicBezTo>
                    <a:pt x="108998" y="4640"/>
                    <a:pt x="102478" y="5573"/>
                    <a:pt x="95963" y="5228"/>
                  </a:cubicBezTo>
                  <a:cubicBezTo>
                    <a:pt x="85671" y="4567"/>
                    <a:pt x="83620" y="12111"/>
                    <a:pt x="72799" y="12111"/>
                  </a:cubicBezTo>
                  <a:cubicBezTo>
                    <a:pt x="61979" y="12111"/>
                    <a:pt x="55625" y="14825"/>
                    <a:pt x="52945" y="11416"/>
                  </a:cubicBezTo>
                  <a:cubicBezTo>
                    <a:pt x="50265" y="8008"/>
                    <a:pt x="49636" y="10026"/>
                    <a:pt x="41959" y="13468"/>
                  </a:cubicBezTo>
                  <a:cubicBezTo>
                    <a:pt x="34282" y="16909"/>
                    <a:pt x="29616" y="16214"/>
                    <a:pt x="26175" y="13468"/>
                  </a:cubicBezTo>
                  <a:cubicBezTo>
                    <a:pt x="22733" y="10721"/>
                    <a:pt x="20020" y="14163"/>
                    <a:pt x="19325" y="17604"/>
                  </a:cubicBezTo>
                  <a:cubicBezTo>
                    <a:pt x="18630" y="21046"/>
                    <a:pt x="19689" y="28193"/>
                    <a:pt x="9034" y="29649"/>
                  </a:cubicBezTo>
                  <a:cubicBezTo>
                    <a:pt x="8306" y="32958"/>
                    <a:pt x="7048" y="36267"/>
                    <a:pt x="9034" y="38418"/>
                  </a:cubicBezTo>
                  <a:cubicBezTo>
                    <a:pt x="11747" y="41727"/>
                    <a:pt x="8471" y="45797"/>
                    <a:pt x="7677" y="51257"/>
                  </a:cubicBezTo>
                  <a:cubicBezTo>
                    <a:pt x="20913" y="50662"/>
                    <a:pt x="18994" y="61912"/>
                    <a:pt x="15718" y="6479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41305D4-DCEA-F244-8F49-E9B9FA761DA3}"/>
                </a:ext>
              </a:extLst>
            </p:cNvPr>
            <p:cNvSpPr/>
            <p:nvPr/>
          </p:nvSpPr>
          <p:spPr>
            <a:xfrm>
              <a:off x="6581236" y="2426616"/>
              <a:ext cx="66181" cy="82726"/>
            </a:xfrm>
            <a:custGeom>
              <a:avLst/>
              <a:gdLst>
                <a:gd name="connsiteX0" fmla="*/ 15542 w 66181"/>
                <a:gd name="connsiteY0" fmla="*/ 9365 h 82726"/>
                <a:gd name="connsiteX1" fmla="*/ 5317 w 66181"/>
                <a:gd name="connsiteY1" fmla="*/ 17075 h 82726"/>
                <a:gd name="connsiteX2" fmla="*/ 10711 w 66181"/>
                <a:gd name="connsiteY2" fmla="*/ 26274 h 82726"/>
                <a:gd name="connsiteX3" fmla="*/ 14596 w 66181"/>
                <a:gd name="connsiteY3" fmla="*/ 29997 h 82726"/>
                <a:gd name="connsiteX4" fmla="*/ 10873 w 66181"/>
                <a:gd name="connsiteY4" fmla="*/ 33883 h 82726"/>
                <a:gd name="connsiteX5" fmla="*/ 9685 w 66181"/>
                <a:gd name="connsiteY5" fmla="*/ 33719 h 82726"/>
                <a:gd name="connsiteX6" fmla="*/ 8890 w 66181"/>
                <a:gd name="connsiteY6" fmla="*/ 49669 h 82726"/>
                <a:gd name="connsiteX7" fmla="*/ 3265 w 66181"/>
                <a:gd name="connsiteY7" fmla="*/ 70748 h 82726"/>
                <a:gd name="connsiteX8" fmla="*/ 5813 w 66181"/>
                <a:gd name="connsiteY8" fmla="*/ 82296 h 82726"/>
                <a:gd name="connsiteX9" fmla="*/ 38903 w 66181"/>
                <a:gd name="connsiteY9" fmla="*/ 71509 h 82726"/>
                <a:gd name="connsiteX10" fmla="*/ 55879 w 66181"/>
                <a:gd name="connsiteY10" fmla="*/ 64328 h 82726"/>
                <a:gd name="connsiteX11" fmla="*/ 63060 w 66181"/>
                <a:gd name="connsiteY11" fmla="*/ 56850 h 82726"/>
                <a:gd name="connsiteX12" fmla="*/ 58427 w 66181"/>
                <a:gd name="connsiteY12" fmla="*/ 31668 h 82726"/>
                <a:gd name="connsiteX13" fmla="*/ 40426 w 66181"/>
                <a:gd name="connsiteY13" fmla="*/ 2482 h 82726"/>
                <a:gd name="connsiteX14" fmla="*/ 31260 w 66181"/>
                <a:gd name="connsiteY14" fmla="*/ 5791 h 82726"/>
                <a:gd name="connsiteX15" fmla="*/ 15542 w 66181"/>
                <a:gd name="connsiteY15" fmla="*/ 936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181" h="82726">
                  <a:moveTo>
                    <a:pt x="15542" y="9365"/>
                  </a:moveTo>
                  <a:cubicBezTo>
                    <a:pt x="13986" y="10920"/>
                    <a:pt x="9321" y="13832"/>
                    <a:pt x="5317" y="17075"/>
                  </a:cubicBezTo>
                  <a:cubicBezTo>
                    <a:pt x="7269" y="20384"/>
                    <a:pt x="6905" y="25910"/>
                    <a:pt x="10711" y="26274"/>
                  </a:cubicBezTo>
                  <a:cubicBezTo>
                    <a:pt x="12812" y="26229"/>
                    <a:pt x="14552" y="27896"/>
                    <a:pt x="14596" y="29997"/>
                  </a:cubicBezTo>
                  <a:cubicBezTo>
                    <a:pt x="14641" y="32098"/>
                    <a:pt x="12974" y="33838"/>
                    <a:pt x="10873" y="33883"/>
                  </a:cubicBezTo>
                  <a:cubicBezTo>
                    <a:pt x="10471" y="33891"/>
                    <a:pt x="10069" y="33836"/>
                    <a:pt x="9685" y="33719"/>
                  </a:cubicBezTo>
                  <a:cubicBezTo>
                    <a:pt x="3761" y="32429"/>
                    <a:pt x="3761" y="41694"/>
                    <a:pt x="8890" y="49669"/>
                  </a:cubicBezTo>
                  <a:cubicBezTo>
                    <a:pt x="14020" y="57644"/>
                    <a:pt x="-1037" y="66611"/>
                    <a:pt x="3265" y="70748"/>
                  </a:cubicBezTo>
                  <a:cubicBezTo>
                    <a:pt x="7567" y="74884"/>
                    <a:pt x="4026" y="79715"/>
                    <a:pt x="5813" y="82296"/>
                  </a:cubicBezTo>
                  <a:cubicBezTo>
                    <a:pt x="7600" y="84877"/>
                    <a:pt x="29473" y="81270"/>
                    <a:pt x="38903" y="71509"/>
                  </a:cubicBezTo>
                  <a:cubicBezTo>
                    <a:pt x="48334" y="61747"/>
                    <a:pt x="50981" y="63037"/>
                    <a:pt x="55879" y="64328"/>
                  </a:cubicBezTo>
                  <a:cubicBezTo>
                    <a:pt x="60777" y="65619"/>
                    <a:pt x="65806" y="60688"/>
                    <a:pt x="63060" y="56850"/>
                  </a:cubicBezTo>
                  <a:cubicBezTo>
                    <a:pt x="59119" y="49078"/>
                    <a:pt x="57510" y="40333"/>
                    <a:pt x="58427" y="31668"/>
                  </a:cubicBezTo>
                  <a:cubicBezTo>
                    <a:pt x="58890" y="24818"/>
                    <a:pt x="49526" y="12376"/>
                    <a:pt x="40426" y="2482"/>
                  </a:cubicBezTo>
                  <a:cubicBezTo>
                    <a:pt x="37891" y="4690"/>
                    <a:pt x="34621" y="5871"/>
                    <a:pt x="31260" y="5791"/>
                  </a:cubicBezTo>
                  <a:cubicBezTo>
                    <a:pt x="25138" y="5923"/>
                    <a:pt x="18288" y="6618"/>
                    <a:pt x="15542" y="936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C509B05-58EC-9B49-B932-BEE8958BF128}"/>
                </a:ext>
              </a:extLst>
            </p:cNvPr>
            <p:cNvSpPr/>
            <p:nvPr/>
          </p:nvSpPr>
          <p:spPr>
            <a:xfrm>
              <a:off x="5928643" y="2663626"/>
              <a:ext cx="76108" cy="99272"/>
            </a:xfrm>
            <a:custGeom>
              <a:avLst/>
              <a:gdLst>
                <a:gd name="connsiteX0" fmla="*/ 75383 w 76108"/>
                <a:gd name="connsiteY0" fmla="*/ 83473 h 99271"/>
                <a:gd name="connsiteX1" fmla="*/ 68335 w 76108"/>
                <a:gd name="connsiteY1" fmla="*/ 49919 h 99271"/>
                <a:gd name="connsiteX2" fmla="*/ 55860 w 76108"/>
                <a:gd name="connsiteY2" fmla="*/ 63453 h 99271"/>
                <a:gd name="connsiteX3" fmla="*/ 56886 w 76108"/>
                <a:gd name="connsiteY3" fmla="*/ 44724 h 99271"/>
                <a:gd name="connsiteX4" fmla="*/ 70420 w 76108"/>
                <a:gd name="connsiteY4" fmla="*/ 27020 h 99271"/>
                <a:gd name="connsiteX5" fmla="*/ 57945 w 76108"/>
                <a:gd name="connsiteY5" fmla="*/ 22851 h 99271"/>
                <a:gd name="connsiteX6" fmla="*/ 38090 w 76108"/>
                <a:gd name="connsiteY6" fmla="*/ 23877 h 99271"/>
                <a:gd name="connsiteX7" fmla="*/ 29751 w 76108"/>
                <a:gd name="connsiteY7" fmla="*/ 15571 h 99271"/>
                <a:gd name="connsiteX8" fmla="*/ 18302 w 76108"/>
                <a:gd name="connsiteY8" fmla="*/ 6173 h 99271"/>
                <a:gd name="connsiteX9" fmla="*/ 3709 w 76108"/>
                <a:gd name="connsiteY9" fmla="*/ 6173 h 99271"/>
                <a:gd name="connsiteX10" fmla="*/ 15159 w 76108"/>
                <a:gd name="connsiteY10" fmla="*/ 20766 h 99271"/>
                <a:gd name="connsiteX11" fmla="*/ 5794 w 76108"/>
                <a:gd name="connsiteY11" fmla="*/ 28046 h 99271"/>
                <a:gd name="connsiteX12" fmla="*/ 9963 w 76108"/>
                <a:gd name="connsiteY12" fmla="*/ 54088 h 99271"/>
                <a:gd name="connsiteX13" fmla="*/ 16085 w 76108"/>
                <a:gd name="connsiteY13" fmla="*/ 85888 h 99271"/>
                <a:gd name="connsiteX14" fmla="*/ 27733 w 76108"/>
                <a:gd name="connsiteY14" fmla="*/ 82579 h 99271"/>
                <a:gd name="connsiteX15" fmla="*/ 41598 w 76108"/>
                <a:gd name="connsiteY15" fmla="*/ 75961 h 99271"/>
                <a:gd name="connsiteX16" fmla="*/ 52121 w 76108"/>
                <a:gd name="connsiteY16" fmla="*/ 67457 h 99271"/>
                <a:gd name="connsiteX17" fmla="*/ 61386 w 76108"/>
                <a:gd name="connsiteY17" fmla="*/ 91117 h 99271"/>
                <a:gd name="connsiteX18" fmla="*/ 64067 w 76108"/>
                <a:gd name="connsiteY18" fmla="*/ 99886 h 99271"/>
                <a:gd name="connsiteX19" fmla="*/ 70321 w 76108"/>
                <a:gd name="connsiteY19" fmla="*/ 94790 h 99271"/>
                <a:gd name="connsiteX20" fmla="*/ 75384 w 76108"/>
                <a:gd name="connsiteY20" fmla="*/ 83473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108" h="99271">
                  <a:moveTo>
                    <a:pt x="75383" y="83473"/>
                  </a:moveTo>
                  <a:cubicBezTo>
                    <a:pt x="72306" y="66431"/>
                    <a:pt x="70585" y="49919"/>
                    <a:pt x="68335" y="49919"/>
                  </a:cubicBezTo>
                  <a:cubicBezTo>
                    <a:pt x="65224" y="49919"/>
                    <a:pt x="61055" y="64512"/>
                    <a:pt x="55860" y="63453"/>
                  </a:cubicBezTo>
                  <a:cubicBezTo>
                    <a:pt x="50665" y="62394"/>
                    <a:pt x="50632" y="44724"/>
                    <a:pt x="56886" y="44724"/>
                  </a:cubicBezTo>
                  <a:cubicBezTo>
                    <a:pt x="63140" y="44724"/>
                    <a:pt x="70420" y="31190"/>
                    <a:pt x="70420" y="27020"/>
                  </a:cubicBezTo>
                  <a:cubicBezTo>
                    <a:pt x="70420" y="22851"/>
                    <a:pt x="64199" y="22851"/>
                    <a:pt x="57945" y="22851"/>
                  </a:cubicBezTo>
                  <a:cubicBezTo>
                    <a:pt x="51690" y="22851"/>
                    <a:pt x="38090" y="23877"/>
                    <a:pt x="38090" y="23877"/>
                  </a:cubicBezTo>
                  <a:cubicBezTo>
                    <a:pt x="38090" y="23877"/>
                    <a:pt x="29751" y="20766"/>
                    <a:pt x="29751" y="15571"/>
                  </a:cubicBezTo>
                  <a:cubicBezTo>
                    <a:pt x="29751" y="10376"/>
                    <a:pt x="26641" y="6173"/>
                    <a:pt x="18302" y="6173"/>
                  </a:cubicBezTo>
                  <a:cubicBezTo>
                    <a:pt x="9963" y="6173"/>
                    <a:pt x="9963" y="-2133"/>
                    <a:pt x="3709" y="6173"/>
                  </a:cubicBezTo>
                  <a:cubicBezTo>
                    <a:pt x="-2545" y="14479"/>
                    <a:pt x="17243" y="14512"/>
                    <a:pt x="15159" y="20766"/>
                  </a:cubicBezTo>
                  <a:cubicBezTo>
                    <a:pt x="13074" y="27020"/>
                    <a:pt x="6853" y="22851"/>
                    <a:pt x="5794" y="28046"/>
                  </a:cubicBezTo>
                  <a:cubicBezTo>
                    <a:pt x="4735" y="33241"/>
                    <a:pt x="6853" y="46808"/>
                    <a:pt x="9963" y="54088"/>
                  </a:cubicBezTo>
                  <a:cubicBezTo>
                    <a:pt x="13696" y="64291"/>
                    <a:pt x="15763" y="75029"/>
                    <a:pt x="16085" y="85888"/>
                  </a:cubicBezTo>
                  <a:cubicBezTo>
                    <a:pt x="20950" y="84962"/>
                    <a:pt x="23233" y="82579"/>
                    <a:pt x="27733" y="82579"/>
                  </a:cubicBezTo>
                  <a:cubicBezTo>
                    <a:pt x="33359" y="82579"/>
                    <a:pt x="40969" y="81818"/>
                    <a:pt x="41598" y="75961"/>
                  </a:cubicBezTo>
                  <a:cubicBezTo>
                    <a:pt x="42227" y="70104"/>
                    <a:pt x="48547" y="65670"/>
                    <a:pt x="52121" y="67457"/>
                  </a:cubicBezTo>
                  <a:cubicBezTo>
                    <a:pt x="55695" y="69244"/>
                    <a:pt x="61121" y="83671"/>
                    <a:pt x="61386" y="91117"/>
                  </a:cubicBezTo>
                  <a:cubicBezTo>
                    <a:pt x="61686" y="94189"/>
                    <a:pt x="62598" y="97170"/>
                    <a:pt x="64067" y="99886"/>
                  </a:cubicBezTo>
                  <a:cubicBezTo>
                    <a:pt x="66015" y="98027"/>
                    <a:pt x="68106" y="96323"/>
                    <a:pt x="70321" y="94790"/>
                  </a:cubicBezTo>
                  <a:cubicBezTo>
                    <a:pt x="71378" y="90766"/>
                    <a:pt x="73089" y="86943"/>
                    <a:pt x="75384" y="834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E47F81-5718-8947-B051-72BE752A17F0}"/>
                </a:ext>
              </a:extLst>
            </p:cNvPr>
            <p:cNvSpPr/>
            <p:nvPr/>
          </p:nvSpPr>
          <p:spPr>
            <a:xfrm>
              <a:off x="5590163" y="2484624"/>
              <a:ext cx="486431" cy="512904"/>
            </a:xfrm>
            <a:custGeom>
              <a:avLst/>
              <a:gdLst>
                <a:gd name="connsiteX0" fmla="*/ 348477 w 486431"/>
                <a:gd name="connsiteY0" fmla="*/ 233090 h 512903"/>
                <a:gd name="connsiteX1" fmla="*/ 344307 w 486431"/>
                <a:gd name="connsiteY1" fmla="*/ 207048 h 512903"/>
                <a:gd name="connsiteX2" fmla="*/ 353672 w 486431"/>
                <a:gd name="connsiteY2" fmla="*/ 199768 h 512903"/>
                <a:gd name="connsiteX3" fmla="*/ 342223 w 486431"/>
                <a:gd name="connsiteY3" fmla="*/ 185175 h 512903"/>
                <a:gd name="connsiteX4" fmla="*/ 356816 w 486431"/>
                <a:gd name="connsiteY4" fmla="*/ 185175 h 512903"/>
                <a:gd name="connsiteX5" fmla="*/ 368265 w 486431"/>
                <a:gd name="connsiteY5" fmla="*/ 194572 h 512903"/>
                <a:gd name="connsiteX6" fmla="*/ 376604 w 486431"/>
                <a:gd name="connsiteY6" fmla="*/ 202878 h 512903"/>
                <a:gd name="connsiteX7" fmla="*/ 396458 w 486431"/>
                <a:gd name="connsiteY7" fmla="*/ 201852 h 512903"/>
                <a:gd name="connsiteX8" fmla="*/ 408933 w 486431"/>
                <a:gd name="connsiteY8" fmla="*/ 206022 h 512903"/>
                <a:gd name="connsiteX9" fmla="*/ 395399 w 486431"/>
                <a:gd name="connsiteY9" fmla="*/ 223725 h 512903"/>
                <a:gd name="connsiteX10" fmla="*/ 394373 w 486431"/>
                <a:gd name="connsiteY10" fmla="*/ 242454 h 512903"/>
                <a:gd name="connsiteX11" fmla="*/ 406849 w 486431"/>
                <a:gd name="connsiteY11" fmla="*/ 228920 h 512903"/>
                <a:gd name="connsiteX12" fmla="*/ 413897 w 486431"/>
                <a:gd name="connsiteY12" fmla="*/ 262474 h 512903"/>
                <a:gd name="connsiteX13" fmla="*/ 416412 w 486431"/>
                <a:gd name="connsiteY13" fmla="*/ 260820 h 512903"/>
                <a:gd name="connsiteX14" fmla="*/ 421243 w 486431"/>
                <a:gd name="connsiteY14" fmla="*/ 242289 h 512903"/>
                <a:gd name="connsiteX15" fmla="*/ 424552 w 486431"/>
                <a:gd name="connsiteY15" fmla="*/ 225148 h 512903"/>
                <a:gd name="connsiteX16" fmla="*/ 438285 w 486431"/>
                <a:gd name="connsiteY16" fmla="*/ 225843 h 512903"/>
                <a:gd name="connsiteX17" fmla="*/ 444439 w 486431"/>
                <a:gd name="connsiteY17" fmla="*/ 204566 h 512903"/>
                <a:gd name="connsiteX18" fmla="*/ 449237 w 486431"/>
                <a:gd name="connsiteY18" fmla="*/ 183289 h 512903"/>
                <a:gd name="connsiteX19" fmla="*/ 460918 w 486431"/>
                <a:gd name="connsiteY19" fmla="*/ 169556 h 512903"/>
                <a:gd name="connsiteX20" fmla="*/ 475313 w 486431"/>
                <a:gd name="connsiteY20" fmla="*/ 163401 h 512903"/>
                <a:gd name="connsiteX21" fmla="*/ 482857 w 486431"/>
                <a:gd name="connsiteY21" fmla="*/ 163401 h 512903"/>
                <a:gd name="connsiteX22" fmla="*/ 481501 w 486431"/>
                <a:gd name="connsiteY22" fmla="*/ 151720 h 512903"/>
                <a:gd name="connsiteX23" fmla="*/ 485637 w 486431"/>
                <a:gd name="connsiteY23" fmla="*/ 143481 h 512903"/>
                <a:gd name="connsiteX24" fmla="*/ 475313 w 486431"/>
                <a:gd name="connsiteY24" fmla="*/ 137988 h 512903"/>
                <a:gd name="connsiteX25" fmla="*/ 468463 w 486431"/>
                <a:gd name="connsiteY25" fmla="*/ 126340 h 512903"/>
                <a:gd name="connsiteX26" fmla="*/ 459529 w 486431"/>
                <a:gd name="connsiteY26" fmla="*/ 127696 h 512903"/>
                <a:gd name="connsiteX27" fmla="*/ 438946 w 486431"/>
                <a:gd name="connsiteY27" fmla="*/ 128391 h 512903"/>
                <a:gd name="connsiteX28" fmla="*/ 423857 w 486431"/>
                <a:gd name="connsiteY28" fmla="*/ 137988 h 512903"/>
                <a:gd name="connsiteX29" fmla="*/ 416974 w 486431"/>
                <a:gd name="connsiteY29" fmla="*/ 144870 h 512903"/>
                <a:gd name="connsiteX30" fmla="*/ 408768 w 486431"/>
                <a:gd name="connsiteY30" fmla="*/ 152415 h 512903"/>
                <a:gd name="connsiteX31" fmla="*/ 399833 w 486431"/>
                <a:gd name="connsiteY31" fmla="*/ 155724 h 512903"/>
                <a:gd name="connsiteX32" fmla="*/ 401885 w 486431"/>
                <a:gd name="connsiteY32" fmla="*/ 170813 h 512903"/>
                <a:gd name="connsiteX33" fmla="*/ 384744 w 486431"/>
                <a:gd name="connsiteY33" fmla="*/ 172865 h 512903"/>
                <a:gd name="connsiteX34" fmla="*/ 368199 w 486431"/>
                <a:gd name="connsiteY34" fmla="*/ 171475 h 512903"/>
                <a:gd name="connsiteX35" fmla="*/ 356518 w 486431"/>
                <a:gd name="connsiteY35" fmla="*/ 168762 h 512903"/>
                <a:gd name="connsiteX36" fmla="*/ 351025 w 486431"/>
                <a:gd name="connsiteY36" fmla="*/ 157081 h 512903"/>
                <a:gd name="connsiteX37" fmla="*/ 345532 w 486431"/>
                <a:gd name="connsiteY37" fmla="*/ 148180 h 512903"/>
                <a:gd name="connsiteX38" fmla="*/ 338682 w 486431"/>
                <a:gd name="connsiteY38" fmla="*/ 156419 h 512903"/>
                <a:gd name="connsiteX39" fmla="*/ 337987 w 486431"/>
                <a:gd name="connsiteY39" fmla="*/ 174255 h 512903"/>
                <a:gd name="connsiteX40" fmla="*/ 307808 w 486431"/>
                <a:gd name="connsiteY40" fmla="*/ 177001 h 512903"/>
                <a:gd name="connsiteX41" fmla="*/ 285141 w 486431"/>
                <a:gd name="connsiteY41" fmla="*/ 168067 h 512903"/>
                <a:gd name="connsiteX42" fmla="*/ 275545 w 486431"/>
                <a:gd name="connsiteY42" fmla="*/ 158471 h 512903"/>
                <a:gd name="connsiteX43" fmla="*/ 259000 w 486431"/>
                <a:gd name="connsiteY43" fmla="*/ 161217 h 512903"/>
                <a:gd name="connsiteX44" fmla="*/ 244606 w 486431"/>
                <a:gd name="connsiteY44" fmla="*/ 152978 h 512903"/>
                <a:gd name="connsiteX45" fmla="*/ 231369 w 486431"/>
                <a:gd name="connsiteY45" fmla="*/ 146095 h 512903"/>
                <a:gd name="connsiteX46" fmla="*/ 217670 w 486431"/>
                <a:gd name="connsiteY46" fmla="*/ 139245 h 512903"/>
                <a:gd name="connsiteX47" fmla="*/ 208735 w 486431"/>
                <a:gd name="connsiteY47" fmla="*/ 132395 h 512903"/>
                <a:gd name="connsiteX48" fmla="*/ 211482 w 486431"/>
                <a:gd name="connsiteY48" fmla="*/ 119159 h 512903"/>
                <a:gd name="connsiteX49" fmla="*/ 219721 w 486431"/>
                <a:gd name="connsiteY49" fmla="*/ 108206 h 512903"/>
                <a:gd name="connsiteX50" fmla="*/ 212177 w 486431"/>
                <a:gd name="connsiteY50" fmla="*/ 100628 h 512903"/>
                <a:gd name="connsiteX51" fmla="*/ 201885 w 486431"/>
                <a:gd name="connsiteY51" fmla="*/ 91727 h 512903"/>
                <a:gd name="connsiteX52" fmla="*/ 187458 w 486431"/>
                <a:gd name="connsiteY52" fmla="*/ 81436 h 512903"/>
                <a:gd name="connsiteX53" fmla="*/ 181303 w 486431"/>
                <a:gd name="connsiteY53" fmla="*/ 67703 h 512903"/>
                <a:gd name="connsiteX54" fmla="*/ 185406 w 486431"/>
                <a:gd name="connsiteY54" fmla="*/ 60159 h 512903"/>
                <a:gd name="connsiteX55" fmla="*/ 195698 w 486431"/>
                <a:gd name="connsiteY55" fmla="*/ 53971 h 512903"/>
                <a:gd name="connsiteX56" fmla="*/ 186102 w 486431"/>
                <a:gd name="connsiteY56" fmla="*/ 38914 h 512903"/>
                <a:gd name="connsiteX57" fmla="*/ 185406 w 486431"/>
                <a:gd name="connsiteY57" fmla="*/ 22369 h 512903"/>
                <a:gd name="connsiteX58" fmla="*/ 175115 w 486431"/>
                <a:gd name="connsiteY58" fmla="*/ 10721 h 512903"/>
                <a:gd name="connsiteX59" fmla="*/ 168233 w 486431"/>
                <a:gd name="connsiteY59" fmla="*/ 2482 h 512903"/>
                <a:gd name="connsiteX60" fmla="*/ 161383 w 486431"/>
                <a:gd name="connsiteY60" fmla="*/ 3177 h 512903"/>
                <a:gd name="connsiteX61" fmla="*/ 154533 w 486431"/>
                <a:gd name="connsiteY61" fmla="*/ 15519 h 512903"/>
                <a:gd name="connsiteX62" fmla="*/ 137359 w 486431"/>
                <a:gd name="connsiteY62" fmla="*/ 22369 h 512903"/>
                <a:gd name="connsiteX63" fmla="*/ 111284 w 486431"/>
                <a:gd name="connsiteY63" fmla="*/ 17604 h 512903"/>
                <a:gd name="connsiteX64" fmla="*/ 102349 w 486431"/>
                <a:gd name="connsiteY64" fmla="*/ 27200 h 512903"/>
                <a:gd name="connsiteX65" fmla="*/ 105129 w 486431"/>
                <a:gd name="connsiteY65" fmla="*/ 43746 h 512903"/>
                <a:gd name="connsiteX66" fmla="*/ 115387 w 486431"/>
                <a:gd name="connsiteY66" fmla="*/ 60291 h 512903"/>
                <a:gd name="connsiteX67" fmla="*/ 123627 w 486431"/>
                <a:gd name="connsiteY67" fmla="*/ 67836 h 512903"/>
                <a:gd name="connsiteX68" fmla="*/ 114725 w 486431"/>
                <a:gd name="connsiteY68" fmla="*/ 80906 h 512903"/>
                <a:gd name="connsiteX69" fmla="*/ 111416 w 486431"/>
                <a:gd name="connsiteY69" fmla="*/ 93911 h 512903"/>
                <a:gd name="connsiteX70" fmla="*/ 103177 w 486431"/>
                <a:gd name="connsiteY70" fmla="*/ 103540 h 512903"/>
                <a:gd name="connsiteX71" fmla="*/ 92885 w 486431"/>
                <a:gd name="connsiteY71" fmla="*/ 111747 h 512903"/>
                <a:gd name="connsiteX72" fmla="*/ 86035 w 486431"/>
                <a:gd name="connsiteY72" fmla="*/ 130311 h 512903"/>
                <a:gd name="connsiteX73" fmla="*/ 71608 w 486431"/>
                <a:gd name="connsiteY73" fmla="*/ 139212 h 512903"/>
                <a:gd name="connsiteX74" fmla="*/ 62012 w 486431"/>
                <a:gd name="connsiteY74" fmla="*/ 152250 h 512903"/>
                <a:gd name="connsiteX75" fmla="*/ 50331 w 486431"/>
                <a:gd name="connsiteY75" fmla="*/ 152945 h 512903"/>
                <a:gd name="connsiteX76" fmla="*/ 37293 w 486431"/>
                <a:gd name="connsiteY76" fmla="*/ 151555 h 512903"/>
                <a:gd name="connsiteX77" fmla="*/ 24256 w 486431"/>
                <a:gd name="connsiteY77" fmla="*/ 168100 h 512903"/>
                <a:gd name="connsiteX78" fmla="*/ 35242 w 486431"/>
                <a:gd name="connsiteY78" fmla="*/ 180443 h 512903"/>
                <a:gd name="connsiteX79" fmla="*/ 42819 w 486431"/>
                <a:gd name="connsiteY79" fmla="*/ 198279 h 512903"/>
                <a:gd name="connsiteX80" fmla="*/ 48941 w 486431"/>
                <a:gd name="connsiteY80" fmla="*/ 214096 h 512903"/>
                <a:gd name="connsiteX81" fmla="*/ 35937 w 486431"/>
                <a:gd name="connsiteY81" fmla="*/ 217405 h 512903"/>
                <a:gd name="connsiteX82" fmla="*/ 19391 w 486431"/>
                <a:gd name="connsiteY82" fmla="*/ 218100 h 512903"/>
                <a:gd name="connsiteX83" fmla="*/ 3607 w 486431"/>
                <a:gd name="connsiteY83" fmla="*/ 229086 h 512903"/>
                <a:gd name="connsiteX84" fmla="*/ 2482 w 486431"/>
                <a:gd name="connsiteY84" fmla="*/ 230343 h 512903"/>
                <a:gd name="connsiteX85" fmla="*/ 18465 w 486431"/>
                <a:gd name="connsiteY85" fmla="*/ 245069 h 512903"/>
                <a:gd name="connsiteX86" fmla="*/ 37492 w 486431"/>
                <a:gd name="connsiteY86" fmla="*/ 246094 h 512903"/>
                <a:gd name="connsiteX87" fmla="*/ 13336 w 486431"/>
                <a:gd name="connsiteY87" fmla="*/ 254301 h 512903"/>
                <a:gd name="connsiteX88" fmla="*/ 50364 w 486431"/>
                <a:gd name="connsiteY88" fmla="*/ 284380 h 512903"/>
                <a:gd name="connsiteX89" fmla="*/ 68597 w 486431"/>
                <a:gd name="connsiteY89" fmla="*/ 266379 h 512903"/>
                <a:gd name="connsiteX90" fmla="*/ 73991 w 486431"/>
                <a:gd name="connsiteY90" fmla="*/ 257411 h 512903"/>
                <a:gd name="connsiteX91" fmla="*/ 78359 w 486431"/>
                <a:gd name="connsiteY91" fmla="*/ 275380 h 512903"/>
                <a:gd name="connsiteX92" fmla="*/ 78359 w 486431"/>
                <a:gd name="connsiteY92" fmla="*/ 291329 h 512903"/>
                <a:gd name="connsiteX93" fmla="*/ 81668 w 486431"/>
                <a:gd name="connsiteY93" fmla="*/ 320614 h 512903"/>
                <a:gd name="connsiteX94" fmla="*/ 89643 w 486431"/>
                <a:gd name="connsiteY94" fmla="*/ 351951 h 512903"/>
                <a:gd name="connsiteX95" fmla="*/ 105824 w 486431"/>
                <a:gd name="connsiteY95" fmla="*/ 398477 h 512903"/>
                <a:gd name="connsiteX96" fmla="*/ 122766 w 486431"/>
                <a:gd name="connsiteY96" fmla="*/ 443446 h 512903"/>
                <a:gd name="connsiteX97" fmla="*/ 139312 w 486431"/>
                <a:gd name="connsiteY97" fmla="*/ 479846 h 512903"/>
                <a:gd name="connsiteX98" fmla="*/ 156254 w 486431"/>
                <a:gd name="connsiteY98" fmla="*/ 510687 h 512903"/>
                <a:gd name="connsiteX99" fmla="*/ 172468 w 486431"/>
                <a:gd name="connsiteY99" fmla="*/ 499899 h 512903"/>
                <a:gd name="connsiteX100" fmla="*/ 188649 w 486431"/>
                <a:gd name="connsiteY100" fmla="*/ 483718 h 512903"/>
                <a:gd name="connsiteX101" fmla="*/ 195267 w 486431"/>
                <a:gd name="connsiteY101" fmla="*/ 471871 h 512903"/>
                <a:gd name="connsiteX102" fmla="*/ 199900 w 486431"/>
                <a:gd name="connsiteY102" fmla="*/ 459562 h 512903"/>
                <a:gd name="connsiteX103" fmla="*/ 205062 w 486431"/>
                <a:gd name="connsiteY103" fmla="*/ 437457 h 512903"/>
                <a:gd name="connsiteX104" fmla="*/ 207643 w 486431"/>
                <a:gd name="connsiteY104" fmla="*/ 409198 h 512903"/>
                <a:gd name="connsiteX105" fmla="*/ 208901 w 486431"/>
                <a:gd name="connsiteY105" fmla="*/ 387358 h 512903"/>
                <a:gd name="connsiteX106" fmla="*/ 215354 w 486431"/>
                <a:gd name="connsiteY106" fmla="*/ 372964 h 512903"/>
                <a:gd name="connsiteX107" fmla="*/ 232561 w 486431"/>
                <a:gd name="connsiteY107" fmla="*/ 361150 h 512903"/>
                <a:gd name="connsiteX108" fmla="*/ 259033 w 486431"/>
                <a:gd name="connsiteY108" fmla="*/ 340072 h 512903"/>
                <a:gd name="connsiteX109" fmla="*/ 287028 w 486431"/>
                <a:gd name="connsiteY109" fmla="*/ 311812 h 512903"/>
                <a:gd name="connsiteX110" fmla="*/ 313500 w 486431"/>
                <a:gd name="connsiteY110" fmla="*/ 293546 h 512903"/>
                <a:gd name="connsiteX111" fmla="*/ 318894 w 486431"/>
                <a:gd name="connsiteY111" fmla="*/ 275578 h 512903"/>
                <a:gd name="connsiteX112" fmla="*/ 349999 w 486431"/>
                <a:gd name="connsiteY112" fmla="*/ 265055 h 512903"/>
                <a:gd name="connsiteX113" fmla="*/ 354301 w 486431"/>
                <a:gd name="connsiteY113" fmla="*/ 264625 h 512903"/>
                <a:gd name="connsiteX114" fmla="*/ 348477 w 486431"/>
                <a:gd name="connsiteY114" fmla="*/ 233090 h 51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86431" h="512903">
                  <a:moveTo>
                    <a:pt x="348477" y="233090"/>
                  </a:moveTo>
                  <a:cubicBezTo>
                    <a:pt x="345366" y="225810"/>
                    <a:pt x="343249" y="212243"/>
                    <a:pt x="344307" y="207048"/>
                  </a:cubicBezTo>
                  <a:cubicBezTo>
                    <a:pt x="345366" y="201852"/>
                    <a:pt x="351587" y="206022"/>
                    <a:pt x="353672" y="199768"/>
                  </a:cubicBezTo>
                  <a:cubicBezTo>
                    <a:pt x="355757" y="193514"/>
                    <a:pt x="335968" y="193514"/>
                    <a:pt x="342223" y="185175"/>
                  </a:cubicBezTo>
                  <a:cubicBezTo>
                    <a:pt x="348477" y="176836"/>
                    <a:pt x="348477" y="185175"/>
                    <a:pt x="356816" y="185175"/>
                  </a:cubicBezTo>
                  <a:cubicBezTo>
                    <a:pt x="365155" y="185175"/>
                    <a:pt x="368265" y="189377"/>
                    <a:pt x="368265" y="194572"/>
                  </a:cubicBezTo>
                  <a:cubicBezTo>
                    <a:pt x="368265" y="199768"/>
                    <a:pt x="376604" y="202878"/>
                    <a:pt x="376604" y="202878"/>
                  </a:cubicBezTo>
                  <a:cubicBezTo>
                    <a:pt x="376604" y="202878"/>
                    <a:pt x="390138" y="201852"/>
                    <a:pt x="396458" y="201852"/>
                  </a:cubicBezTo>
                  <a:cubicBezTo>
                    <a:pt x="402779" y="201852"/>
                    <a:pt x="408933" y="201852"/>
                    <a:pt x="408933" y="206022"/>
                  </a:cubicBezTo>
                  <a:cubicBezTo>
                    <a:pt x="408933" y="210191"/>
                    <a:pt x="401653" y="223725"/>
                    <a:pt x="395399" y="223725"/>
                  </a:cubicBezTo>
                  <a:cubicBezTo>
                    <a:pt x="389145" y="223725"/>
                    <a:pt x="389145" y="241429"/>
                    <a:pt x="394373" y="242454"/>
                  </a:cubicBezTo>
                  <a:cubicBezTo>
                    <a:pt x="399602" y="243480"/>
                    <a:pt x="403738" y="228920"/>
                    <a:pt x="406849" y="228920"/>
                  </a:cubicBezTo>
                  <a:cubicBezTo>
                    <a:pt x="409099" y="228920"/>
                    <a:pt x="410819" y="245466"/>
                    <a:pt x="413897" y="262474"/>
                  </a:cubicBezTo>
                  <a:cubicBezTo>
                    <a:pt x="414463" y="261592"/>
                    <a:pt x="415377" y="260991"/>
                    <a:pt x="416412" y="260820"/>
                  </a:cubicBezTo>
                  <a:cubicBezTo>
                    <a:pt x="420548" y="260820"/>
                    <a:pt x="418497" y="246425"/>
                    <a:pt x="421243" y="242289"/>
                  </a:cubicBezTo>
                  <a:cubicBezTo>
                    <a:pt x="423989" y="238153"/>
                    <a:pt x="422600" y="225148"/>
                    <a:pt x="424552" y="225148"/>
                  </a:cubicBezTo>
                  <a:cubicBezTo>
                    <a:pt x="426504" y="225148"/>
                    <a:pt x="438946" y="229284"/>
                    <a:pt x="438285" y="225843"/>
                  </a:cubicBezTo>
                  <a:cubicBezTo>
                    <a:pt x="437623" y="222402"/>
                    <a:pt x="445796" y="210721"/>
                    <a:pt x="444439" y="204566"/>
                  </a:cubicBezTo>
                  <a:cubicBezTo>
                    <a:pt x="443083" y="198411"/>
                    <a:pt x="449237" y="190833"/>
                    <a:pt x="449237" y="183289"/>
                  </a:cubicBezTo>
                  <a:cubicBezTo>
                    <a:pt x="449237" y="175744"/>
                    <a:pt x="456120" y="173692"/>
                    <a:pt x="460918" y="169556"/>
                  </a:cubicBezTo>
                  <a:cubicBezTo>
                    <a:pt x="465717" y="165420"/>
                    <a:pt x="473956" y="159960"/>
                    <a:pt x="475313" y="163401"/>
                  </a:cubicBezTo>
                  <a:cubicBezTo>
                    <a:pt x="476670" y="166843"/>
                    <a:pt x="486994" y="169556"/>
                    <a:pt x="482857" y="163401"/>
                  </a:cubicBezTo>
                  <a:cubicBezTo>
                    <a:pt x="478721" y="157246"/>
                    <a:pt x="478754" y="153110"/>
                    <a:pt x="481501" y="151720"/>
                  </a:cubicBezTo>
                  <a:cubicBezTo>
                    <a:pt x="484247" y="150330"/>
                    <a:pt x="485637" y="143481"/>
                    <a:pt x="485637" y="143481"/>
                  </a:cubicBezTo>
                  <a:cubicBezTo>
                    <a:pt x="485637" y="143481"/>
                    <a:pt x="476703" y="142124"/>
                    <a:pt x="475313" y="137988"/>
                  </a:cubicBezTo>
                  <a:cubicBezTo>
                    <a:pt x="473923" y="133851"/>
                    <a:pt x="468463" y="129781"/>
                    <a:pt x="468463" y="126340"/>
                  </a:cubicBezTo>
                  <a:cubicBezTo>
                    <a:pt x="468463" y="122898"/>
                    <a:pt x="463632" y="124288"/>
                    <a:pt x="459529" y="127696"/>
                  </a:cubicBezTo>
                  <a:cubicBezTo>
                    <a:pt x="455425" y="131105"/>
                    <a:pt x="447881" y="123593"/>
                    <a:pt x="438946" y="128391"/>
                  </a:cubicBezTo>
                  <a:cubicBezTo>
                    <a:pt x="430012" y="133189"/>
                    <a:pt x="427960" y="138683"/>
                    <a:pt x="423857" y="137988"/>
                  </a:cubicBezTo>
                  <a:cubicBezTo>
                    <a:pt x="419754" y="137293"/>
                    <a:pt x="420548" y="141297"/>
                    <a:pt x="416974" y="144870"/>
                  </a:cubicBezTo>
                  <a:cubicBezTo>
                    <a:pt x="413400" y="148444"/>
                    <a:pt x="410786" y="152415"/>
                    <a:pt x="408768" y="152415"/>
                  </a:cubicBezTo>
                  <a:cubicBezTo>
                    <a:pt x="405668" y="153158"/>
                    <a:pt x="402669" y="154269"/>
                    <a:pt x="399833" y="155724"/>
                  </a:cubicBezTo>
                  <a:cubicBezTo>
                    <a:pt x="399833" y="155724"/>
                    <a:pt x="404631" y="166015"/>
                    <a:pt x="401885" y="170813"/>
                  </a:cubicBezTo>
                  <a:cubicBezTo>
                    <a:pt x="399139" y="175612"/>
                    <a:pt x="392256" y="170813"/>
                    <a:pt x="384744" y="172865"/>
                  </a:cubicBezTo>
                  <a:cubicBezTo>
                    <a:pt x="377232" y="174917"/>
                    <a:pt x="373758" y="170119"/>
                    <a:pt x="368199" y="171475"/>
                  </a:cubicBezTo>
                  <a:cubicBezTo>
                    <a:pt x="362640" y="172832"/>
                    <a:pt x="359264" y="168166"/>
                    <a:pt x="356518" y="168762"/>
                  </a:cubicBezTo>
                  <a:cubicBezTo>
                    <a:pt x="353771" y="169357"/>
                    <a:pt x="349668" y="162574"/>
                    <a:pt x="351025" y="157081"/>
                  </a:cubicBezTo>
                  <a:cubicBezTo>
                    <a:pt x="352382" y="151588"/>
                    <a:pt x="348278" y="144043"/>
                    <a:pt x="345532" y="148180"/>
                  </a:cubicBezTo>
                  <a:cubicBezTo>
                    <a:pt x="342785" y="152316"/>
                    <a:pt x="338682" y="150231"/>
                    <a:pt x="338682" y="156419"/>
                  </a:cubicBezTo>
                  <a:cubicBezTo>
                    <a:pt x="338682" y="162607"/>
                    <a:pt x="341991" y="170119"/>
                    <a:pt x="337987" y="174255"/>
                  </a:cubicBezTo>
                  <a:cubicBezTo>
                    <a:pt x="333983" y="178391"/>
                    <a:pt x="311912" y="180410"/>
                    <a:pt x="307808" y="177001"/>
                  </a:cubicBezTo>
                  <a:cubicBezTo>
                    <a:pt x="303705" y="173593"/>
                    <a:pt x="285836" y="171475"/>
                    <a:pt x="285141" y="168067"/>
                  </a:cubicBezTo>
                  <a:cubicBezTo>
                    <a:pt x="284447" y="164659"/>
                    <a:pt x="278987" y="158471"/>
                    <a:pt x="275545" y="158471"/>
                  </a:cubicBezTo>
                  <a:cubicBezTo>
                    <a:pt x="272104" y="158471"/>
                    <a:pt x="261813" y="163269"/>
                    <a:pt x="259000" y="161217"/>
                  </a:cubicBezTo>
                  <a:cubicBezTo>
                    <a:pt x="256187" y="159166"/>
                    <a:pt x="249404" y="153639"/>
                    <a:pt x="244606" y="152978"/>
                  </a:cubicBezTo>
                  <a:cubicBezTo>
                    <a:pt x="239808" y="152316"/>
                    <a:pt x="232230" y="148841"/>
                    <a:pt x="231369" y="146095"/>
                  </a:cubicBezTo>
                  <a:cubicBezTo>
                    <a:pt x="230509" y="143348"/>
                    <a:pt x="219721" y="141992"/>
                    <a:pt x="217670" y="139245"/>
                  </a:cubicBezTo>
                  <a:cubicBezTo>
                    <a:pt x="215618" y="136498"/>
                    <a:pt x="208735" y="135936"/>
                    <a:pt x="208735" y="132395"/>
                  </a:cubicBezTo>
                  <a:cubicBezTo>
                    <a:pt x="208735" y="128855"/>
                    <a:pt x="211482" y="123461"/>
                    <a:pt x="211482" y="119159"/>
                  </a:cubicBezTo>
                  <a:cubicBezTo>
                    <a:pt x="211482" y="114857"/>
                    <a:pt x="219721" y="110953"/>
                    <a:pt x="219721" y="108206"/>
                  </a:cubicBezTo>
                  <a:cubicBezTo>
                    <a:pt x="219721" y="105459"/>
                    <a:pt x="212177" y="100628"/>
                    <a:pt x="212177" y="100628"/>
                  </a:cubicBezTo>
                  <a:cubicBezTo>
                    <a:pt x="212177" y="100628"/>
                    <a:pt x="207379" y="91727"/>
                    <a:pt x="201885" y="91727"/>
                  </a:cubicBezTo>
                  <a:cubicBezTo>
                    <a:pt x="196393" y="91727"/>
                    <a:pt x="192256" y="82131"/>
                    <a:pt x="187458" y="81436"/>
                  </a:cubicBezTo>
                  <a:cubicBezTo>
                    <a:pt x="182660" y="80741"/>
                    <a:pt x="184149" y="71145"/>
                    <a:pt x="181303" y="67703"/>
                  </a:cubicBezTo>
                  <a:cubicBezTo>
                    <a:pt x="178458" y="64262"/>
                    <a:pt x="180608" y="56055"/>
                    <a:pt x="185406" y="60159"/>
                  </a:cubicBezTo>
                  <a:cubicBezTo>
                    <a:pt x="190205" y="64262"/>
                    <a:pt x="199139" y="60159"/>
                    <a:pt x="195698" y="53971"/>
                  </a:cubicBezTo>
                  <a:cubicBezTo>
                    <a:pt x="192256" y="47783"/>
                    <a:pt x="186102" y="42356"/>
                    <a:pt x="186102" y="38914"/>
                  </a:cubicBezTo>
                  <a:cubicBezTo>
                    <a:pt x="186102" y="35473"/>
                    <a:pt x="190205" y="25182"/>
                    <a:pt x="185406" y="22369"/>
                  </a:cubicBezTo>
                  <a:cubicBezTo>
                    <a:pt x="180615" y="19942"/>
                    <a:pt x="176934" y="15775"/>
                    <a:pt x="175115" y="10721"/>
                  </a:cubicBezTo>
                  <a:cubicBezTo>
                    <a:pt x="173733" y="7326"/>
                    <a:pt x="171327" y="4446"/>
                    <a:pt x="168233" y="2482"/>
                  </a:cubicBezTo>
                  <a:lnTo>
                    <a:pt x="161383" y="3177"/>
                  </a:lnTo>
                  <a:cubicBezTo>
                    <a:pt x="161383" y="3177"/>
                    <a:pt x="157279" y="14163"/>
                    <a:pt x="154533" y="15519"/>
                  </a:cubicBezTo>
                  <a:cubicBezTo>
                    <a:pt x="151787" y="16876"/>
                    <a:pt x="142157" y="18828"/>
                    <a:pt x="137359" y="22369"/>
                  </a:cubicBezTo>
                  <a:cubicBezTo>
                    <a:pt x="132561" y="25910"/>
                    <a:pt x="118861" y="17604"/>
                    <a:pt x="111284" y="17604"/>
                  </a:cubicBezTo>
                  <a:cubicBezTo>
                    <a:pt x="103706" y="17604"/>
                    <a:pt x="98941" y="25149"/>
                    <a:pt x="102349" y="27200"/>
                  </a:cubicBezTo>
                  <a:cubicBezTo>
                    <a:pt x="105758" y="29252"/>
                    <a:pt x="105129" y="43746"/>
                    <a:pt x="105129" y="43746"/>
                  </a:cubicBezTo>
                  <a:cubicBezTo>
                    <a:pt x="105129" y="43746"/>
                    <a:pt x="109232" y="61615"/>
                    <a:pt x="115387" y="60291"/>
                  </a:cubicBezTo>
                  <a:cubicBezTo>
                    <a:pt x="121542" y="58967"/>
                    <a:pt x="129153" y="66479"/>
                    <a:pt x="123627" y="67836"/>
                  </a:cubicBezTo>
                  <a:cubicBezTo>
                    <a:pt x="118100" y="69192"/>
                    <a:pt x="115387" y="75380"/>
                    <a:pt x="114725" y="80906"/>
                  </a:cubicBezTo>
                  <a:cubicBezTo>
                    <a:pt x="114063" y="86433"/>
                    <a:pt x="115387" y="93216"/>
                    <a:pt x="111416" y="93911"/>
                  </a:cubicBezTo>
                  <a:cubicBezTo>
                    <a:pt x="107445" y="94606"/>
                    <a:pt x="103177" y="95963"/>
                    <a:pt x="103177" y="103540"/>
                  </a:cubicBezTo>
                  <a:cubicBezTo>
                    <a:pt x="103177" y="111118"/>
                    <a:pt x="94275" y="109033"/>
                    <a:pt x="92885" y="111747"/>
                  </a:cubicBezTo>
                  <a:cubicBezTo>
                    <a:pt x="91495" y="114460"/>
                    <a:pt x="88087" y="128292"/>
                    <a:pt x="86035" y="130311"/>
                  </a:cubicBezTo>
                  <a:cubicBezTo>
                    <a:pt x="83984" y="132329"/>
                    <a:pt x="72303" y="133057"/>
                    <a:pt x="71608" y="139212"/>
                  </a:cubicBezTo>
                  <a:cubicBezTo>
                    <a:pt x="70913" y="145367"/>
                    <a:pt x="65453" y="152945"/>
                    <a:pt x="62012" y="152250"/>
                  </a:cubicBezTo>
                  <a:cubicBezTo>
                    <a:pt x="58571" y="151555"/>
                    <a:pt x="52383" y="148941"/>
                    <a:pt x="50331" y="152945"/>
                  </a:cubicBezTo>
                  <a:cubicBezTo>
                    <a:pt x="48279" y="156948"/>
                    <a:pt x="39378" y="149636"/>
                    <a:pt x="37293" y="151555"/>
                  </a:cubicBezTo>
                  <a:cubicBezTo>
                    <a:pt x="35208" y="153474"/>
                    <a:pt x="24256" y="162541"/>
                    <a:pt x="24256" y="168100"/>
                  </a:cubicBezTo>
                  <a:cubicBezTo>
                    <a:pt x="24256" y="173659"/>
                    <a:pt x="35937" y="173593"/>
                    <a:pt x="35242" y="180443"/>
                  </a:cubicBezTo>
                  <a:cubicBezTo>
                    <a:pt x="34547" y="187293"/>
                    <a:pt x="39378" y="194870"/>
                    <a:pt x="42819" y="198279"/>
                  </a:cubicBezTo>
                  <a:cubicBezTo>
                    <a:pt x="46261" y="201687"/>
                    <a:pt x="51721" y="209960"/>
                    <a:pt x="48941" y="214096"/>
                  </a:cubicBezTo>
                  <a:cubicBezTo>
                    <a:pt x="46162" y="218232"/>
                    <a:pt x="42125" y="218861"/>
                    <a:pt x="35937" y="217405"/>
                  </a:cubicBezTo>
                  <a:cubicBezTo>
                    <a:pt x="29749" y="215949"/>
                    <a:pt x="30444" y="220151"/>
                    <a:pt x="19391" y="218100"/>
                  </a:cubicBezTo>
                  <a:cubicBezTo>
                    <a:pt x="8339" y="216048"/>
                    <a:pt x="7710" y="224255"/>
                    <a:pt x="3607" y="229086"/>
                  </a:cubicBezTo>
                  <a:lnTo>
                    <a:pt x="2482" y="230343"/>
                  </a:lnTo>
                  <a:cubicBezTo>
                    <a:pt x="7677" y="234447"/>
                    <a:pt x="9861" y="241726"/>
                    <a:pt x="18465" y="245069"/>
                  </a:cubicBezTo>
                  <a:cubicBezTo>
                    <a:pt x="28392" y="248907"/>
                    <a:pt x="37492" y="238649"/>
                    <a:pt x="37492" y="246094"/>
                  </a:cubicBezTo>
                  <a:cubicBezTo>
                    <a:pt x="37492" y="253540"/>
                    <a:pt x="13865" y="252018"/>
                    <a:pt x="13336" y="254301"/>
                  </a:cubicBezTo>
                  <a:cubicBezTo>
                    <a:pt x="12806" y="256584"/>
                    <a:pt x="37756" y="286697"/>
                    <a:pt x="50364" y="284380"/>
                  </a:cubicBezTo>
                  <a:cubicBezTo>
                    <a:pt x="62971" y="282064"/>
                    <a:pt x="72204" y="268464"/>
                    <a:pt x="68597" y="266379"/>
                  </a:cubicBezTo>
                  <a:cubicBezTo>
                    <a:pt x="64990" y="264294"/>
                    <a:pt x="70649" y="255856"/>
                    <a:pt x="73991" y="257411"/>
                  </a:cubicBezTo>
                  <a:cubicBezTo>
                    <a:pt x="77333" y="258967"/>
                    <a:pt x="74520" y="272302"/>
                    <a:pt x="78359" y="275380"/>
                  </a:cubicBezTo>
                  <a:cubicBezTo>
                    <a:pt x="82197" y="278457"/>
                    <a:pt x="80940" y="284116"/>
                    <a:pt x="78359" y="291329"/>
                  </a:cubicBezTo>
                  <a:cubicBezTo>
                    <a:pt x="75777" y="298543"/>
                    <a:pt x="80940" y="312640"/>
                    <a:pt x="81668" y="320614"/>
                  </a:cubicBezTo>
                  <a:cubicBezTo>
                    <a:pt x="82396" y="328589"/>
                    <a:pt x="87822" y="340138"/>
                    <a:pt x="89643" y="351951"/>
                  </a:cubicBezTo>
                  <a:cubicBezTo>
                    <a:pt x="92900" y="368122"/>
                    <a:pt x="98343" y="383774"/>
                    <a:pt x="105824" y="398477"/>
                  </a:cubicBezTo>
                  <a:cubicBezTo>
                    <a:pt x="112773" y="411713"/>
                    <a:pt x="118134" y="437292"/>
                    <a:pt x="122766" y="443446"/>
                  </a:cubicBezTo>
                  <a:cubicBezTo>
                    <a:pt x="127399" y="449601"/>
                    <a:pt x="139312" y="468364"/>
                    <a:pt x="139312" y="479846"/>
                  </a:cubicBezTo>
                  <a:cubicBezTo>
                    <a:pt x="139312" y="491329"/>
                    <a:pt x="151886" y="507609"/>
                    <a:pt x="156254" y="510687"/>
                  </a:cubicBezTo>
                  <a:cubicBezTo>
                    <a:pt x="160622" y="513764"/>
                    <a:pt x="170152" y="507080"/>
                    <a:pt x="172468" y="499899"/>
                  </a:cubicBezTo>
                  <a:cubicBezTo>
                    <a:pt x="174785" y="492718"/>
                    <a:pt x="187888" y="489972"/>
                    <a:pt x="188649" y="483718"/>
                  </a:cubicBezTo>
                  <a:cubicBezTo>
                    <a:pt x="189411" y="477464"/>
                    <a:pt x="190668" y="472665"/>
                    <a:pt x="195267" y="471871"/>
                  </a:cubicBezTo>
                  <a:cubicBezTo>
                    <a:pt x="199867" y="471077"/>
                    <a:pt x="199900" y="466246"/>
                    <a:pt x="199900" y="459562"/>
                  </a:cubicBezTo>
                  <a:cubicBezTo>
                    <a:pt x="199900" y="452877"/>
                    <a:pt x="200430" y="443380"/>
                    <a:pt x="205062" y="437457"/>
                  </a:cubicBezTo>
                  <a:cubicBezTo>
                    <a:pt x="209695" y="431534"/>
                    <a:pt x="210456" y="415617"/>
                    <a:pt x="207643" y="409198"/>
                  </a:cubicBezTo>
                  <a:cubicBezTo>
                    <a:pt x="204831" y="402778"/>
                    <a:pt x="206353" y="393778"/>
                    <a:pt x="208901" y="387358"/>
                  </a:cubicBezTo>
                  <a:cubicBezTo>
                    <a:pt x="211449" y="380938"/>
                    <a:pt x="210456" y="373460"/>
                    <a:pt x="215354" y="372964"/>
                  </a:cubicBezTo>
                  <a:cubicBezTo>
                    <a:pt x="220251" y="372467"/>
                    <a:pt x="227399" y="368066"/>
                    <a:pt x="232561" y="361150"/>
                  </a:cubicBezTo>
                  <a:cubicBezTo>
                    <a:pt x="237723" y="354234"/>
                    <a:pt x="253375" y="344605"/>
                    <a:pt x="259033" y="340072"/>
                  </a:cubicBezTo>
                  <a:cubicBezTo>
                    <a:pt x="264692" y="335538"/>
                    <a:pt x="281899" y="320217"/>
                    <a:pt x="287028" y="311812"/>
                  </a:cubicBezTo>
                  <a:cubicBezTo>
                    <a:pt x="292157" y="303407"/>
                    <a:pt x="306882" y="300495"/>
                    <a:pt x="313500" y="293546"/>
                  </a:cubicBezTo>
                  <a:cubicBezTo>
                    <a:pt x="320118" y="286597"/>
                    <a:pt x="317603" y="283024"/>
                    <a:pt x="318894" y="275578"/>
                  </a:cubicBezTo>
                  <a:cubicBezTo>
                    <a:pt x="320184" y="268133"/>
                    <a:pt x="341759" y="265055"/>
                    <a:pt x="349999" y="265055"/>
                  </a:cubicBezTo>
                  <a:cubicBezTo>
                    <a:pt x="351443" y="265049"/>
                    <a:pt x="352884" y="264905"/>
                    <a:pt x="354301" y="264625"/>
                  </a:cubicBezTo>
                  <a:cubicBezTo>
                    <a:pt x="354046" y="253871"/>
                    <a:pt x="352080" y="243226"/>
                    <a:pt x="348477" y="23309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D795139-2D0B-2043-98D8-E115113239FD}"/>
                </a:ext>
              </a:extLst>
            </p:cNvPr>
            <p:cNvSpPr/>
            <p:nvPr/>
          </p:nvSpPr>
          <p:spPr>
            <a:xfrm>
              <a:off x="5924907" y="2129383"/>
              <a:ext cx="549303" cy="234943"/>
            </a:xfrm>
            <a:custGeom>
              <a:avLst/>
              <a:gdLst>
                <a:gd name="connsiteX0" fmla="*/ 525743 w 549303"/>
                <a:gd name="connsiteY0" fmla="*/ 99947 h 234942"/>
                <a:gd name="connsiteX1" fmla="*/ 511777 w 549303"/>
                <a:gd name="connsiteY1" fmla="*/ 98516 h 234942"/>
                <a:gd name="connsiteX2" fmla="*/ 508966 w 549303"/>
                <a:gd name="connsiteY2" fmla="*/ 102197 h 234942"/>
                <a:gd name="connsiteX3" fmla="*/ 492156 w 549303"/>
                <a:gd name="connsiteY3" fmla="*/ 99947 h 234942"/>
                <a:gd name="connsiteX4" fmla="*/ 474221 w 549303"/>
                <a:gd name="connsiteY4" fmla="*/ 98855 h 234942"/>
                <a:gd name="connsiteX5" fmla="*/ 476471 w 549303"/>
                <a:gd name="connsiteY5" fmla="*/ 89888 h 234942"/>
                <a:gd name="connsiteX6" fmla="*/ 477596 w 549303"/>
                <a:gd name="connsiteY6" fmla="*/ 80920 h 234942"/>
                <a:gd name="connsiteX7" fmla="*/ 491494 w 549303"/>
                <a:gd name="connsiteY7" fmla="*/ 53124 h 234942"/>
                <a:gd name="connsiteX8" fmla="*/ 478920 w 549303"/>
                <a:gd name="connsiteY8" fmla="*/ 51900 h 234942"/>
                <a:gd name="connsiteX9" fmla="*/ 464029 w 549303"/>
                <a:gd name="connsiteY9" fmla="*/ 48823 h 234942"/>
                <a:gd name="connsiteX10" fmla="*/ 442421 w 549303"/>
                <a:gd name="connsiteY10" fmla="*/ 47797 h 234942"/>
                <a:gd name="connsiteX11" fmla="*/ 428556 w 549303"/>
                <a:gd name="connsiteY11" fmla="*/ 57062 h 234942"/>
                <a:gd name="connsiteX12" fmla="*/ 414658 w 549303"/>
                <a:gd name="connsiteY12" fmla="*/ 62191 h 234942"/>
                <a:gd name="connsiteX13" fmla="*/ 392057 w 549303"/>
                <a:gd name="connsiteY13" fmla="*/ 67850 h 234942"/>
                <a:gd name="connsiteX14" fmla="*/ 368893 w 549303"/>
                <a:gd name="connsiteY14" fmla="*/ 67850 h 234942"/>
                <a:gd name="connsiteX15" fmla="*/ 346789 w 549303"/>
                <a:gd name="connsiteY15" fmla="*/ 63713 h 234942"/>
                <a:gd name="connsiteX16" fmla="*/ 337557 w 549303"/>
                <a:gd name="connsiteY16" fmla="*/ 53985 h 234942"/>
                <a:gd name="connsiteX17" fmla="*/ 323162 w 549303"/>
                <a:gd name="connsiteY17" fmla="*/ 47367 h 234942"/>
                <a:gd name="connsiteX18" fmla="*/ 309926 w 549303"/>
                <a:gd name="connsiteY18" fmla="*/ 43760 h 234942"/>
                <a:gd name="connsiteX19" fmla="*/ 294009 w 549303"/>
                <a:gd name="connsiteY19" fmla="*/ 40153 h 234942"/>
                <a:gd name="connsiteX20" fmla="*/ 278060 w 549303"/>
                <a:gd name="connsiteY20" fmla="*/ 42204 h 234942"/>
                <a:gd name="connsiteX21" fmla="*/ 265750 w 549303"/>
                <a:gd name="connsiteY21" fmla="*/ 48359 h 234942"/>
                <a:gd name="connsiteX22" fmla="*/ 250297 w 549303"/>
                <a:gd name="connsiteY22" fmla="*/ 43760 h 234942"/>
                <a:gd name="connsiteX23" fmla="*/ 239509 w 549303"/>
                <a:gd name="connsiteY23" fmla="*/ 35553 h 234942"/>
                <a:gd name="connsiteX24" fmla="*/ 237458 w 549303"/>
                <a:gd name="connsiteY24" fmla="*/ 20629 h 234942"/>
                <a:gd name="connsiteX25" fmla="*/ 220482 w 549303"/>
                <a:gd name="connsiteY25" fmla="*/ 15500 h 234942"/>
                <a:gd name="connsiteX26" fmla="*/ 207643 w 549303"/>
                <a:gd name="connsiteY26" fmla="*/ 10338 h 234942"/>
                <a:gd name="connsiteX27" fmla="*/ 196856 w 549303"/>
                <a:gd name="connsiteY27" fmla="*/ 7790 h 234942"/>
                <a:gd name="connsiteX28" fmla="*/ 184017 w 549303"/>
                <a:gd name="connsiteY28" fmla="*/ 2628 h 234942"/>
                <a:gd name="connsiteX29" fmla="*/ 177829 w 549303"/>
                <a:gd name="connsiteY29" fmla="*/ 8287 h 234942"/>
                <a:gd name="connsiteX30" fmla="*/ 168597 w 549303"/>
                <a:gd name="connsiteY30" fmla="*/ 14475 h 234942"/>
                <a:gd name="connsiteX31" fmla="*/ 161383 w 549303"/>
                <a:gd name="connsiteY31" fmla="*/ 23177 h 234942"/>
                <a:gd name="connsiteX32" fmla="*/ 167537 w 549303"/>
                <a:gd name="connsiteY32" fmla="*/ 37572 h 234942"/>
                <a:gd name="connsiteX33" fmla="*/ 167041 w 549303"/>
                <a:gd name="connsiteY33" fmla="*/ 47863 h 234942"/>
                <a:gd name="connsiteX34" fmla="*/ 152647 w 549303"/>
                <a:gd name="connsiteY34" fmla="*/ 55044 h 234942"/>
                <a:gd name="connsiteX35" fmla="*/ 140304 w 549303"/>
                <a:gd name="connsiteY35" fmla="*/ 51437 h 234942"/>
                <a:gd name="connsiteX36" fmla="*/ 126439 w 549303"/>
                <a:gd name="connsiteY36" fmla="*/ 52496 h 234942"/>
                <a:gd name="connsiteX37" fmla="*/ 112045 w 549303"/>
                <a:gd name="connsiteY37" fmla="*/ 46837 h 234942"/>
                <a:gd name="connsiteX38" fmla="*/ 106386 w 549303"/>
                <a:gd name="connsiteY38" fmla="*/ 37075 h 234942"/>
                <a:gd name="connsiteX39" fmla="*/ 82230 w 549303"/>
                <a:gd name="connsiteY39" fmla="*/ 32939 h 234942"/>
                <a:gd name="connsiteX40" fmla="*/ 69920 w 549303"/>
                <a:gd name="connsiteY40" fmla="*/ 35024 h 234942"/>
                <a:gd name="connsiteX41" fmla="*/ 58074 w 549303"/>
                <a:gd name="connsiteY41" fmla="*/ 40153 h 234942"/>
                <a:gd name="connsiteX42" fmla="*/ 46790 w 549303"/>
                <a:gd name="connsiteY42" fmla="*/ 47863 h 234942"/>
                <a:gd name="connsiteX43" fmla="*/ 33554 w 549303"/>
                <a:gd name="connsiteY43" fmla="*/ 55573 h 234942"/>
                <a:gd name="connsiteX44" fmla="*/ 17604 w 549303"/>
                <a:gd name="connsiteY44" fmla="*/ 62754 h 234942"/>
                <a:gd name="connsiteX45" fmla="*/ 5791 w 549303"/>
                <a:gd name="connsiteY45" fmla="*/ 67386 h 234942"/>
                <a:gd name="connsiteX46" fmla="*/ 2482 w 549303"/>
                <a:gd name="connsiteY46" fmla="*/ 68445 h 234942"/>
                <a:gd name="connsiteX47" fmla="*/ 3078 w 549303"/>
                <a:gd name="connsiteY47" fmla="*/ 70530 h 234942"/>
                <a:gd name="connsiteX48" fmla="*/ 15520 w 549303"/>
                <a:gd name="connsiteY48" fmla="*/ 86546 h 234942"/>
                <a:gd name="connsiteX49" fmla="*/ 31171 w 549303"/>
                <a:gd name="connsiteY49" fmla="*/ 95083 h 234942"/>
                <a:gd name="connsiteX50" fmla="*/ 46095 w 549303"/>
                <a:gd name="connsiteY50" fmla="*/ 107161 h 234942"/>
                <a:gd name="connsiteX51" fmla="*/ 55360 w 549303"/>
                <a:gd name="connsiteY51" fmla="*/ 120397 h 234942"/>
                <a:gd name="connsiteX52" fmla="*/ 54302 w 549303"/>
                <a:gd name="connsiteY52" fmla="*/ 137836 h 234942"/>
                <a:gd name="connsiteX53" fmla="*/ 50397 w 549303"/>
                <a:gd name="connsiteY53" fmla="*/ 152032 h 234942"/>
                <a:gd name="connsiteX54" fmla="*/ 89510 w 549303"/>
                <a:gd name="connsiteY54" fmla="*/ 161628 h 234942"/>
                <a:gd name="connsiteX55" fmla="*/ 102548 w 549303"/>
                <a:gd name="connsiteY55" fmla="*/ 169504 h 234942"/>
                <a:gd name="connsiteX56" fmla="*/ 113765 w 549303"/>
                <a:gd name="connsiteY56" fmla="*/ 177346 h 234942"/>
                <a:gd name="connsiteX57" fmla="*/ 127200 w 549303"/>
                <a:gd name="connsiteY57" fmla="*/ 191906 h 234942"/>
                <a:gd name="connsiteX58" fmla="*/ 137127 w 549303"/>
                <a:gd name="connsiteY58" fmla="*/ 209808 h 234942"/>
                <a:gd name="connsiteX59" fmla="*/ 159530 w 549303"/>
                <a:gd name="connsiteY59" fmla="*/ 212058 h 234942"/>
                <a:gd name="connsiteX60" fmla="*/ 200959 w 549303"/>
                <a:gd name="connsiteY60" fmla="*/ 213183 h 234942"/>
                <a:gd name="connsiteX61" fmla="*/ 232329 w 549303"/>
                <a:gd name="connsiteY61" fmla="*/ 219801 h 234942"/>
                <a:gd name="connsiteX62" fmla="*/ 251356 w 549303"/>
                <a:gd name="connsiteY62" fmla="*/ 224269 h 234942"/>
                <a:gd name="connsiteX63" fmla="*/ 269258 w 549303"/>
                <a:gd name="connsiteY63" fmla="*/ 228736 h 234942"/>
                <a:gd name="connsiteX64" fmla="*/ 282693 w 549303"/>
                <a:gd name="connsiteY64" fmla="*/ 235354 h 234942"/>
                <a:gd name="connsiteX65" fmla="*/ 312938 w 549303"/>
                <a:gd name="connsiteY65" fmla="*/ 219702 h 234942"/>
                <a:gd name="connsiteX66" fmla="*/ 352117 w 549303"/>
                <a:gd name="connsiteY66" fmla="*/ 218577 h 234942"/>
                <a:gd name="connsiteX67" fmla="*/ 383453 w 549303"/>
                <a:gd name="connsiteY67" fmla="*/ 205142 h 234942"/>
                <a:gd name="connsiteX68" fmla="*/ 404731 w 549303"/>
                <a:gd name="connsiteY68" fmla="*/ 188332 h 234942"/>
                <a:gd name="connsiteX69" fmla="*/ 400264 w 549303"/>
                <a:gd name="connsiteY69" fmla="*/ 168180 h 234942"/>
                <a:gd name="connsiteX70" fmla="*/ 416746 w 549303"/>
                <a:gd name="connsiteY70" fmla="*/ 163523 h 234942"/>
                <a:gd name="connsiteX71" fmla="*/ 417073 w 549303"/>
                <a:gd name="connsiteY71" fmla="*/ 163713 h 234942"/>
                <a:gd name="connsiteX72" fmla="*/ 445068 w 549303"/>
                <a:gd name="connsiteY72" fmla="*/ 161463 h 234942"/>
                <a:gd name="connsiteX73" fmla="*/ 470812 w 549303"/>
                <a:gd name="connsiteY73" fmla="*/ 153653 h 234942"/>
                <a:gd name="connsiteX74" fmla="*/ 486497 w 549303"/>
                <a:gd name="connsiteY74" fmla="*/ 139060 h 234942"/>
                <a:gd name="connsiteX75" fmla="*/ 507775 w 549303"/>
                <a:gd name="connsiteY75" fmla="*/ 130126 h 234942"/>
                <a:gd name="connsiteX76" fmla="*/ 530177 w 549303"/>
                <a:gd name="connsiteY76" fmla="*/ 125659 h 234942"/>
                <a:gd name="connsiteX77" fmla="*/ 548079 w 549303"/>
                <a:gd name="connsiteY77" fmla="*/ 123409 h 234942"/>
                <a:gd name="connsiteX78" fmla="*/ 525743 w 549303"/>
                <a:gd name="connsiteY78" fmla="*/ 99947 h 234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49303" h="234942">
                  <a:moveTo>
                    <a:pt x="525743" y="99947"/>
                  </a:moveTo>
                  <a:cubicBezTo>
                    <a:pt x="522281" y="95695"/>
                    <a:pt x="516029" y="95054"/>
                    <a:pt x="511777" y="98516"/>
                  </a:cubicBezTo>
                  <a:cubicBezTo>
                    <a:pt x="510562" y="99504"/>
                    <a:pt x="509599" y="100766"/>
                    <a:pt x="508966" y="102197"/>
                  </a:cubicBezTo>
                  <a:cubicBezTo>
                    <a:pt x="506716" y="107790"/>
                    <a:pt x="502348" y="99947"/>
                    <a:pt x="492156" y="99947"/>
                  </a:cubicBezTo>
                  <a:cubicBezTo>
                    <a:pt x="481964" y="99947"/>
                    <a:pt x="480971" y="105573"/>
                    <a:pt x="474221" y="98855"/>
                  </a:cubicBezTo>
                  <a:cubicBezTo>
                    <a:pt x="467470" y="92138"/>
                    <a:pt x="476471" y="89888"/>
                    <a:pt x="476471" y="89888"/>
                  </a:cubicBezTo>
                  <a:lnTo>
                    <a:pt x="477596" y="80920"/>
                  </a:lnTo>
                  <a:lnTo>
                    <a:pt x="491494" y="53124"/>
                  </a:lnTo>
                  <a:cubicBezTo>
                    <a:pt x="487521" y="51463"/>
                    <a:pt x="483139" y="51036"/>
                    <a:pt x="478920" y="51900"/>
                  </a:cubicBezTo>
                  <a:cubicBezTo>
                    <a:pt x="474816" y="53455"/>
                    <a:pt x="465022" y="52429"/>
                    <a:pt x="464029" y="48823"/>
                  </a:cubicBezTo>
                  <a:cubicBezTo>
                    <a:pt x="463036" y="45216"/>
                    <a:pt x="446557" y="44719"/>
                    <a:pt x="442421" y="47797"/>
                  </a:cubicBezTo>
                  <a:cubicBezTo>
                    <a:pt x="438285" y="50874"/>
                    <a:pt x="429185" y="53455"/>
                    <a:pt x="428556" y="57062"/>
                  </a:cubicBezTo>
                  <a:cubicBezTo>
                    <a:pt x="427927" y="60669"/>
                    <a:pt x="418265" y="59610"/>
                    <a:pt x="414658" y="62191"/>
                  </a:cubicBezTo>
                  <a:cubicBezTo>
                    <a:pt x="411051" y="64772"/>
                    <a:pt x="392553" y="65798"/>
                    <a:pt x="392057" y="67850"/>
                  </a:cubicBezTo>
                  <a:cubicBezTo>
                    <a:pt x="391561" y="69901"/>
                    <a:pt x="372202" y="70398"/>
                    <a:pt x="368893" y="67850"/>
                  </a:cubicBezTo>
                  <a:cubicBezTo>
                    <a:pt x="365584" y="65302"/>
                    <a:pt x="349039" y="67850"/>
                    <a:pt x="346789" y="63713"/>
                  </a:cubicBezTo>
                  <a:cubicBezTo>
                    <a:pt x="344539" y="59577"/>
                    <a:pt x="337557" y="57558"/>
                    <a:pt x="337557" y="53985"/>
                  </a:cubicBezTo>
                  <a:cubicBezTo>
                    <a:pt x="337557" y="50411"/>
                    <a:pt x="324684" y="50378"/>
                    <a:pt x="323162" y="47367"/>
                  </a:cubicBezTo>
                  <a:cubicBezTo>
                    <a:pt x="321640" y="44355"/>
                    <a:pt x="311349" y="42734"/>
                    <a:pt x="309926" y="43760"/>
                  </a:cubicBezTo>
                  <a:cubicBezTo>
                    <a:pt x="308503" y="44785"/>
                    <a:pt x="297054" y="40649"/>
                    <a:pt x="294009" y="40153"/>
                  </a:cubicBezTo>
                  <a:cubicBezTo>
                    <a:pt x="290965" y="39656"/>
                    <a:pt x="281138" y="42204"/>
                    <a:pt x="278060" y="42204"/>
                  </a:cubicBezTo>
                  <a:cubicBezTo>
                    <a:pt x="274982" y="42204"/>
                    <a:pt x="269324" y="47863"/>
                    <a:pt x="265750" y="48359"/>
                  </a:cubicBezTo>
                  <a:cubicBezTo>
                    <a:pt x="262176" y="48856"/>
                    <a:pt x="252349" y="42204"/>
                    <a:pt x="250297" y="43760"/>
                  </a:cubicBezTo>
                  <a:cubicBezTo>
                    <a:pt x="248245" y="45315"/>
                    <a:pt x="242091" y="38631"/>
                    <a:pt x="239509" y="35553"/>
                  </a:cubicBezTo>
                  <a:cubicBezTo>
                    <a:pt x="236928" y="32476"/>
                    <a:pt x="239509" y="23707"/>
                    <a:pt x="237458" y="20629"/>
                  </a:cubicBezTo>
                  <a:cubicBezTo>
                    <a:pt x="235406" y="17552"/>
                    <a:pt x="224222" y="17552"/>
                    <a:pt x="220482" y="15500"/>
                  </a:cubicBezTo>
                  <a:cubicBezTo>
                    <a:pt x="216614" y="12894"/>
                    <a:pt x="212239" y="11135"/>
                    <a:pt x="207643" y="10338"/>
                  </a:cubicBezTo>
                  <a:cubicBezTo>
                    <a:pt x="203884" y="10471"/>
                    <a:pt x="200158" y="9591"/>
                    <a:pt x="196856" y="7790"/>
                  </a:cubicBezTo>
                  <a:cubicBezTo>
                    <a:pt x="192823" y="5509"/>
                    <a:pt x="188506" y="3773"/>
                    <a:pt x="184017" y="2628"/>
                  </a:cubicBezTo>
                  <a:cubicBezTo>
                    <a:pt x="180410" y="1602"/>
                    <a:pt x="179880" y="6235"/>
                    <a:pt x="177829" y="8287"/>
                  </a:cubicBezTo>
                  <a:cubicBezTo>
                    <a:pt x="175777" y="10338"/>
                    <a:pt x="169622" y="10868"/>
                    <a:pt x="168597" y="14475"/>
                  </a:cubicBezTo>
                  <a:cubicBezTo>
                    <a:pt x="167571" y="18081"/>
                    <a:pt x="160357" y="19074"/>
                    <a:pt x="161383" y="23177"/>
                  </a:cubicBezTo>
                  <a:cubicBezTo>
                    <a:pt x="162409" y="27281"/>
                    <a:pt x="164989" y="35553"/>
                    <a:pt x="167537" y="37572"/>
                  </a:cubicBezTo>
                  <a:cubicBezTo>
                    <a:pt x="170086" y="39590"/>
                    <a:pt x="168597" y="45811"/>
                    <a:pt x="167041" y="47863"/>
                  </a:cubicBezTo>
                  <a:cubicBezTo>
                    <a:pt x="165486" y="49914"/>
                    <a:pt x="154698" y="51437"/>
                    <a:pt x="152647" y="55044"/>
                  </a:cubicBezTo>
                  <a:cubicBezTo>
                    <a:pt x="150595" y="58650"/>
                    <a:pt x="145466" y="54547"/>
                    <a:pt x="140304" y="51437"/>
                  </a:cubicBezTo>
                  <a:cubicBezTo>
                    <a:pt x="135866" y="49082"/>
                    <a:pt x="130468" y="49494"/>
                    <a:pt x="126439" y="52496"/>
                  </a:cubicBezTo>
                  <a:cubicBezTo>
                    <a:pt x="123891" y="54547"/>
                    <a:pt x="114626" y="47367"/>
                    <a:pt x="112045" y="46837"/>
                  </a:cubicBezTo>
                  <a:cubicBezTo>
                    <a:pt x="109464" y="46308"/>
                    <a:pt x="108967" y="36546"/>
                    <a:pt x="106386" y="37075"/>
                  </a:cubicBezTo>
                  <a:cubicBezTo>
                    <a:pt x="103805" y="37605"/>
                    <a:pt x="85837" y="33998"/>
                    <a:pt x="82230" y="32939"/>
                  </a:cubicBezTo>
                  <a:cubicBezTo>
                    <a:pt x="78623" y="31880"/>
                    <a:pt x="70946" y="32443"/>
                    <a:pt x="69920" y="35024"/>
                  </a:cubicBezTo>
                  <a:cubicBezTo>
                    <a:pt x="68895" y="37605"/>
                    <a:pt x="59629" y="37075"/>
                    <a:pt x="58074" y="40153"/>
                  </a:cubicBezTo>
                  <a:cubicBezTo>
                    <a:pt x="56519" y="43230"/>
                    <a:pt x="49338" y="44785"/>
                    <a:pt x="46790" y="47863"/>
                  </a:cubicBezTo>
                  <a:cubicBezTo>
                    <a:pt x="44242" y="50940"/>
                    <a:pt x="35473" y="50940"/>
                    <a:pt x="33554" y="55573"/>
                  </a:cubicBezTo>
                  <a:cubicBezTo>
                    <a:pt x="31635" y="60206"/>
                    <a:pt x="20682" y="62191"/>
                    <a:pt x="17604" y="62754"/>
                  </a:cubicBezTo>
                  <a:cubicBezTo>
                    <a:pt x="14527" y="63316"/>
                    <a:pt x="6320" y="64838"/>
                    <a:pt x="5791" y="67386"/>
                  </a:cubicBezTo>
                  <a:cubicBezTo>
                    <a:pt x="5559" y="68478"/>
                    <a:pt x="4269" y="68644"/>
                    <a:pt x="2482" y="68445"/>
                  </a:cubicBezTo>
                  <a:cubicBezTo>
                    <a:pt x="2681" y="69140"/>
                    <a:pt x="2912" y="69736"/>
                    <a:pt x="3078" y="70530"/>
                  </a:cubicBezTo>
                  <a:cubicBezTo>
                    <a:pt x="5195" y="82244"/>
                    <a:pt x="10192" y="81913"/>
                    <a:pt x="15520" y="86546"/>
                  </a:cubicBezTo>
                  <a:cubicBezTo>
                    <a:pt x="20847" y="91178"/>
                    <a:pt x="25447" y="94719"/>
                    <a:pt x="31171" y="95083"/>
                  </a:cubicBezTo>
                  <a:cubicBezTo>
                    <a:pt x="36896" y="95447"/>
                    <a:pt x="45400" y="102164"/>
                    <a:pt x="46095" y="107161"/>
                  </a:cubicBezTo>
                  <a:cubicBezTo>
                    <a:pt x="46790" y="112158"/>
                    <a:pt x="52151" y="117816"/>
                    <a:pt x="55360" y="120397"/>
                  </a:cubicBezTo>
                  <a:cubicBezTo>
                    <a:pt x="58571" y="122978"/>
                    <a:pt x="54302" y="131417"/>
                    <a:pt x="54302" y="137836"/>
                  </a:cubicBezTo>
                  <a:cubicBezTo>
                    <a:pt x="54302" y="144256"/>
                    <a:pt x="46459" y="145645"/>
                    <a:pt x="50397" y="152032"/>
                  </a:cubicBezTo>
                  <a:cubicBezTo>
                    <a:pt x="54335" y="158418"/>
                    <a:pt x="81701" y="161628"/>
                    <a:pt x="89510" y="161628"/>
                  </a:cubicBezTo>
                  <a:cubicBezTo>
                    <a:pt x="97319" y="161628"/>
                    <a:pt x="100165" y="169140"/>
                    <a:pt x="102548" y="169504"/>
                  </a:cubicBezTo>
                  <a:cubicBezTo>
                    <a:pt x="107478" y="170331"/>
                    <a:pt x="108140" y="176122"/>
                    <a:pt x="113765" y="177346"/>
                  </a:cubicBezTo>
                  <a:cubicBezTo>
                    <a:pt x="119391" y="178571"/>
                    <a:pt x="124950" y="181813"/>
                    <a:pt x="127200" y="191906"/>
                  </a:cubicBezTo>
                  <a:cubicBezTo>
                    <a:pt x="129450" y="201999"/>
                    <a:pt x="136135" y="205341"/>
                    <a:pt x="137127" y="209808"/>
                  </a:cubicBezTo>
                  <a:cubicBezTo>
                    <a:pt x="138120" y="214275"/>
                    <a:pt x="150562" y="210933"/>
                    <a:pt x="159530" y="212058"/>
                  </a:cubicBezTo>
                  <a:cubicBezTo>
                    <a:pt x="168497" y="213183"/>
                    <a:pt x="194242" y="212058"/>
                    <a:pt x="200959" y="213183"/>
                  </a:cubicBezTo>
                  <a:cubicBezTo>
                    <a:pt x="207676" y="214308"/>
                    <a:pt x="223361" y="213183"/>
                    <a:pt x="232329" y="219801"/>
                  </a:cubicBezTo>
                  <a:cubicBezTo>
                    <a:pt x="241296" y="226419"/>
                    <a:pt x="245764" y="220893"/>
                    <a:pt x="251356" y="224269"/>
                  </a:cubicBezTo>
                  <a:cubicBezTo>
                    <a:pt x="256496" y="228071"/>
                    <a:pt x="262935" y="229678"/>
                    <a:pt x="269258" y="228736"/>
                  </a:cubicBezTo>
                  <a:cubicBezTo>
                    <a:pt x="277100" y="227611"/>
                    <a:pt x="277100" y="234361"/>
                    <a:pt x="282693" y="235354"/>
                  </a:cubicBezTo>
                  <a:cubicBezTo>
                    <a:pt x="288285" y="236347"/>
                    <a:pt x="298378" y="226419"/>
                    <a:pt x="312938" y="219702"/>
                  </a:cubicBezTo>
                  <a:cubicBezTo>
                    <a:pt x="327497" y="212985"/>
                    <a:pt x="344274" y="217452"/>
                    <a:pt x="352117" y="218577"/>
                  </a:cubicBezTo>
                  <a:cubicBezTo>
                    <a:pt x="359959" y="219702"/>
                    <a:pt x="374519" y="215268"/>
                    <a:pt x="383453" y="205142"/>
                  </a:cubicBezTo>
                  <a:cubicBezTo>
                    <a:pt x="392388" y="195017"/>
                    <a:pt x="403605" y="197300"/>
                    <a:pt x="404731" y="188332"/>
                  </a:cubicBezTo>
                  <a:cubicBezTo>
                    <a:pt x="405856" y="179365"/>
                    <a:pt x="395796" y="176023"/>
                    <a:pt x="400264" y="168180"/>
                  </a:cubicBezTo>
                  <a:cubicBezTo>
                    <a:pt x="403529" y="162343"/>
                    <a:pt x="410909" y="160257"/>
                    <a:pt x="416746" y="163523"/>
                  </a:cubicBezTo>
                  <a:cubicBezTo>
                    <a:pt x="416856" y="163584"/>
                    <a:pt x="416965" y="163648"/>
                    <a:pt x="417073" y="163713"/>
                  </a:cubicBezTo>
                  <a:cubicBezTo>
                    <a:pt x="426150" y="167947"/>
                    <a:pt x="436785" y="167092"/>
                    <a:pt x="445068" y="161463"/>
                  </a:cubicBezTo>
                  <a:cubicBezTo>
                    <a:pt x="456253" y="153653"/>
                    <a:pt x="460720" y="154845"/>
                    <a:pt x="470812" y="153653"/>
                  </a:cubicBezTo>
                  <a:cubicBezTo>
                    <a:pt x="480905" y="152462"/>
                    <a:pt x="479780" y="145811"/>
                    <a:pt x="486497" y="139060"/>
                  </a:cubicBezTo>
                  <a:cubicBezTo>
                    <a:pt x="492101" y="133344"/>
                    <a:pt x="499770" y="130124"/>
                    <a:pt x="507775" y="130126"/>
                  </a:cubicBezTo>
                  <a:cubicBezTo>
                    <a:pt x="514393" y="130126"/>
                    <a:pt x="523427" y="123508"/>
                    <a:pt x="530177" y="125659"/>
                  </a:cubicBezTo>
                  <a:cubicBezTo>
                    <a:pt x="536927" y="127810"/>
                    <a:pt x="546954" y="128968"/>
                    <a:pt x="548079" y="123409"/>
                  </a:cubicBezTo>
                  <a:cubicBezTo>
                    <a:pt x="549204" y="117849"/>
                    <a:pt x="531335" y="106665"/>
                    <a:pt x="525743" y="9994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000AEE4-F171-CE41-B6DA-C4EB229903A7}"/>
                </a:ext>
              </a:extLst>
            </p:cNvPr>
            <p:cNvSpPr/>
            <p:nvPr/>
          </p:nvSpPr>
          <p:spPr>
            <a:xfrm>
              <a:off x="4988875" y="2525127"/>
              <a:ext cx="29781" cy="76108"/>
            </a:xfrm>
            <a:custGeom>
              <a:avLst/>
              <a:gdLst>
                <a:gd name="connsiteX0" fmla="*/ 14229 w 29781"/>
                <a:gd name="connsiteY0" fmla="*/ 74057 h 76108"/>
                <a:gd name="connsiteX1" fmla="*/ 16016 w 29781"/>
                <a:gd name="connsiteY1" fmla="*/ 75016 h 76108"/>
                <a:gd name="connsiteX2" fmla="*/ 21575 w 29781"/>
                <a:gd name="connsiteY2" fmla="*/ 49834 h 76108"/>
                <a:gd name="connsiteX3" fmla="*/ 23792 w 29781"/>
                <a:gd name="connsiteY3" fmla="*/ 41363 h 76108"/>
                <a:gd name="connsiteX4" fmla="*/ 17373 w 29781"/>
                <a:gd name="connsiteY4" fmla="*/ 30344 h 76108"/>
                <a:gd name="connsiteX5" fmla="*/ 21012 w 29781"/>
                <a:gd name="connsiteY5" fmla="*/ 17770 h 76108"/>
                <a:gd name="connsiteX6" fmla="*/ 26307 w 29781"/>
                <a:gd name="connsiteY6" fmla="*/ 17770 h 76108"/>
                <a:gd name="connsiteX7" fmla="*/ 27730 w 29781"/>
                <a:gd name="connsiteY7" fmla="*/ 6254 h 76108"/>
                <a:gd name="connsiteX8" fmla="*/ 18961 w 29781"/>
                <a:gd name="connsiteY8" fmla="*/ 2482 h 76108"/>
                <a:gd name="connsiteX9" fmla="*/ 16181 w 29781"/>
                <a:gd name="connsiteY9" fmla="*/ 10655 h 76108"/>
                <a:gd name="connsiteX10" fmla="*/ 2482 w 29781"/>
                <a:gd name="connsiteY10" fmla="*/ 41562 h 76108"/>
                <a:gd name="connsiteX11" fmla="*/ 14957 w 29781"/>
                <a:gd name="connsiteY11" fmla="*/ 72170 h 7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781" h="76108">
                  <a:moveTo>
                    <a:pt x="14229" y="74057"/>
                  </a:moveTo>
                  <a:lnTo>
                    <a:pt x="16016" y="75016"/>
                  </a:lnTo>
                  <a:cubicBezTo>
                    <a:pt x="17472" y="64593"/>
                    <a:pt x="19722" y="52316"/>
                    <a:pt x="21575" y="49834"/>
                  </a:cubicBezTo>
                  <a:cubicBezTo>
                    <a:pt x="22891" y="47194"/>
                    <a:pt x="23646" y="44310"/>
                    <a:pt x="23792" y="41363"/>
                  </a:cubicBezTo>
                  <a:cubicBezTo>
                    <a:pt x="20604" y="38411"/>
                    <a:pt x="18369" y="34574"/>
                    <a:pt x="17373" y="30344"/>
                  </a:cubicBezTo>
                  <a:cubicBezTo>
                    <a:pt x="17373" y="28789"/>
                    <a:pt x="18399" y="18829"/>
                    <a:pt x="21012" y="17770"/>
                  </a:cubicBezTo>
                  <a:cubicBezTo>
                    <a:pt x="22769" y="17533"/>
                    <a:pt x="24550" y="17533"/>
                    <a:pt x="26307" y="17770"/>
                  </a:cubicBezTo>
                  <a:cubicBezTo>
                    <a:pt x="26770" y="14659"/>
                    <a:pt x="27300" y="10258"/>
                    <a:pt x="27730" y="6254"/>
                  </a:cubicBezTo>
                  <a:lnTo>
                    <a:pt x="18961" y="2482"/>
                  </a:lnTo>
                  <a:cubicBezTo>
                    <a:pt x="17673" y="5070"/>
                    <a:pt x="16738" y="7819"/>
                    <a:pt x="16181" y="10655"/>
                  </a:cubicBezTo>
                  <a:cubicBezTo>
                    <a:pt x="14726" y="19920"/>
                    <a:pt x="6519" y="35208"/>
                    <a:pt x="2482" y="41562"/>
                  </a:cubicBezTo>
                  <a:lnTo>
                    <a:pt x="14957" y="7217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98A8EE3-50E9-554D-8030-D91F3D4795E2}"/>
                </a:ext>
              </a:extLst>
            </p:cNvPr>
            <p:cNvSpPr/>
            <p:nvPr/>
          </p:nvSpPr>
          <p:spPr>
            <a:xfrm>
              <a:off x="5002343" y="2523869"/>
              <a:ext cx="76108" cy="82726"/>
            </a:xfrm>
            <a:custGeom>
              <a:avLst/>
              <a:gdLst>
                <a:gd name="connsiteX0" fmla="*/ 70450 w 76108"/>
                <a:gd name="connsiteY0" fmla="*/ 2482 h 82726"/>
                <a:gd name="connsiteX1" fmla="*/ 48213 w 76108"/>
                <a:gd name="connsiteY1" fmla="*/ 12972 h 82726"/>
                <a:gd name="connsiteX2" fmla="*/ 31667 w 76108"/>
                <a:gd name="connsiteY2" fmla="*/ 21906 h 82726"/>
                <a:gd name="connsiteX3" fmla="*/ 15883 w 76108"/>
                <a:gd name="connsiteY3" fmla="*/ 13666 h 82726"/>
                <a:gd name="connsiteX4" fmla="*/ 14526 w 76108"/>
                <a:gd name="connsiteY4" fmla="*/ 7478 h 82726"/>
                <a:gd name="connsiteX5" fmla="*/ 14196 w 76108"/>
                <a:gd name="connsiteY5" fmla="*/ 7478 h 82726"/>
                <a:gd name="connsiteX6" fmla="*/ 12177 w 76108"/>
                <a:gd name="connsiteY6" fmla="*/ 22402 h 82726"/>
                <a:gd name="connsiteX7" fmla="*/ 8041 w 76108"/>
                <a:gd name="connsiteY7" fmla="*/ 51191 h 82726"/>
                <a:gd name="connsiteX8" fmla="*/ 2482 w 76108"/>
                <a:gd name="connsiteY8" fmla="*/ 76373 h 82726"/>
                <a:gd name="connsiteX9" fmla="*/ 17968 w 76108"/>
                <a:gd name="connsiteY9" fmla="*/ 82991 h 82726"/>
                <a:gd name="connsiteX10" fmla="*/ 31667 w 76108"/>
                <a:gd name="connsiteY10" fmla="*/ 72700 h 82726"/>
                <a:gd name="connsiteX11" fmla="*/ 42653 w 76108"/>
                <a:gd name="connsiteY11" fmla="*/ 67902 h 82726"/>
                <a:gd name="connsiteX12" fmla="*/ 52945 w 76108"/>
                <a:gd name="connsiteY12" fmla="*/ 59662 h 82726"/>
                <a:gd name="connsiteX13" fmla="*/ 39907 w 76108"/>
                <a:gd name="connsiteY13" fmla="*/ 44573 h 82726"/>
                <a:gd name="connsiteX14" fmla="*/ 57081 w 76108"/>
                <a:gd name="connsiteY14" fmla="*/ 33587 h 82726"/>
                <a:gd name="connsiteX15" fmla="*/ 74917 w 76108"/>
                <a:gd name="connsiteY15" fmla="*/ 28094 h 82726"/>
                <a:gd name="connsiteX16" fmla="*/ 75876 w 76108"/>
                <a:gd name="connsiteY16" fmla="*/ 28094 h 82726"/>
                <a:gd name="connsiteX17" fmla="*/ 71806 w 76108"/>
                <a:gd name="connsiteY17" fmla="*/ 11019 h 82726"/>
                <a:gd name="connsiteX18" fmla="*/ 70450 w 76108"/>
                <a:gd name="connsiteY18" fmla="*/ 2482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108" h="82726">
                  <a:moveTo>
                    <a:pt x="70450" y="2482"/>
                  </a:moveTo>
                  <a:cubicBezTo>
                    <a:pt x="63270" y="6452"/>
                    <a:pt x="55842" y="9955"/>
                    <a:pt x="48213" y="12972"/>
                  </a:cubicBezTo>
                  <a:cubicBezTo>
                    <a:pt x="43415" y="13666"/>
                    <a:pt x="31667" y="21906"/>
                    <a:pt x="31667" y="21906"/>
                  </a:cubicBezTo>
                  <a:lnTo>
                    <a:pt x="15883" y="13666"/>
                  </a:lnTo>
                  <a:lnTo>
                    <a:pt x="14526" y="7478"/>
                  </a:lnTo>
                  <a:lnTo>
                    <a:pt x="14196" y="7478"/>
                  </a:lnTo>
                  <a:cubicBezTo>
                    <a:pt x="13567" y="13369"/>
                    <a:pt x="12707" y="20218"/>
                    <a:pt x="12177" y="22402"/>
                  </a:cubicBezTo>
                  <a:cubicBezTo>
                    <a:pt x="11118" y="26506"/>
                    <a:pt x="11118" y="47055"/>
                    <a:pt x="8041" y="51191"/>
                  </a:cubicBezTo>
                  <a:cubicBezTo>
                    <a:pt x="6188" y="53673"/>
                    <a:pt x="3938" y="65950"/>
                    <a:pt x="2482" y="76373"/>
                  </a:cubicBezTo>
                  <a:cubicBezTo>
                    <a:pt x="7313" y="79284"/>
                    <a:pt x="12525" y="81511"/>
                    <a:pt x="17968" y="82991"/>
                  </a:cubicBezTo>
                  <a:cubicBezTo>
                    <a:pt x="24123" y="83686"/>
                    <a:pt x="31667" y="76836"/>
                    <a:pt x="31667" y="72700"/>
                  </a:cubicBezTo>
                  <a:cubicBezTo>
                    <a:pt x="31667" y="68564"/>
                    <a:pt x="37161" y="67902"/>
                    <a:pt x="42653" y="67902"/>
                  </a:cubicBezTo>
                  <a:cubicBezTo>
                    <a:pt x="48147" y="67902"/>
                    <a:pt x="48842" y="61714"/>
                    <a:pt x="52945" y="59662"/>
                  </a:cubicBezTo>
                  <a:cubicBezTo>
                    <a:pt x="57048" y="57611"/>
                    <a:pt x="44043" y="45963"/>
                    <a:pt x="39907" y="44573"/>
                  </a:cubicBezTo>
                  <a:cubicBezTo>
                    <a:pt x="35771" y="43183"/>
                    <a:pt x="43216" y="34282"/>
                    <a:pt x="57081" y="33587"/>
                  </a:cubicBezTo>
                  <a:cubicBezTo>
                    <a:pt x="70946" y="32892"/>
                    <a:pt x="67372" y="28094"/>
                    <a:pt x="74917" y="28094"/>
                  </a:cubicBezTo>
                  <a:lnTo>
                    <a:pt x="75876" y="28094"/>
                  </a:lnTo>
                  <a:cubicBezTo>
                    <a:pt x="74553" y="22104"/>
                    <a:pt x="72865" y="14858"/>
                    <a:pt x="71806" y="11019"/>
                  </a:cubicBezTo>
                  <a:cubicBezTo>
                    <a:pt x="71116" y="8216"/>
                    <a:pt x="70662" y="5361"/>
                    <a:pt x="70450" y="248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2C43184-5607-1946-9792-273E090E24DE}"/>
                </a:ext>
              </a:extLst>
            </p:cNvPr>
            <p:cNvSpPr/>
            <p:nvPr/>
          </p:nvSpPr>
          <p:spPr>
            <a:xfrm>
              <a:off x="5610042" y="2326638"/>
              <a:ext cx="191925" cy="82726"/>
            </a:xfrm>
            <a:custGeom>
              <a:avLst/>
              <a:gdLst>
                <a:gd name="connsiteX0" fmla="*/ 177539 w 191925"/>
                <a:gd name="connsiteY0" fmla="*/ 17053 h 82726"/>
                <a:gd name="connsiteX1" fmla="*/ 160994 w 191925"/>
                <a:gd name="connsiteY1" fmla="*/ 12421 h 82726"/>
                <a:gd name="connsiteX2" fmla="*/ 116289 w 191925"/>
                <a:gd name="connsiteY2" fmla="*/ 9840 h 82726"/>
                <a:gd name="connsiteX3" fmla="*/ 93125 w 191925"/>
                <a:gd name="connsiteY3" fmla="*/ 3222 h 82726"/>
                <a:gd name="connsiteX4" fmla="*/ 75124 w 191925"/>
                <a:gd name="connsiteY4" fmla="*/ 10435 h 82726"/>
                <a:gd name="connsiteX5" fmla="*/ 59704 w 191925"/>
                <a:gd name="connsiteY5" fmla="*/ 12983 h 82726"/>
                <a:gd name="connsiteX6" fmla="*/ 36077 w 191925"/>
                <a:gd name="connsiteY6" fmla="*/ 13513 h 82726"/>
                <a:gd name="connsiteX7" fmla="*/ 25290 w 191925"/>
                <a:gd name="connsiteY7" fmla="*/ 25326 h 82726"/>
                <a:gd name="connsiteX8" fmla="*/ 20028 w 191925"/>
                <a:gd name="connsiteY8" fmla="*/ 35022 h 82726"/>
                <a:gd name="connsiteX9" fmla="*/ 26646 w 191925"/>
                <a:gd name="connsiteY9" fmla="*/ 40779 h 82726"/>
                <a:gd name="connsiteX10" fmla="*/ 40379 w 191925"/>
                <a:gd name="connsiteY10" fmla="*/ 40117 h 82726"/>
                <a:gd name="connsiteX11" fmla="*/ 64403 w 191925"/>
                <a:gd name="connsiteY11" fmla="*/ 51070 h 82726"/>
                <a:gd name="connsiteX12" fmla="*/ 56825 w 191925"/>
                <a:gd name="connsiteY12" fmla="*/ 60005 h 82726"/>
                <a:gd name="connsiteX13" fmla="*/ 40280 w 191925"/>
                <a:gd name="connsiteY13" fmla="*/ 62752 h 82726"/>
                <a:gd name="connsiteX14" fmla="*/ 14866 w 191925"/>
                <a:gd name="connsiteY14" fmla="*/ 66061 h 82726"/>
                <a:gd name="connsiteX15" fmla="*/ 2523 w 191925"/>
                <a:gd name="connsiteY15" fmla="*/ 76352 h 82726"/>
                <a:gd name="connsiteX16" fmla="*/ 27242 w 191925"/>
                <a:gd name="connsiteY16" fmla="*/ 78403 h 82726"/>
                <a:gd name="connsiteX17" fmla="*/ 43026 w 191925"/>
                <a:gd name="connsiteY17" fmla="*/ 79065 h 82726"/>
                <a:gd name="connsiteX18" fmla="*/ 57421 w 191925"/>
                <a:gd name="connsiteY18" fmla="*/ 81812 h 82726"/>
                <a:gd name="connsiteX19" fmla="*/ 80055 w 191925"/>
                <a:gd name="connsiteY19" fmla="*/ 80455 h 82726"/>
                <a:gd name="connsiteX20" fmla="*/ 82900 w 191925"/>
                <a:gd name="connsiteY20" fmla="*/ 71851 h 82726"/>
                <a:gd name="connsiteX21" fmla="*/ 90610 w 191925"/>
                <a:gd name="connsiteY21" fmla="*/ 67219 h 82726"/>
                <a:gd name="connsiteX22" fmla="*/ 100240 w 191925"/>
                <a:gd name="connsiteY22" fmla="*/ 61031 h 82726"/>
                <a:gd name="connsiteX23" fmla="*/ 110663 w 191925"/>
                <a:gd name="connsiteY23" fmla="*/ 57722 h 82726"/>
                <a:gd name="connsiteX24" fmla="*/ 121451 w 191925"/>
                <a:gd name="connsiteY24" fmla="*/ 61031 h 82726"/>
                <a:gd name="connsiteX25" fmla="*/ 131841 w 191925"/>
                <a:gd name="connsiteY25" fmla="*/ 54115 h 82726"/>
                <a:gd name="connsiteX26" fmla="*/ 147658 w 191925"/>
                <a:gd name="connsiteY26" fmla="*/ 49482 h 82726"/>
                <a:gd name="connsiteX27" fmla="*/ 161523 w 191925"/>
                <a:gd name="connsiteY27" fmla="*/ 41772 h 82726"/>
                <a:gd name="connsiteX28" fmla="*/ 175024 w 191925"/>
                <a:gd name="connsiteY28" fmla="*/ 34062 h 82726"/>
                <a:gd name="connsiteX29" fmla="*/ 190445 w 191925"/>
                <a:gd name="connsiteY29" fmla="*/ 26352 h 82726"/>
                <a:gd name="connsiteX30" fmla="*/ 192033 w 191925"/>
                <a:gd name="connsiteY30" fmla="*/ 22613 h 82726"/>
                <a:gd name="connsiteX31" fmla="*/ 177539 w 191925"/>
                <a:gd name="connsiteY31" fmla="*/ 17053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1925" h="82726">
                  <a:moveTo>
                    <a:pt x="177539" y="17053"/>
                  </a:moveTo>
                  <a:cubicBezTo>
                    <a:pt x="170921" y="9343"/>
                    <a:pt x="168803" y="14472"/>
                    <a:pt x="160994" y="12421"/>
                  </a:cubicBezTo>
                  <a:cubicBezTo>
                    <a:pt x="153185" y="10369"/>
                    <a:pt x="122443" y="7292"/>
                    <a:pt x="116289" y="9840"/>
                  </a:cubicBezTo>
                  <a:cubicBezTo>
                    <a:pt x="110134" y="12388"/>
                    <a:pt x="97261" y="5240"/>
                    <a:pt x="93125" y="3222"/>
                  </a:cubicBezTo>
                  <a:cubicBezTo>
                    <a:pt x="88989" y="1203"/>
                    <a:pt x="75621" y="3222"/>
                    <a:pt x="75124" y="10435"/>
                  </a:cubicBezTo>
                  <a:cubicBezTo>
                    <a:pt x="74628" y="17649"/>
                    <a:pt x="68969" y="17616"/>
                    <a:pt x="59704" y="12983"/>
                  </a:cubicBezTo>
                  <a:cubicBezTo>
                    <a:pt x="50438" y="8351"/>
                    <a:pt x="36540" y="8384"/>
                    <a:pt x="36077" y="13513"/>
                  </a:cubicBezTo>
                  <a:cubicBezTo>
                    <a:pt x="35614" y="18642"/>
                    <a:pt x="28864" y="23804"/>
                    <a:pt x="25290" y="25326"/>
                  </a:cubicBezTo>
                  <a:cubicBezTo>
                    <a:pt x="23900" y="25922"/>
                    <a:pt x="21980" y="30091"/>
                    <a:pt x="20028" y="35022"/>
                  </a:cubicBezTo>
                  <a:cubicBezTo>
                    <a:pt x="22712" y="36310"/>
                    <a:pt x="24999" y="38300"/>
                    <a:pt x="26646" y="40779"/>
                  </a:cubicBezTo>
                  <a:cubicBezTo>
                    <a:pt x="29955" y="44883"/>
                    <a:pt x="38989" y="44088"/>
                    <a:pt x="40379" y="40117"/>
                  </a:cubicBezTo>
                  <a:cubicBezTo>
                    <a:pt x="41769" y="36147"/>
                    <a:pt x="56163" y="44221"/>
                    <a:pt x="64403" y="51070"/>
                  </a:cubicBezTo>
                  <a:cubicBezTo>
                    <a:pt x="72642" y="57920"/>
                    <a:pt x="60266" y="53122"/>
                    <a:pt x="56825" y="60005"/>
                  </a:cubicBezTo>
                  <a:cubicBezTo>
                    <a:pt x="53383" y="66888"/>
                    <a:pt x="43125" y="60005"/>
                    <a:pt x="40280" y="62752"/>
                  </a:cubicBezTo>
                  <a:cubicBezTo>
                    <a:pt x="37434" y="65498"/>
                    <a:pt x="19697" y="66855"/>
                    <a:pt x="14866" y="66061"/>
                  </a:cubicBezTo>
                  <a:cubicBezTo>
                    <a:pt x="10035" y="65266"/>
                    <a:pt x="1828" y="72910"/>
                    <a:pt x="2523" y="76352"/>
                  </a:cubicBezTo>
                  <a:cubicBezTo>
                    <a:pt x="3218" y="79793"/>
                    <a:pt x="21054" y="74267"/>
                    <a:pt x="27242" y="78403"/>
                  </a:cubicBezTo>
                  <a:cubicBezTo>
                    <a:pt x="33430" y="82540"/>
                    <a:pt x="39585" y="74267"/>
                    <a:pt x="43026" y="79065"/>
                  </a:cubicBezTo>
                  <a:cubicBezTo>
                    <a:pt x="46468" y="83863"/>
                    <a:pt x="54012" y="80455"/>
                    <a:pt x="57421" y="81812"/>
                  </a:cubicBezTo>
                  <a:cubicBezTo>
                    <a:pt x="60829" y="83168"/>
                    <a:pt x="79889" y="80488"/>
                    <a:pt x="80055" y="80455"/>
                  </a:cubicBezTo>
                  <a:cubicBezTo>
                    <a:pt x="81986" y="78011"/>
                    <a:pt x="82994" y="74965"/>
                    <a:pt x="82900" y="71851"/>
                  </a:cubicBezTo>
                  <a:cubicBezTo>
                    <a:pt x="82900" y="67219"/>
                    <a:pt x="86739" y="68377"/>
                    <a:pt x="90610" y="67219"/>
                  </a:cubicBezTo>
                  <a:cubicBezTo>
                    <a:pt x="94482" y="66061"/>
                    <a:pt x="97228" y="61031"/>
                    <a:pt x="100240" y="61031"/>
                  </a:cubicBezTo>
                  <a:cubicBezTo>
                    <a:pt x="103251" y="61031"/>
                    <a:pt x="107586" y="56431"/>
                    <a:pt x="110663" y="57722"/>
                  </a:cubicBezTo>
                  <a:cubicBezTo>
                    <a:pt x="113741" y="59012"/>
                    <a:pt x="117579" y="64340"/>
                    <a:pt x="121451" y="61031"/>
                  </a:cubicBezTo>
                  <a:cubicBezTo>
                    <a:pt x="125322" y="57722"/>
                    <a:pt x="126448" y="60667"/>
                    <a:pt x="131841" y="54115"/>
                  </a:cubicBezTo>
                  <a:cubicBezTo>
                    <a:pt x="137235" y="47563"/>
                    <a:pt x="140709" y="48721"/>
                    <a:pt x="147658" y="49482"/>
                  </a:cubicBezTo>
                  <a:cubicBezTo>
                    <a:pt x="153540" y="50630"/>
                    <a:pt x="159395" y="47375"/>
                    <a:pt x="161523" y="41772"/>
                  </a:cubicBezTo>
                  <a:cubicBezTo>
                    <a:pt x="163840" y="37139"/>
                    <a:pt x="170789" y="37139"/>
                    <a:pt x="175024" y="34062"/>
                  </a:cubicBezTo>
                  <a:cubicBezTo>
                    <a:pt x="179924" y="31036"/>
                    <a:pt x="185084" y="28456"/>
                    <a:pt x="190445" y="26352"/>
                  </a:cubicBezTo>
                  <a:cubicBezTo>
                    <a:pt x="191735" y="25789"/>
                    <a:pt x="192033" y="24433"/>
                    <a:pt x="192033" y="22613"/>
                  </a:cubicBezTo>
                  <a:cubicBezTo>
                    <a:pt x="185878" y="17715"/>
                    <a:pt x="182999" y="23506"/>
                    <a:pt x="177539" y="1705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8D00EE2-4178-B64A-8E30-10BB3EB6A48F}"/>
                </a:ext>
              </a:extLst>
            </p:cNvPr>
            <p:cNvSpPr/>
            <p:nvPr/>
          </p:nvSpPr>
          <p:spPr>
            <a:xfrm>
              <a:off x="5088477" y="2316287"/>
              <a:ext cx="122435" cy="56254"/>
            </a:xfrm>
            <a:custGeom>
              <a:avLst/>
              <a:gdLst>
                <a:gd name="connsiteX0" fmla="*/ 50496 w 122435"/>
                <a:gd name="connsiteY0" fmla="*/ 43851 h 56253"/>
                <a:gd name="connsiteX1" fmla="*/ 62806 w 122435"/>
                <a:gd name="connsiteY1" fmla="*/ 53612 h 56253"/>
                <a:gd name="connsiteX2" fmla="*/ 63567 w 122435"/>
                <a:gd name="connsiteY2" fmla="*/ 54771 h 56253"/>
                <a:gd name="connsiteX3" fmla="*/ 81171 w 122435"/>
                <a:gd name="connsiteY3" fmla="*/ 51197 h 56253"/>
                <a:gd name="connsiteX4" fmla="*/ 96592 w 122435"/>
                <a:gd name="connsiteY4" fmla="*/ 52785 h 56253"/>
                <a:gd name="connsiteX5" fmla="*/ 95698 w 122435"/>
                <a:gd name="connsiteY5" fmla="*/ 48980 h 56253"/>
                <a:gd name="connsiteX6" fmla="*/ 107544 w 122435"/>
                <a:gd name="connsiteY6" fmla="*/ 52587 h 56253"/>
                <a:gd name="connsiteX7" fmla="*/ 120781 w 122435"/>
                <a:gd name="connsiteY7" fmla="*/ 53612 h 56253"/>
                <a:gd name="connsiteX8" fmla="*/ 115155 w 122435"/>
                <a:gd name="connsiteY8" fmla="*/ 45902 h 56253"/>
                <a:gd name="connsiteX9" fmla="*/ 118464 w 122435"/>
                <a:gd name="connsiteY9" fmla="*/ 39582 h 56253"/>
                <a:gd name="connsiteX10" fmla="*/ 107776 w 122435"/>
                <a:gd name="connsiteY10" fmla="*/ 34089 h 56253"/>
                <a:gd name="connsiteX11" fmla="*/ 102382 w 122435"/>
                <a:gd name="connsiteY11" fmla="*/ 23268 h 56253"/>
                <a:gd name="connsiteX12" fmla="*/ 96194 w 122435"/>
                <a:gd name="connsiteY12" fmla="*/ 20985 h 56253"/>
                <a:gd name="connsiteX13" fmla="*/ 78491 w 122435"/>
                <a:gd name="connsiteY13" fmla="*/ 23268 h 56253"/>
                <a:gd name="connsiteX14" fmla="*/ 67704 w 122435"/>
                <a:gd name="connsiteY14" fmla="*/ 17908 h 56253"/>
                <a:gd name="connsiteX15" fmla="*/ 56883 w 122435"/>
                <a:gd name="connsiteY15" fmla="*/ 10959 h 56253"/>
                <a:gd name="connsiteX16" fmla="*/ 29914 w 122435"/>
                <a:gd name="connsiteY16" fmla="*/ 8642 h 56253"/>
                <a:gd name="connsiteX17" fmla="*/ 9100 w 122435"/>
                <a:gd name="connsiteY17" fmla="*/ 2488 h 56253"/>
                <a:gd name="connsiteX18" fmla="*/ 2482 w 122435"/>
                <a:gd name="connsiteY18" fmla="*/ 5499 h 56253"/>
                <a:gd name="connsiteX19" fmla="*/ 29318 w 122435"/>
                <a:gd name="connsiteY19" fmla="*/ 20489 h 56253"/>
                <a:gd name="connsiteX20" fmla="*/ 35936 w 122435"/>
                <a:gd name="connsiteY20" fmla="*/ 38457 h 56253"/>
                <a:gd name="connsiteX21" fmla="*/ 31932 w 122435"/>
                <a:gd name="connsiteY21" fmla="*/ 44380 h 56253"/>
                <a:gd name="connsiteX22" fmla="*/ 50496 w 122435"/>
                <a:gd name="connsiteY22" fmla="*/ 43851 h 5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2435" h="56253">
                  <a:moveTo>
                    <a:pt x="50496" y="43851"/>
                  </a:moveTo>
                  <a:cubicBezTo>
                    <a:pt x="56122" y="41270"/>
                    <a:pt x="58207" y="47458"/>
                    <a:pt x="62806" y="53612"/>
                  </a:cubicBezTo>
                  <a:cubicBezTo>
                    <a:pt x="63087" y="53980"/>
                    <a:pt x="63341" y="54367"/>
                    <a:pt x="63567" y="54771"/>
                  </a:cubicBezTo>
                  <a:cubicBezTo>
                    <a:pt x="69920" y="53778"/>
                    <a:pt x="74719" y="51958"/>
                    <a:pt x="81171" y="51197"/>
                  </a:cubicBezTo>
                  <a:cubicBezTo>
                    <a:pt x="86363" y="50893"/>
                    <a:pt x="91570" y="51429"/>
                    <a:pt x="96592" y="52785"/>
                  </a:cubicBezTo>
                  <a:cubicBezTo>
                    <a:pt x="95731" y="51296"/>
                    <a:pt x="95202" y="49939"/>
                    <a:pt x="95698" y="48980"/>
                  </a:cubicBezTo>
                  <a:cubicBezTo>
                    <a:pt x="97253" y="45902"/>
                    <a:pt x="104964" y="50006"/>
                    <a:pt x="107544" y="52587"/>
                  </a:cubicBezTo>
                  <a:cubicBezTo>
                    <a:pt x="110125" y="55168"/>
                    <a:pt x="118332" y="56193"/>
                    <a:pt x="120781" y="53612"/>
                  </a:cubicBezTo>
                  <a:cubicBezTo>
                    <a:pt x="123229" y="51031"/>
                    <a:pt x="116677" y="48483"/>
                    <a:pt x="115155" y="45902"/>
                  </a:cubicBezTo>
                  <a:cubicBezTo>
                    <a:pt x="114361" y="44612"/>
                    <a:pt x="116413" y="41965"/>
                    <a:pt x="118464" y="39582"/>
                  </a:cubicBezTo>
                  <a:cubicBezTo>
                    <a:pt x="113997" y="37100"/>
                    <a:pt x="109398" y="33560"/>
                    <a:pt x="107776" y="34089"/>
                  </a:cubicBezTo>
                  <a:cubicBezTo>
                    <a:pt x="105460" y="34850"/>
                    <a:pt x="105460" y="23268"/>
                    <a:pt x="102382" y="23268"/>
                  </a:cubicBezTo>
                  <a:cubicBezTo>
                    <a:pt x="99305" y="23268"/>
                    <a:pt x="99305" y="20985"/>
                    <a:pt x="96194" y="20985"/>
                  </a:cubicBezTo>
                  <a:cubicBezTo>
                    <a:pt x="93084" y="20985"/>
                    <a:pt x="81568" y="20985"/>
                    <a:pt x="78491" y="23268"/>
                  </a:cubicBezTo>
                  <a:cubicBezTo>
                    <a:pt x="75414" y="25552"/>
                    <a:pt x="71542" y="17908"/>
                    <a:pt x="67704" y="17908"/>
                  </a:cubicBezTo>
                  <a:cubicBezTo>
                    <a:pt x="63865" y="17908"/>
                    <a:pt x="59199" y="14036"/>
                    <a:pt x="56883" y="10959"/>
                  </a:cubicBezTo>
                  <a:cubicBezTo>
                    <a:pt x="54566" y="7881"/>
                    <a:pt x="35308" y="12481"/>
                    <a:pt x="29914" y="8642"/>
                  </a:cubicBezTo>
                  <a:cubicBezTo>
                    <a:pt x="23772" y="4504"/>
                    <a:pt x="16505" y="2356"/>
                    <a:pt x="9100" y="2488"/>
                  </a:cubicBezTo>
                  <a:cubicBezTo>
                    <a:pt x="6749" y="3137"/>
                    <a:pt x="4516" y="4153"/>
                    <a:pt x="2482" y="5499"/>
                  </a:cubicBezTo>
                  <a:cubicBezTo>
                    <a:pt x="12608" y="11389"/>
                    <a:pt x="27300" y="9867"/>
                    <a:pt x="29318" y="20489"/>
                  </a:cubicBezTo>
                  <a:cubicBezTo>
                    <a:pt x="31602" y="32798"/>
                    <a:pt x="38551" y="27901"/>
                    <a:pt x="35936" y="38457"/>
                  </a:cubicBezTo>
                  <a:cubicBezTo>
                    <a:pt x="35213" y="40782"/>
                    <a:pt x="33820" y="42843"/>
                    <a:pt x="31932" y="44380"/>
                  </a:cubicBezTo>
                  <a:cubicBezTo>
                    <a:pt x="40338" y="45009"/>
                    <a:pt x="47882" y="45009"/>
                    <a:pt x="50496" y="4385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CD791EE-8D04-E14E-B248-F7CF0EFF3A88}"/>
                </a:ext>
              </a:extLst>
            </p:cNvPr>
            <p:cNvSpPr/>
            <p:nvPr/>
          </p:nvSpPr>
          <p:spPr>
            <a:xfrm>
              <a:off x="4850225" y="2348026"/>
              <a:ext cx="327596" cy="129053"/>
            </a:xfrm>
            <a:custGeom>
              <a:avLst/>
              <a:gdLst>
                <a:gd name="connsiteX0" fmla="*/ 318398 w 327596"/>
                <a:gd name="connsiteY0" fmla="*/ 90536 h 129053"/>
                <a:gd name="connsiteX1" fmla="*/ 318398 w 327596"/>
                <a:gd name="connsiteY1" fmla="*/ 72038 h 129053"/>
                <a:gd name="connsiteX2" fmla="*/ 317702 w 327596"/>
                <a:gd name="connsiteY2" fmla="*/ 57611 h 129053"/>
                <a:gd name="connsiteX3" fmla="*/ 322236 w 327596"/>
                <a:gd name="connsiteY3" fmla="*/ 48676 h 129053"/>
                <a:gd name="connsiteX4" fmla="*/ 318927 w 327596"/>
                <a:gd name="connsiteY4" fmla="*/ 42290 h 129053"/>
                <a:gd name="connsiteX5" fmla="*/ 305691 w 327596"/>
                <a:gd name="connsiteY5" fmla="*/ 36631 h 129053"/>
                <a:gd name="connsiteX6" fmla="*/ 301058 w 327596"/>
                <a:gd name="connsiteY6" fmla="*/ 21741 h 129053"/>
                <a:gd name="connsiteX7" fmla="*/ 288748 w 327596"/>
                <a:gd name="connsiteY7" fmla="*/ 11979 h 129053"/>
                <a:gd name="connsiteX8" fmla="*/ 270582 w 327596"/>
                <a:gd name="connsiteY8" fmla="*/ 12508 h 129053"/>
                <a:gd name="connsiteX9" fmla="*/ 238351 w 327596"/>
                <a:gd name="connsiteY9" fmla="*/ 23296 h 129053"/>
                <a:gd name="connsiteX10" fmla="*/ 208040 w 327596"/>
                <a:gd name="connsiteY10" fmla="*/ 24057 h 129053"/>
                <a:gd name="connsiteX11" fmla="*/ 187491 w 327596"/>
                <a:gd name="connsiteY11" fmla="*/ 17439 h 129053"/>
                <a:gd name="connsiteX12" fmla="*/ 172071 w 327596"/>
                <a:gd name="connsiteY12" fmla="*/ 10490 h 129053"/>
                <a:gd name="connsiteX13" fmla="*/ 146095 w 327596"/>
                <a:gd name="connsiteY13" fmla="*/ 3574 h 129053"/>
                <a:gd name="connsiteX14" fmla="*/ 93415 w 327596"/>
                <a:gd name="connsiteY14" fmla="*/ 19755 h 129053"/>
                <a:gd name="connsiteX15" fmla="*/ 55394 w 327596"/>
                <a:gd name="connsiteY15" fmla="*/ 21807 h 129053"/>
                <a:gd name="connsiteX16" fmla="*/ 46658 w 327596"/>
                <a:gd name="connsiteY16" fmla="*/ 35043 h 129053"/>
                <a:gd name="connsiteX17" fmla="*/ 10258 w 327596"/>
                <a:gd name="connsiteY17" fmla="*/ 38120 h 129053"/>
                <a:gd name="connsiteX18" fmla="*/ 6651 w 327596"/>
                <a:gd name="connsiteY18" fmla="*/ 50960 h 129053"/>
                <a:gd name="connsiteX19" fmla="*/ 13865 w 327596"/>
                <a:gd name="connsiteY19" fmla="*/ 55857 h 129053"/>
                <a:gd name="connsiteX20" fmla="*/ 15387 w 327596"/>
                <a:gd name="connsiteY20" fmla="*/ 68696 h 129053"/>
                <a:gd name="connsiteX21" fmla="*/ 14984 w 327596"/>
                <a:gd name="connsiteY21" fmla="*/ 79920 h 129053"/>
                <a:gd name="connsiteX22" fmla="*/ 15917 w 327596"/>
                <a:gd name="connsiteY22" fmla="*/ 80774 h 129053"/>
                <a:gd name="connsiteX23" fmla="*/ 15917 w 327596"/>
                <a:gd name="connsiteY23" fmla="*/ 90271 h 129053"/>
                <a:gd name="connsiteX24" fmla="*/ 24653 w 327596"/>
                <a:gd name="connsiteY24" fmla="*/ 99272 h 129053"/>
                <a:gd name="connsiteX25" fmla="*/ 35969 w 327596"/>
                <a:gd name="connsiteY25" fmla="*/ 106221 h 129053"/>
                <a:gd name="connsiteX26" fmla="*/ 44705 w 327596"/>
                <a:gd name="connsiteY26" fmla="*/ 108802 h 129053"/>
                <a:gd name="connsiteX27" fmla="*/ 55493 w 327596"/>
                <a:gd name="connsiteY27" fmla="*/ 119821 h 129053"/>
                <a:gd name="connsiteX28" fmla="*/ 77829 w 327596"/>
                <a:gd name="connsiteY28" fmla="*/ 115718 h 129053"/>
                <a:gd name="connsiteX29" fmla="*/ 91959 w 327596"/>
                <a:gd name="connsiteY29" fmla="*/ 109298 h 129053"/>
                <a:gd name="connsiteX30" fmla="*/ 115619 w 327596"/>
                <a:gd name="connsiteY30" fmla="*/ 123163 h 129053"/>
                <a:gd name="connsiteX31" fmla="*/ 133620 w 327596"/>
                <a:gd name="connsiteY31" fmla="*/ 120086 h 129053"/>
                <a:gd name="connsiteX32" fmla="*/ 149801 w 327596"/>
                <a:gd name="connsiteY32" fmla="*/ 109795 h 129053"/>
                <a:gd name="connsiteX33" fmla="*/ 163037 w 327596"/>
                <a:gd name="connsiteY33" fmla="*/ 113104 h 129053"/>
                <a:gd name="connsiteX34" fmla="*/ 176273 w 327596"/>
                <a:gd name="connsiteY34" fmla="*/ 109530 h 129053"/>
                <a:gd name="connsiteX35" fmla="*/ 171641 w 327596"/>
                <a:gd name="connsiteY35" fmla="*/ 123395 h 129053"/>
                <a:gd name="connsiteX36" fmla="*/ 172038 w 327596"/>
                <a:gd name="connsiteY36" fmla="*/ 129285 h 129053"/>
                <a:gd name="connsiteX37" fmla="*/ 182329 w 327596"/>
                <a:gd name="connsiteY37" fmla="*/ 117240 h 129053"/>
                <a:gd name="connsiteX38" fmla="*/ 189179 w 327596"/>
                <a:gd name="connsiteY38" fmla="*/ 113104 h 129053"/>
                <a:gd name="connsiteX39" fmla="*/ 204963 w 327596"/>
                <a:gd name="connsiteY39" fmla="*/ 113104 h 129053"/>
                <a:gd name="connsiteX40" fmla="*/ 215949 w 327596"/>
                <a:gd name="connsiteY40" fmla="*/ 111052 h 129053"/>
                <a:gd name="connsiteX41" fmla="*/ 235803 w 327596"/>
                <a:gd name="connsiteY41" fmla="*/ 111747 h 129053"/>
                <a:gd name="connsiteX42" fmla="*/ 258967 w 327596"/>
                <a:gd name="connsiteY42" fmla="*/ 104864 h 129053"/>
                <a:gd name="connsiteX43" fmla="*/ 278159 w 327596"/>
                <a:gd name="connsiteY43" fmla="*/ 102118 h 129053"/>
                <a:gd name="connsiteX44" fmla="*/ 284778 w 327596"/>
                <a:gd name="connsiteY44" fmla="*/ 104103 h 129053"/>
                <a:gd name="connsiteX45" fmla="*/ 292521 w 327596"/>
                <a:gd name="connsiteY45" fmla="*/ 98213 h 129053"/>
                <a:gd name="connsiteX46" fmla="*/ 307941 w 327596"/>
                <a:gd name="connsiteY46" fmla="*/ 101290 h 129053"/>
                <a:gd name="connsiteX47" fmla="*/ 326273 w 327596"/>
                <a:gd name="connsiteY47" fmla="*/ 104202 h 129053"/>
                <a:gd name="connsiteX48" fmla="*/ 318398 w 327596"/>
                <a:gd name="connsiteY48" fmla="*/ 90536 h 129053"/>
                <a:gd name="connsiteX49" fmla="*/ 28921 w 327596"/>
                <a:gd name="connsiteY49" fmla="*/ 24355 h 129053"/>
                <a:gd name="connsiteX50" fmla="*/ 52316 w 327596"/>
                <a:gd name="connsiteY50" fmla="*/ 22038 h 129053"/>
                <a:gd name="connsiteX51" fmla="*/ 39080 w 327596"/>
                <a:gd name="connsiteY51" fmla="*/ 11482 h 129053"/>
                <a:gd name="connsiteX52" fmla="*/ 34778 w 327596"/>
                <a:gd name="connsiteY52" fmla="*/ 2482 h 129053"/>
                <a:gd name="connsiteX53" fmla="*/ 27763 w 327596"/>
                <a:gd name="connsiteY53" fmla="*/ 3772 h 129053"/>
                <a:gd name="connsiteX54" fmla="*/ 10027 w 327596"/>
                <a:gd name="connsiteY54" fmla="*/ 3772 h 129053"/>
                <a:gd name="connsiteX55" fmla="*/ 11549 w 327596"/>
                <a:gd name="connsiteY55" fmla="*/ 15354 h 129053"/>
                <a:gd name="connsiteX56" fmla="*/ 6552 w 327596"/>
                <a:gd name="connsiteY56" fmla="*/ 23428 h 129053"/>
                <a:gd name="connsiteX57" fmla="*/ 2482 w 327596"/>
                <a:gd name="connsiteY57" fmla="*/ 29418 h 129053"/>
                <a:gd name="connsiteX58" fmla="*/ 12575 w 327596"/>
                <a:gd name="connsiteY58" fmla="*/ 34381 h 129053"/>
                <a:gd name="connsiteX59" fmla="*/ 28921 w 327596"/>
                <a:gd name="connsiteY59" fmla="*/ 24355 h 12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27596" h="129053">
                  <a:moveTo>
                    <a:pt x="318398" y="90536"/>
                  </a:moveTo>
                  <a:cubicBezTo>
                    <a:pt x="315618" y="89874"/>
                    <a:pt x="319754" y="74785"/>
                    <a:pt x="318398" y="72038"/>
                  </a:cubicBezTo>
                  <a:cubicBezTo>
                    <a:pt x="317041" y="69292"/>
                    <a:pt x="313566" y="57611"/>
                    <a:pt x="317702" y="57611"/>
                  </a:cubicBezTo>
                  <a:cubicBezTo>
                    <a:pt x="321839" y="57611"/>
                    <a:pt x="317338" y="49173"/>
                    <a:pt x="322236" y="48676"/>
                  </a:cubicBezTo>
                  <a:cubicBezTo>
                    <a:pt x="321567" y="46349"/>
                    <a:pt x="320442" y="44178"/>
                    <a:pt x="318927" y="42290"/>
                  </a:cubicBezTo>
                  <a:cubicBezTo>
                    <a:pt x="316346" y="40238"/>
                    <a:pt x="308636" y="44341"/>
                    <a:pt x="305691" y="36631"/>
                  </a:cubicBezTo>
                  <a:cubicBezTo>
                    <a:pt x="302745" y="28921"/>
                    <a:pt x="305691" y="27895"/>
                    <a:pt x="301058" y="21741"/>
                  </a:cubicBezTo>
                  <a:cubicBezTo>
                    <a:pt x="296425" y="15586"/>
                    <a:pt x="294440" y="9398"/>
                    <a:pt x="288748" y="11979"/>
                  </a:cubicBezTo>
                  <a:cubicBezTo>
                    <a:pt x="286134" y="13137"/>
                    <a:pt x="278590" y="13137"/>
                    <a:pt x="270582" y="12508"/>
                  </a:cubicBezTo>
                  <a:cubicBezTo>
                    <a:pt x="262243" y="20119"/>
                    <a:pt x="244109" y="25347"/>
                    <a:pt x="238351" y="23296"/>
                  </a:cubicBezTo>
                  <a:cubicBezTo>
                    <a:pt x="231436" y="20715"/>
                    <a:pt x="218067" y="24057"/>
                    <a:pt x="208040" y="24057"/>
                  </a:cubicBezTo>
                  <a:cubicBezTo>
                    <a:pt x="198014" y="24057"/>
                    <a:pt x="195168" y="16843"/>
                    <a:pt x="187491" y="17439"/>
                  </a:cubicBezTo>
                  <a:cubicBezTo>
                    <a:pt x="179814" y="18034"/>
                    <a:pt x="179781" y="10490"/>
                    <a:pt x="172071" y="10490"/>
                  </a:cubicBezTo>
                  <a:cubicBezTo>
                    <a:pt x="164361" y="10490"/>
                    <a:pt x="170251" y="6651"/>
                    <a:pt x="146095" y="3574"/>
                  </a:cubicBezTo>
                  <a:cubicBezTo>
                    <a:pt x="121939" y="496"/>
                    <a:pt x="101125" y="13071"/>
                    <a:pt x="93415" y="19755"/>
                  </a:cubicBezTo>
                  <a:cubicBezTo>
                    <a:pt x="85705" y="26439"/>
                    <a:pt x="57942" y="19987"/>
                    <a:pt x="55394" y="21807"/>
                  </a:cubicBezTo>
                  <a:cubicBezTo>
                    <a:pt x="52846" y="23627"/>
                    <a:pt x="55890" y="31568"/>
                    <a:pt x="46658" y="35043"/>
                  </a:cubicBezTo>
                  <a:cubicBezTo>
                    <a:pt x="37426" y="38517"/>
                    <a:pt x="17108" y="35043"/>
                    <a:pt x="10258" y="38120"/>
                  </a:cubicBezTo>
                  <a:cubicBezTo>
                    <a:pt x="3408" y="41198"/>
                    <a:pt x="761" y="51357"/>
                    <a:pt x="6651" y="50960"/>
                  </a:cubicBezTo>
                  <a:cubicBezTo>
                    <a:pt x="12541" y="50562"/>
                    <a:pt x="15652" y="53276"/>
                    <a:pt x="13865" y="55857"/>
                  </a:cubicBezTo>
                  <a:cubicBezTo>
                    <a:pt x="12078" y="58438"/>
                    <a:pt x="18729" y="65619"/>
                    <a:pt x="15387" y="68696"/>
                  </a:cubicBezTo>
                  <a:cubicBezTo>
                    <a:pt x="12177" y="71684"/>
                    <a:pt x="11996" y="76709"/>
                    <a:pt x="14984" y="79920"/>
                  </a:cubicBezTo>
                  <a:cubicBezTo>
                    <a:pt x="15272" y="80229"/>
                    <a:pt x="15584" y="80515"/>
                    <a:pt x="15917" y="80774"/>
                  </a:cubicBezTo>
                  <a:cubicBezTo>
                    <a:pt x="20020" y="83852"/>
                    <a:pt x="20781" y="89510"/>
                    <a:pt x="15917" y="90271"/>
                  </a:cubicBezTo>
                  <a:cubicBezTo>
                    <a:pt x="11053" y="91032"/>
                    <a:pt x="24388" y="96691"/>
                    <a:pt x="24653" y="99272"/>
                  </a:cubicBezTo>
                  <a:cubicBezTo>
                    <a:pt x="24917" y="101853"/>
                    <a:pt x="35969" y="103143"/>
                    <a:pt x="35969" y="106221"/>
                  </a:cubicBezTo>
                  <a:cubicBezTo>
                    <a:pt x="35969" y="109298"/>
                    <a:pt x="39278" y="110324"/>
                    <a:pt x="44705" y="108802"/>
                  </a:cubicBezTo>
                  <a:cubicBezTo>
                    <a:pt x="50132" y="107280"/>
                    <a:pt x="52151" y="114692"/>
                    <a:pt x="55493" y="119821"/>
                  </a:cubicBezTo>
                  <a:cubicBezTo>
                    <a:pt x="58835" y="124950"/>
                    <a:pt x="77829" y="121376"/>
                    <a:pt x="77829" y="115718"/>
                  </a:cubicBezTo>
                  <a:cubicBezTo>
                    <a:pt x="77829" y="110059"/>
                    <a:pt x="83488" y="108504"/>
                    <a:pt x="91959" y="109298"/>
                  </a:cubicBezTo>
                  <a:cubicBezTo>
                    <a:pt x="100430" y="110092"/>
                    <a:pt x="111515" y="121608"/>
                    <a:pt x="115619" y="123163"/>
                  </a:cubicBezTo>
                  <a:cubicBezTo>
                    <a:pt x="119722" y="124718"/>
                    <a:pt x="128226" y="120086"/>
                    <a:pt x="133620" y="120086"/>
                  </a:cubicBezTo>
                  <a:cubicBezTo>
                    <a:pt x="139013" y="120086"/>
                    <a:pt x="146856" y="111614"/>
                    <a:pt x="149801" y="109795"/>
                  </a:cubicBezTo>
                  <a:cubicBezTo>
                    <a:pt x="152746" y="107975"/>
                    <a:pt x="158272" y="115718"/>
                    <a:pt x="163037" y="113104"/>
                  </a:cubicBezTo>
                  <a:cubicBezTo>
                    <a:pt x="167802" y="110489"/>
                    <a:pt x="173295" y="107710"/>
                    <a:pt x="176273" y="109530"/>
                  </a:cubicBezTo>
                  <a:cubicBezTo>
                    <a:pt x="179252" y="111350"/>
                    <a:pt x="168795" y="119258"/>
                    <a:pt x="171641" y="123395"/>
                  </a:cubicBezTo>
                  <a:cubicBezTo>
                    <a:pt x="172591" y="125216"/>
                    <a:pt x="172735" y="127352"/>
                    <a:pt x="172038" y="129285"/>
                  </a:cubicBezTo>
                  <a:cubicBezTo>
                    <a:pt x="182693" y="127829"/>
                    <a:pt x="181667" y="120450"/>
                    <a:pt x="182329" y="117240"/>
                  </a:cubicBezTo>
                  <a:cubicBezTo>
                    <a:pt x="182991" y="114030"/>
                    <a:pt x="185638" y="110357"/>
                    <a:pt x="189179" y="113104"/>
                  </a:cubicBezTo>
                  <a:cubicBezTo>
                    <a:pt x="192719" y="115850"/>
                    <a:pt x="197418" y="116413"/>
                    <a:pt x="204963" y="113104"/>
                  </a:cubicBezTo>
                  <a:cubicBezTo>
                    <a:pt x="212508" y="109795"/>
                    <a:pt x="213203" y="107611"/>
                    <a:pt x="215949" y="111052"/>
                  </a:cubicBezTo>
                  <a:cubicBezTo>
                    <a:pt x="218696" y="114493"/>
                    <a:pt x="224851" y="111747"/>
                    <a:pt x="235803" y="111747"/>
                  </a:cubicBezTo>
                  <a:cubicBezTo>
                    <a:pt x="246756" y="111747"/>
                    <a:pt x="248841" y="104202"/>
                    <a:pt x="258967" y="104864"/>
                  </a:cubicBezTo>
                  <a:cubicBezTo>
                    <a:pt x="265482" y="105209"/>
                    <a:pt x="272002" y="104276"/>
                    <a:pt x="278159" y="102118"/>
                  </a:cubicBezTo>
                  <a:lnTo>
                    <a:pt x="284778" y="104103"/>
                  </a:lnTo>
                  <a:cubicBezTo>
                    <a:pt x="287425" y="101621"/>
                    <a:pt x="287259" y="98875"/>
                    <a:pt x="292521" y="98213"/>
                  </a:cubicBezTo>
                  <a:cubicBezTo>
                    <a:pt x="300727" y="97187"/>
                    <a:pt x="303805" y="103342"/>
                    <a:pt x="307941" y="101290"/>
                  </a:cubicBezTo>
                  <a:cubicBezTo>
                    <a:pt x="312077" y="99239"/>
                    <a:pt x="325115" y="113236"/>
                    <a:pt x="326273" y="104202"/>
                  </a:cubicBezTo>
                  <a:cubicBezTo>
                    <a:pt x="327332" y="102349"/>
                    <a:pt x="321111" y="91363"/>
                    <a:pt x="318398" y="90536"/>
                  </a:cubicBezTo>
                  <a:close/>
                  <a:moveTo>
                    <a:pt x="28921" y="24355"/>
                  </a:moveTo>
                  <a:cubicBezTo>
                    <a:pt x="35076" y="22038"/>
                    <a:pt x="48775" y="25116"/>
                    <a:pt x="52316" y="22038"/>
                  </a:cubicBezTo>
                  <a:cubicBezTo>
                    <a:pt x="55857" y="18961"/>
                    <a:pt x="43547" y="15089"/>
                    <a:pt x="39080" y="11482"/>
                  </a:cubicBezTo>
                  <a:cubicBezTo>
                    <a:pt x="36808" y="8960"/>
                    <a:pt x="35315" y="5834"/>
                    <a:pt x="34778" y="2482"/>
                  </a:cubicBezTo>
                  <a:cubicBezTo>
                    <a:pt x="32840" y="4138"/>
                    <a:pt x="30164" y="4630"/>
                    <a:pt x="27763" y="3772"/>
                  </a:cubicBezTo>
                  <a:cubicBezTo>
                    <a:pt x="23130" y="1456"/>
                    <a:pt x="11946" y="3011"/>
                    <a:pt x="10027" y="3772"/>
                  </a:cubicBezTo>
                  <a:cubicBezTo>
                    <a:pt x="8107" y="4533"/>
                    <a:pt x="11549" y="11085"/>
                    <a:pt x="11549" y="15354"/>
                  </a:cubicBezTo>
                  <a:cubicBezTo>
                    <a:pt x="11549" y="19623"/>
                    <a:pt x="6552" y="20748"/>
                    <a:pt x="6552" y="23428"/>
                  </a:cubicBezTo>
                  <a:cubicBezTo>
                    <a:pt x="6552" y="25513"/>
                    <a:pt x="4732" y="26936"/>
                    <a:pt x="2482" y="29418"/>
                  </a:cubicBezTo>
                  <a:cubicBezTo>
                    <a:pt x="5260" y="32063"/>
                    <a:pt x="8782" y="33796"/>
                    <a:pt x="12575" y="34381"/>
                  </a:cubicBezTo>
                  <a:cubicBezTo>
                    <a:pt x="19921" y="34480"/>
                    <a:pt x="22899" y="26770"/>
                    <a:pt x="28921" y="2435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41143457-0BAC-EC43-935D-DBA94F2D0A0D}"/>
                </a:ext>
              </a:extLst>
            </p:cNvPr>
            <p:cNvSpPr/>
            <p:nvPr/>
          </p:nvSpPr>
          <p:spPr>
            <a:xfrm>
              <a:off x="5760116" y="2476998"/>
              <a:ext cx="43018" cy="43018"/>
            </a:xfrm>
            <a:custGeom>
              <a:avLst/>
              <a:gdLst>
                <a:gd name="connsiteX0" fmla="*/ 22336 w 43017"/>
                <a:gd name="connsiteY0" fmla="*/ 2497 h 43017"/>
                <a:gd name="connsiteX1" fmla="*/ 2482 w 43017"/>
                <a:gd name="connsiteY1" fmla="*/ 13781 h 43017"/>
                <a:gd name="connsiteX2" fmla="*/ 5427 w 43017"/>
                <a:gd name="connsiteY2" fmla="*/ 18679 h 43017"/>
                <a:gd name="connsiteX3" fmla="*/ 15718 w 43017"/>
                <a:gd name="connsiteY3" fmla="*/ 30326 h 43017"/>
                <a:gd name="connsiteX4" fmla="*/ 17472 w 43017"/>
                <a:gd name="connsiteY4" fmla="*/ 40618 h 43017"/>
                <a:gd name="connsiteX5" fmla="*/ 24884 w 43017"/>
                <a:gd name="connsiteY5" fmla="*/ 39857 h 43017"/>
                <a:gd name="connsiteX6" fmla="*/ 42224 w 43017"/>
                <a:gd name="connsiteY6" fmla="*/ 19076 h 43017"/>
                <a:gd name="connsiteX7" fmla="*/ 22336 w 43017"/>
                <a:gd name="connsiteY7" fmla="*/ 2497 h 4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017" h="43017">
                  <a:moveTo>
                    <a:pt x="22336" y="2497"/>
                  </a:moveTo>
                  <a:cubicBezTo>
                    <a:pt x="16148" y="2133"/>
                    <a:pt x="4302" y="8255"/>
                    <a:pt x="2482" y="13781"/>
                  </a:cubicBezTo>
                  <a:cubicBezTo>
                    <a:pt x="3808" y="15180"/>
                    <a:pt x="4813" y="16851"/>
                    <a:pt x="5427" y="18679"/>
                  </a:cubicBezTo>
                  <a:cubicBezTo>
                    <a:pt x="7245" y="23732"/>
                    <a:pt x="10927" y="27899"/>
                    <a:pt x="15718" y="30326"/>
                  </a:cubicBezTo>
                  <a:cubicBezTo>
                    <a:pt x="18663" y="32014"/>
                    <a:pt x="18266" y="36581"/>
                    <a:pt x="17472" y="40618"/>
                  </a:cubicBezTo>
                  <a:cubicBezTo>
                    <a:pt x="19960" y="40590"/>
                    <a:pt x="22441" y="40335"/>
                    <a:pt x="24884" y="39857"/>
                  </a:cubicBezTo>
                  <a:cubicBezTo>
                    <a:pt x="29914" y="38698"/>
                    <a:pt x="40701" y="23311"/>
                    <a:pt x="42224" y="19076"/>
                  </a:cubicBezTo>
                  <a:cubicBezTo>
                    <a:pt x="43746" y="14840"/>
                    <a:pt x="28888" y="2861"/>
                    <a:pt x="22336" y="249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F0030EB-EAF5-9443-83B4-3A3C493C69FD}"/>
                </a:ext>
              </a:extLst>
            </p:cNvPr>
            <p:cNvSpPr/>
            <p:nvPr/>
          </p:nvSpPr>
          <p:spPr>
            <a:xfrm>
              <a:off x="6545421" y="2332110"/>
              <a:ext cx="122435" cy="115817"/>
            </a:xfrm>
            <a:custGeom>
              <a:avLst/>
              <a:gdLst>
                <a:gd name="connsiteX0" fmla="*/ 116876 w 122435"/>
                <a:gd name="connsiteY0" fmla="*/ 8074 h 115816"/>
                <a:gd name="connsiteX1" fmla="*/ 102316 w 122435"/>
                <a:gd name="connsiteY1" fmla="*/ 2482 h 115816"/>
                <a:gd name="connsiteX2" fmla="*/ 92389 w 122435"/>
                <a:gd name="connsiteY2" fmla="*/ 15917 h 115816"/>
                <a:gd name="connsiteX3" fmla="*/ 80079 w 122435"/>
                <a:gd name="connsiteY3" fmla="*/ 24851 h 115816"/>
                <a:gd name="connsiteX4" fmla="*/ 73461 w 122435"/>
                <a:gd name="connsiteY4" fmla="*/ 31469 h 115816"/>
                <a:gd name="connsiteX5" fmla="*/ 62244 w 122435"/>
                <a:gd name="connsiteY5" fmla="*/ 34778 h 115816"/>
                <a:gd name="connsiteX6" fmla="*/ 51059 w 122435"/>
                <a:gd name="connsiteY6" fmla="*/ 30311 h 115816"/>
                <a:gd name="connsiteX7" fmla="*/ 39874 w 122435"/>
                <a:gd name="connsiteY7" fmla="*/ 42621 h 115816"/>
                <a:gd name="connsiteX8" fmla="*/ 7412 w 122435"/>
                <a:gd name="connsiteY8" fmla="*/ 60523 h 115816"/>
                <a:gd name="connsiteX9" fmla="*/ 2482 w 122435"/>
                <a:gd name="connsiteY9" fmla="*/ 68167 h 115816"/>
                <a:gd name="connsiteX10" fmla="*/ 22336 w 122435"/>
                <a:gd name="connsiteY10" fmla="*/ 78094 h 115816"/>
                <a:gd name="connsiteX11" fmla="*/ 12045 w 122435"/>
                <a:gd name="connsiteY11" fmla="*/ 96856 h 115816"/>
                <a:gd name="connsiteX12" fmla="*/ 15122 w 122435"/>
                <a:gd name="connsiteY12" fmla="*/ 107379 h 115816"/>
                <a:gd name="connsiteX13" fmla="*/ 23891 w 122435"/>
                <a:gd name="connsiteY13" fmla="*/ 111747 h 115816"/>
                <a:gd name="connsiteX14" fmla="*/ 37128 w 122435"/>
                <a:gd name="connsiteY14" fmla="*/ 109166 h 115816"/>
                <a:gd name="connsiteX15" fmla="*/ 41231 w 122435"/>
                <a:gd name="connsiteY15" fmla="*/ 111548 h 115816"/>
                <a:gd name="connsiteX16" fmla="*/ 51456 w 122435"/>
                <a:gd name="connsiteY16" fmla="*/ 103838 h 115816"/>
                <a:gd name="connsiteX17" fmla="*/ 67240 w 122435"/>
                <a:gd name="connsiteY17" fmla="*/ 100529 h 115816"/>
                <a:gd name="connsiteX18" fmla="*/ 76406 w 122435"/>
                <a:gd name="connsiteY18" fmla="*/ 97220 h 115816"/>
                <a:gd name="connsiteX19" fmla="*/ 61019 w 122435"/>
                <a:gd name="connsiteY19" fmla="*/ 82726 h 115816"/>
                <a:gd name="connsiteX20" fmla="*/ 65883 w 122435"/>
                <a:gd name="connsiteY20" fmla="*/ 67306 h 115816"/>
                <a:gd name="connsiteX21" fmla="*/ 96227 w 122435"/>
                <a:gd name="connsiteY21" fmla="*/ 48809 h 115816"/>
                <a:gd name="connsiteX22" fmla="*/ 102382 w 122435"/>
                <a:gd name="connsiteY22" fmla="*/ 27730 h 115816"/>
                <a:gd name="connsiteX23" fmla="*/ 121740 w 122435"/>
                <a:gd name="connsiteY23" fmla="*/ 9001 h 115816"/>
                <a:gd name="connsiteX24" fmla="*/ 116876 w 122435"/>
                <a:gd name="connsiteY24" fmla="*/ 8074 h 115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2435" h="115816">
                  <a:moveTo>
                    <a:pt x="116876" y="8074"/>
                  </a:moveTo>
                  <a:cubicBezTo>
                    <a:pt x="110258" y="10324"/>
                    <a:pt x="107908" y="2482"/>
                    <a:pt x="102316" y="2482"/>
                  </a:cubicBezTo>
                  <a:cubicBezTo>
                    <a:pt x="96724" y="2482"/>
                    <a:pt x="97816" y="15917"/>
                    <a:pt x="92389" y="15917"/>
                  </a:cubicBezTo>
                  <a:cubicBezTo>
                    <a:pt x="86962" y="15917"/>
                    <a:pt x="87921" y="23759"/>
                    <a:pt x="80079" y="24851"/>
                  </a:cubicBezTo>
                  <a:cubicBezTo>
                    <a:pt x="72237" y="25943"/>
                    <a:pt x="70152" y="25976"/>
                    <a:pt x="73461" y="31469"/>
                  </a:cubicBezTo>
                  <a:cubicBezTo>
                    <a:pt x="76770" y="36962"/>
                    <a:pt x="68994" y="34778"/>
                    <a:pt x="62244" y="34778"/>
                  </a:cubicBezTo>
                  <a:cubicBezTo>
                    <a:pt x="55493" y="34778"/>
                    <a:pt x="55625" y="30311"/>
                    <a:pt x="51059" y="30311"/>
                  </a:cubicBezTo>
                  <a:cubicBezTo>
                    <a:pt x="46492" y="30311"/>
                    <a:pt x="43216" y="38153"/>
                    <a:pt x="39874" y="42621"/>
                  </a:cubicBezTo>
                  <a:cubicBezTo>
                    <a:pt x="36532" y="47088"/>
                    <a:pt x="14130" y="57180"/>
                    <a:pt x="7412" y="60523"/>
                  </a:cubicBezTo>
                  <a:cubicBezTo>
                    <a:pt x="4971" y="62458"/>
                    <a:pt x="3238" y="65145"/>
                    <a:pt x="2482" y="68167"/>
                  </a:cubicBezTo>
                  <a:cubicBezTo>
                    <a:pt x="10100" y="68906"/>
                    <a:pt x="17174" y="72443"/>
                    <a:pt x="22336" y="78094"/>
                  </a:cubicBezTo>
                  <a:cubicBezTo>
                    <a:pt x="27233" y="84282"/>
                    <a:pt x="16678" y="91330"/>
                    <a:pt x="12045" y="96856"/>
                  </a:cubicBezTo>
                  <a:cubicBezTo>
                    <a:pt x="7412" y="102382"/>
                    <a:pt x="14891" y="102779"/>
                    <a:pt x="15122" y="107379"/>
                  </a:cubicBezTo>
                  <a:cubicBezTo>
                    <a:pt x="15354" y="111979"/>
                    <a:pt x="21740" y="115850"/>
                    <a:pt x="23891" y="111747"/>
                  </a:cubicBezTo>
                  <a:cubicBezTo>
                    <a:pt x="26042" y="107644"/>
                    <a:pt x="30046" y="109166"/>
                    <a:pt x="37128" y="109166"/>
                  </a:cubicBezTo>
                  <a:cubicBezTo>
                    <a:pt x="38839" y="109108"/>
                    <a:pt x="40433" y="110033"/>
                    <a:pt x="41231" y="111548"/>
                  </a:cubicBezTo>
                  <a:cubicBezTo>
                    <a:pt x="45235" y="108239"/>
                    <a:pt x="49900" y="105393"/>
                    <a:pt x="51456" y="103838"/>
                  </a:cubicBezTo>
                  <a:cubicBezTo>
                    <a:pt x="54202" y="101092"/>
                    <a:pt x="61052" y="100529"/>
                    <a:pt x="67240" y="100529"/>
                  </a:cubicBezTo>
                  <a:cubicBezTo>
                    <a:pt x="70601" y="100609"/>
                    <a:pt x="73871" y="99429"/>
                    <a:pt x="76406" y="97220"/>
                  </a:cubicBezTo>
                  <a:cubicBezTo>
                    <a:pt x="71764" y="91896"/>
                    <a:pt x="66610" y="87042"/>
                    <a:pt x="61019" y="82726"/>
                  </a:cubicBezTo>
                  <a:cubicBezTo>
                    <a:pt x="55096" y="79153"/>
                    <a:pt x="58703" y="69093"/>
                    <a:pt x="65883" y="67306"/>
                  </a:cubicBezTo>
                  <a:cubicBezTo>
                    <a:pt x="73064" y="65519"/>
                    <a:pt x="90833" y="51886"/>
                    <a:pt x="96227" y="48809"/>
                  </a:cubicBezTo>
                  <a:cubicBezTo>
                    <a:pt x="101621" y="45731"/>
                    <a:pt x="98014" y="35572"/>
                    <a:pt x="102382" y="27730"/>
                  </a:cubicBezTo>
                  <a:cubicBezTo>
                    <a:pt x="104665" y="23594"/>
                    <a:pt x="113203" y="15652"/>
                    <a:pt x="121740" y="9001"/>
                  </a:cubicBezTo>
                  <a:cubicBezTo>
                    <a:pt x="120287" y="8108"/>
                    <a:pt x="118556" y="7778"/>
                    <a:pt x="116876" y="807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6E9C0B01-96FB-F14C-A596-642F0B8D6589}"/>
                </a:ext>
              </a:extLst>
            </p:cNvPr>
            <p:cNvSpPr/>
            <p:nvPr/>
          </p:nvSpPr>
          <p:spPr>
            <a:xfrm>
              <a:off x="5796814" y="2586611"/>
              <a:ext cx="135671" cy="79417"/>
            </a:xfrm>
            <a:custGeom>
              <a:avLst/>
              <a:gdLst>
                <a:gd name="connsiteX0" fmla="*/ 133388 w 135671"/>
                <a:gd name="connsiteY0" fmla="*/ 50494 h 79417"/>
                <a:gd name="connsiteX1" fmla="*/ 129417 w 135671"/>
                <a:gd name="connsiteY1" fmla="*/ 50494 h 79417"/>
                <a:gd name="connsiteX2" fmla="*/ 106651 w 135671"/>
                <a:gd name="connsiteY2" fmla="*/ 46291 h 79417"/>
                <a:gd name="connsiteX3" fmla="*/ 73130 w 135671"/>
                <a:gd name="connsiteY3" fmla="*/ 32791 h 79417"/>
                <a:gd name="connsiteX4" fmla="*/ 37657 w 135671"/>
                <a:gd name="connsiteY4" fmla="*/ 6947 h 79417"/>
                <a:gd name="connsiteX5" fmla="*/ 23792 w 135671"/>
                <a:gd name="connsiteY5" fmla="*/ 4266 h 79417"/>
                <a:gd name="connsiteX6" fmla="*/ 13137 w 135671"/>
                <a:gd name="connsiteY6" fmla="*/ 7576 h 79417"/>
                <a:gd name="connsiteX7" fmla="*/ 5228 w 135671"/>
                <a:gd name="connsiteY7" fmla="*/ 17503 h 79417"/>
                <a:gd name="connsiteX8" fmla="*/ 2482 w 135671"/>
                <a:gd name="connsiteY8" fmla="*/ 30739 h 79417"/>
                <a:gd name="connsiteX9" fmla="*/ 11416 w 135671"/>
                <a:gd name="connsiteY9" fmla="*/ 37589 h 79417"/>
                <a:gd name="connsiteX10" fmla="*/ 25116 w 135671"/>
                <a:gd name="connsiteY10" fmla="*/ 44438 h 79417"/>
                <a:gd name="connsiteX11" fmla="*/ 38352 w 135671"/>
                <a:gd name="connsiteY11" fmla="*/ 51321 h 79417"/>
                <a:gd name="connsiteX12" fmla="*/ 52746 w 135671"/>
                <a:gd name="connsiteY12" fmla="*/ 59561 h 79417"/>
                <a:gd name="connsiteX13" fmla="*/ 69291 w 135671"/>
                <a:gd name="connsiteY13" fmla="*/ 56814 h 79417"/>
                <a:gd name="connsiteX14" fmla="*/ 78888 w 135671"/>
                <a:gd name="connsiteY14" fmla="*/ 66410 h 79417"/>
                <a:gd name="connsiteX15" fmla="*/ 101555 w 135671"/>
                <a:gd name="connsiteY15" fmla="*/ 75345 h 79417"/>
                <a:gd name="connsiteX16" fmla="*/ 131733 w 135671"/>
                <a:gd name="connsiteY16" fmla="*/ 72598 h 79417"/>
                <a:gd name="connsiteX17" fmla="*/ 132428 w 135671"/>
                <a:gd name="connsiteY17" fmla="*/ 54763 h 79417"/>
                <a:gd name="connsiteX18" fmla="*/ 133388 w 135671"/>
                <a:gd name="connsiteY18" fmla="*/ 50494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671" h="79417">
                  <a:moveTo>
                    <a:pt x="133388" y="50494"/>
                  </a:moveTo>
                  <a:cubicBezTo>
                    <a:pt x="132065" y="50424"/>
                    <a:pt x="130740" y="50424"/>
                    <a:pt x="129417" y="50494"/>
                  </a:cubicBezTo>
                  <a:cubicBezTo>
                    <a:pt x="119490" y="50891"/>
                    <a:pt x="113203" y="45894"/>
                    <a:pt x="106651" y="46291"/>
                  </a:cubicBezTo>
                  <a:cubicBezTo>
                    <a:pt x="100099" y="46688"/>
                    <a:pt x="81237" y="39342"/>
                    <a:pt x="73130" y="32791"/>
                  </a:cubicBezTo>
                  <a:cubicBezTo>
                    <a:pt x="65023" y="26238"/>
                    <a:pt x="43051" y="12340"/>
                    <a:pt x="37657" y="6947"/>
                  </a:cubicBezTo>
                  <a:cubicBezTo>
                    <a:pt x="32263" y="1553"/>
                    <a:pt x="24421" y="1553"/>
                    <a:pt x="23792" y="4266"/>
                  </a:cubicBezTo>
                  <a:cubicBezTo>
                    <a:pt x="23163" y="6980"/>
                    <a:pt x="19126" y="6947"/>
                    <a:pt x="13137" y="7576"/>
                  </a:cubicBezTo>
                  <a:cubicBezTo>
                    <a:pt x="11615" y="10256"/>
                    <a:pt x="5228" y="13863"/>
                    <a:pt x="5228" y="17503"/>
                  </a:cubicBezTo>
                  <a:cubicBezTo>
                    <a:pt x="5228" y="21639"/>
                    <a:pt x="2482" y="27132"/>
                    <a:pt x="2482" y="30739"/>
                  </a:cubicBezTo>
                  <a:cubicBezTo>
                    <a:pt x="2482" y="34346"/>
                    <a:pt x="9364" y="34842"/>
                    <a:pt x="11416" y="37589"/>
                  </a:cubicBezTo>
                  <a:cubicBezTo>
                    <a:pt x="13468" y="40335"/>
                    <a:pt x="24454" y="41692"/>
                    <a:pt x="25116" y="44438"/>
                  </a:cubicBezTo>
                  <a:cubicBezTo>
                    <a:pt x="25778" y="47185"/>
                    <a:pt x="33355" y="50626"/>
                    <a:pt x="38352" y="51321"/>
                  </a:cubicBezTo>
                  <a:cubicBezTo>
                    <a:pt x="43349" y="52016"/>
                    <a:pt x="50000" y="57476"/>
                    <a:pt x="52746" y="59561"/>
                  </a:cubicBezTo>
                  <a:cubicBezTo>
                    <a:pt x="55493" y="61645"/>
                    <a:pt x="65784" y="56814"/>
                    <a:pt x="69291" y="56814"/>
                  </a:cubicBezTo>
                  <a:cubicBezTo>
                    <a:pt x="72799" y="56814"/>
                    <a:pt x="78226" y="62969"/>
                    <a:pt x="78888" y="66410"/>
                  </a:cubicBezTo>
                  <a:cubicBezTo>
                    <a:pt x="79550" y="69852"/>
                    <a:pt x="97418" y="71903"/>
                    <a:pt x="101555" y="75345"/>
                  </a:cubicBezTo>
                  <a:cubicBezTo>
                    <a:pt x="105691" y="78786"/>
                    <a:pt x="127630" y="76702"/>
                    <a:pt x="131733" y="72598"/>
                  </a:cubicBezTo>
                  <a:cubicBezTo>
                    <a:pt x="135836" y="68495"/>
                    <a:pt x="132428" y="60918"/>
                    <a:pt x="132428" y="54763"/>
                  </a:cubicBezTo>
                  <a:cubicBezTo>
                    <a:pt x="132147" y="53268"/>
                    <a:pt x="132495" y="51724"/>
                    <a:pt x="133388" y="5049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A851054-35B3-D84B-B096-BBB295206F43}"/>
                </a:ext>
              </a:extLst>
            </p:cNvPr>
            <p:cNvSpPr/>
            <p:nvPr/>
          </p:nvSpPr>
          <p:spPr>
            <a:xfrm>
              <a:off x="5990559" y="2622471"/>
              <a:ext cx="152217" cy="327597"/>
            </a:xfrm>
            <a:custGeom>
              <a:avLst/>
              <a:gdLst>
                <a:gd name="connsiteX0" fmla="*/ 122369 w 152216"/>
                <a:gd name="connsiteY0" fmla="*/ 299213 h 327596"/>
                <a:gd name="connsiteX1" fmla="*/ 116909 w 152216"/>
                <a:gd name="connsiteY1" fmla="*/ 286176 h 327596"/>
                <a:gd name="connsiteX2" fmla="*/ 110026 w 152216"/>
                <a:gd name="connsiteY2" fmla="*/ 264898 h 327596"/>
                <a:gd name="connsiteX3" fmla="*/ 103838 w 152216"/>
                <a:gd name="connsiteY3" fmla="*/ 246368 h 327596"/>
                <a:gd name="connsiteX4" fmla="*/ 106585 w 152216"/>
                <a:gd name="connsiteY4" fmla="*/ 234025 h 327596"/>
                <a:gd name="connsiteX5" fmla="*/ 107280 w 152216"/>
                <a:gd name="connsiteY5" fmla="*/ 225785 h 327596"/>
                <a:gd name="connsiteX6" fmla="*/ 103971 w 152216"/>
                <a:gd name="connsiteY6" fmla="*/ 214137 h 327596"/>
                <a:gd name="connsiteX7" fmla="*/ 90966 w 152216"/>
                <a:gd name="connsiteY7" fmla="*/ 198353 h 327596"/>
                <a:gd name="connsiteX8" fmla="*/ 94275 w 152216"/>
                <a:gd name="connsiteY8" fmla="*/ 170888 h 327596"/>
                <a:gd name="connsiteX9" fmla="*/ 103871 w 152216"/>
                <a:gd name="connsiteY9" fmla="*/ 165395 h 327596"/>
                <a:gd name="connsiteX10" fmla="*/ 117108 w 152216"/>
                <a:gd name="connsiteY10" fmla="*/ 161292 h 327596"/>
                <a:gd name="connsiteX11" fmla="*/ 132892 w 152216"/>
                <a:gd name="connsiteY11" fmla="*/ 152357 h 327596"/>
                <a:gd name="connsiteX12" fmla="*/ 141793 w 152216"/>
                <a:gd name="connsiteY12" fmla="*/ 144813 h 327596"/>
                <a:gd name="connsiteX13" fmla="*/ 150728 w 152216"/>
                <a:gd name="connsiteY13" fmla="*/ 130385 h 327596"/>
                <a:gd name="connsiteX14" fmla="*/ 151058 w 152216"/>
                <a:gd name="connsiteY14" fmla="*/ 130385 h 327596"/>
                <a:gd name="connsiteX15" fmla="*/ 143249 w 152216"/>
                <a:gd name="connsiteY15" fmla="*/ 132007 h 327596"/>
                <a:gd name="connsiteX16" fmla="*/ 132462 w 152216"/>
                <a:gd name="connsiteY16" fmla="*/ 126216 h 327596"/>
                <a:gd name="connsiteX17" fmla="*/ 122799 w 152216"/>
                <a:gd name="connsiteY17" fmla="*/ 121616 h 327596"/>
                <a:gd name="connsiteX18" fmla="*/ 122799 w 152216"/>
                <a:gd name="connsiteY18" fmla="*/ 110035 h 327596"/>
                <a:gd name="connsiteX19" fmla="*/ 116181 w 152216"/>
                <a:gd name="connsiteY19" fmla="*/ 102324 h 327596"/>
                <a:gd name="connsiteX20" fmla="*/ 110788 w 152216"/>
                <a:gd name="connsiteY20" fmla="*/ 88062 h 327596"/>
                <a:gd name="connsiteX21" fmla="*/ 95003 w 152216"/>
                <a:gd name="connsiteY21" fmla="*/ 84985 h 327596"/>
                <a:gd name="connsiteX22" fmla="*/ 91926 w 152216"/>
                <a:gd name="connsiteY22" fmla="*/ 76514 h 327596"/>
                <a:gd name="connsiteX23" fmla="*/ 106188 w 152216"/>
                <a:gd name="connsiteY23" fmla="*/ 52225 h 327596"/>
                <a:gd name="connsiteX24" fmla="*/ 110424 w 152216"/>
                <a:gd name="connsiteY24" fmla="*/ 26779 h 327596"/>
                <a:gd name="connsiteX25" fmla="*/ 103474 w 152216"/>
                <a:gd name="connsiteY25" fmla="*/ 18308 h 327596"/>
                <a:gd name="connsiteX26" fmla="*/ 99603 w 152216"/>
                <a:gd name="connsiteY26" fmla="*/ 8678 h 327596"/>
                <a:gd name="connsiteX27" fmla="*/ 88054 w 152216"/>
                <a:gd name="connsiteY27" fmla="*/ 3648 h 327596"/>
                <a:gd name="connsiteX28" fmla="*/ 85142 w 152216"/>
                <a:gd name="connsiteY28" fmla="*/ 5369 h 327596"/>
                <a:gd name="connsiteX29" fmla="*/ 85473 w 152216"/>
                <a:gd name="connsiteY29" fmla="*/ 5369 h 327596"/>
                <a:gd name="connsiteX30" fmla="*/ 81337 w 152216"/>
                <a:gd name="connsiteY30" fmla="*/ 13609 h 327596"/>
                <a:gd name="connsiteX31" fmla="*/ 82694 w 152216"/>
                <a:gd name="connsiteY31" fmla="*/ 25290 h 327596"/>
                <a:gd name="connsiteX32" fmla="*/ 75149 w 152216"/>
                <a:gd name="connsiteY32" fmla="*/ 25290 h 327596"/>
                <a:gd name="connsiteX33" fmla="*/ 60755 w 152216"/>
                <a:gd name="connsiteY33" fmla="*/ 31445 h 327596"/>
                <a:gd name="connsiteX34" fmla="*/ 49074 w 152216"/>
                <a:gd name="connsiteY34" fmla="*/ 45177 h 327596"/>
                <a:gd name="connsiteX35" fmla="*/ 44275 w 152216"/>
                <a:gd name="connsiteY35" fmla="*/ 66454 h 327596"/>
                <a:gd name="connsiteX36" fmla="*/ 38120 w 152216"/>
                <a:gd name="connsiteY36" fmla="*/ 87732 h 327596"/>
                <a:gd name="connsiteX37" fmla="*/ 24388 w 152216"/>
                <a:gd name="connsiteY37" fmla="*/ 87037 h 327596"/>
                <a:gd name="connsiteX38" fmla="*/ 21079 w 152216"/>
                <a:gd name="connsiteY38" fmla="*/ 104178 h 327596"/>
                <a:gd name="connsiteX39" fmla="*/ 16248 w 152216"/>
                <a:gd name="connsiteY39" fmla="*/ 122708 h 327596"/>
                <a:gd name="connsiteX40" fmla="*/ 8736 w 152216"/>
                <a:gd name="connsiteY40" fmla="*/ 135746 h 327596"/>
                <a:gd name="connsiteX41" fmla="*/ 2482 w 152216"/>
                <a:gd name="connsiteY41" fmla="*/ 140842 h 327596"/>
                <a:gd name="connsiteX42" fmla="*/ 18796 w 152216"/>
                <a:gd name="connsiteY42" fmla="*/ 158049 h 327596"/>
                <a:gd name="connsiteX43" fmla="*/ 38650 w 152216"/>
                <a:gd name="connsiteY43" fmla="*/ 193224 h 327596"/>
                <a:gd name="connsiteX44" fmla="*/ 36102 w 152216"/>
                <a:gd name="connsiteY44" fmla="*/ 221252 h 327596"/>
                <a:gd name="connsiteX45" fmla="*/ 43283 w 152216"/>
                <a:gd name="connsiteY45" fmla="*/ 230749 h 327596"/>
                <a:gd name="connsiteX46" fmla="*/ 60258 w 152216"/>
                <a:gd name="connsiteY46" fmla="*/ 228664 h 327596"/>
                <a:gd name="connsiteX47" fmla="*/ 74884 w 152216"/>
                <a:gd name="connsiteY47" fmla="*/ 211225 h 327596"/>
                <a:gd name="connsiteX48" fmla="*/ 83885 w 152216"/>
                <a:gd name="connsiteY48" fmla="*/ 218175 h 327596"/>
                <a:gd name="connsiteX49" fmla="*/ 90834 w 152216"/>
                <a:gd name="connsiteY49" fmla="*/ 237433 h 327596"/>
                <a:gd name="connsiteX50" fmla="*/ 99801 w 152216"/>
                <a:gd name="connsiteY50" fmla="*/ 274958 h 327596"/>
                <a:gd name="connsiteX51" fmla="*/ 106419 w 152216"/>
                <a:gd name="connsiteY51" fmla="*/ 302423 h 327596"/>
                <a:gd name="connsiteX52" fmla="*/ 108703 w 152216"/>
                <a:gd name="connsiteY52" fmla="*/ 323005 h 327596"/>
                <a:gd name="connsiteX53" fmla="*/ 107710 w 152216"/>
                <a:gd name="connsiteY53" fmla="*/ 327737 h 327596"/>
                <a:gd name="connsiteX54" fmla="*/ 122369 w 152216"/>
                <a:gd name="connsiteY54" fmla="*/ 299213 h 327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52216" h="327596">
                  <a:moveTo>
                    <a:pt x="122369" y="299213"/>
                  </a:moveTo>
                  <a:cubicBezTo>
                    <a:pt x="122369" y="292364"/>
                    <a:pt x="116909" y="291669"/>
                    <a:pt x="116909" y="286176"/>
                  </a:cubicBezTo>
                  <a:cubicBezTo>
                    <a:pt x="116909" y="280683"/>
                    <a:pt x="116909" y="271086"/>
                    <a:pt x="110026" y="264898"/>
                  </a:cubicBezTo>
                  <a:cubicBezTo>
                    <a:pt x="103143" y="258710"/>
                    <a:pt x="99735" y="249809"/>
                    <a:pt x="103838" y="246368"/>
                  </a:cubicBezTo>
                  <a:cubicBezTo>
                    <a:pt x="107942" y="242926"/>
                    <a:pt x="104533" y="233330"/>
                    <a:pt x="106585" y="234025"/>
                  </a:cubicBezTo>
                  <a:cubicBezTo>
                    <a:pt x="108637" y="234720"/>
                    <a:pt x="111416" y="227837"/>
                    <a:pt x="107280" y="225785"/>
                  </a:cubicBezTo>
                  <a:cubicBezTo>
                    <a:pt x="103143" y="223734"/>
                    <a:pt x="107280" y="215494"/>
                    <a:pt x="103971" y="214137"/>
                  </a:cubicBezTo>
                  <a:cubicBezTo>
                    <a:pt x="100662" y="212781"/>
                    <a:pt x="90966" y="201762"/>
                    <a:pt x="90966" y="198353"/>
                  </a:cubicBezTo>
                  <a:cubicBezTo>
                    <a:pt x="90966" y="194945"/>
                    <a:pt x="93713" y="175686"/>
                    <a:pt x="94275" y="170888"/>
                  </a:cubicBezTo>
                  <a:cubicBezTo>
                    <a:pt x="94838" y="166090"/>
                    <a:pt x="101820" y="165395"/>
                    <a:pt x="103871" y="165395"/>
                  </a:cubicBezTo>
                  <a:cubicBezTo>
                    <a:pt x="105923" y="165395"/>
                    <a:pt x="114196" y="166090"/>
                    <a:pt x="117108" y="161292"/>
                  </a:cubicBezTo>
                  <a:cubicBezTo>
                    <a:pt x="120020" y="156494"/>
                    <a:pt x="131502" y="155799"/>
                    <a:pt x="132892" y="152357"/>
                  </a:cubicBezTo>
                  <a:cubicBezTo>
                    <a:pt x="134282" y="148916"/>
                    <a:pt x="141793" y="149048"/>
                    <a:pt x="141793" y="144813"/>
                  </a:cubicBezTo>
                  <a:cubicBezTo>
                    <a:pt x="141793" y="140577"/>
                    <a:pt x="150728" y="130385"/>
                    <a:pt x="150728" y="130385"/>
                  </a:cubicBezTo>
                  <a:lnTo>
                    <a:pt x="151058" y="130385"/>
                  </a:lnTo>
                  <a:cubicBezTo>
                    <a:pt x="150033" y="128565"/>
                    <a:pt x="147749" y="130187"/>
                    <a:pt x="143249" y="132007"/>
                  </a:cubicBezTo>
                  <a:cubicBezTo>
                    <a:pt x="135539" y="135084"/>
                    <a:pt x="131701" y="130849"/>
                    <a:pt x="132462" y="126216"/>
                  </a:cubicBezTo>
                  <a:cubicBezTo>
                    <a:pt x="133223" y="121583"/>
                    <a:pt x="127068" y="121616"/>
                    <a:pt x="122799" y="121616"/>
                  </a:cubicBezTo>
                  <a:cubicBezTo>
                    <a:pt x="118531" y="121616"/>
                    <a:pt x="121277" y="114667"/>
                    <a:pt x="122799" y="110035"/>
                  </a:cubicBezTo>
                  <a:cubicBezTo>
                    <a:pt x="124321" y="105402"/>
                    <a:pt x="121277" y="102722"/>
                    <a:pt x="116181" y="102324"/>
                  </a:cubicBezTo>
                  <a:cubicBezTo>
                    <a:pt x="111085" y="101927"/>
                    <a:pt x="108868" y="91140"/>
                    <a:pt x="110788" y="88062"/>
                  </a:cubicBezTo>
                  <a:cubicBezTo>
                    <a:pt x="112707" y="84985"/>
                    <a:pt x="100397" y="82305"/>
                    <a:pt x="95003" y="84985"/>
                  </a:cubicBezTo>
                  <a:cubicBezTo>
                    <a:pt x="89609" y="87665"/>
                    <a:pt x="93448" y="80352"/>
                    <a:pt x="91926" y="76514"/>
                  </a:cubicBezTo>
                  <a:cubicBezTo>
                    <a:pt x="90404" y="72675"/>
                    <a:pt x="98842" y="59538"/>
                    <a:pt x="106188" y="52225"/>
                  </a:cubicBezTo>
                  <a:cubicBezTo>
                    <a:pt x="113534" y="44912"/>
                    <a:pt x="110424" y="35250"/>
                    <a:pt x="110424" y="26779"/>
                  </a:cubicBezTo>
                  <a:cubicBezTo>
                    <a:pt x="110424" y="18308"/>
                    <a:pt x="107115" y="18308"/>
                    <a:pt x="103474" y="18308"/>
                  </a:cubicBezTo>
                  <a:cubicBezTo>
                    <a:pt x="99834" y="18308"/>
                    <a:pt x="99603" y="13311"/>
                    <a:pt x="99603" y="8678"/>
                  </a:cubicBezTo>
                  <a:cubicBezTo>
                    <a:pt x="99603" y="4045"/>
                    <a:pt x="92290" y="571"/>
                    <a:pt x="88054" y="3648"/>
                  </a:cubicBezTo>
                  <a:cubicBezTo>
                    <a:pt x="87133" y="4302"/>
                    <a:pt x="86159" y="4877"/>
                    <a:pt x="85142" y="5369"/>
                  </a:cubicBezTo>
                  <a:lnTo>
                    <a:pt x="85473" y="5369"/>
                  </a:lnTo>
                  <a:cubicBezTo>
                    <a:pt x="85473" y="5369"/>
                    <a:pt x="84083" y="12252"/>
                    <a:pt x="81337" y="13609"/>
                  </a:cubicBezTo>
                  <a:cubicBezTo>
                    <a:pt x="78590" y="14965"/>
                    <a:pt x="78590" y="19102"/>
                    <a:pt x="82694" y="25290"/>
                  </a:cubicBezTo>
                  <a:cubicBezTo>
                    <a:pt x="86797" y="31478"/>
                    <a:pt x="76538" y="28599"/>
                    <a:pt x="75149" y="25290"/>
                  </a:cubicBezTo>
                  <a:cubicBezTo>
                    <a:pt x="73759" y="21981"/>
                    <a:pt x="65553" y="27341"/>
                    <a:pt x="60755" y="31445"/>
                  </a:cubicBezTo>
                  <a:cubicBezTo>
                    <a:pt x="55956" y="35548"/>
                    <a:pt x="49074" y="37632"/>
                    <a:pt x="49074" y="45177"/>
                  </a:cubicBezTo>
                  <a:cubicBezTo>
                    <a:pt x="49074" y="52722"/>
                    <a:pt x="42886" y="60266"/>
                    <a:pt x="44275" y="66454"/>
                  </a:cubicBezTo>
                  <a:cubicBezTo>
                    <a:pt x="45665" y="72642"/>
                    <a:pt x="37426" y="84290"/>
                    <a:pt x="38120" y="87732"/>
                  </a:cubicBezTo>
                  <a:cubicBezTo>
                    <a:pt x="38816" y="91173"/>
                    <a:pt x="26440" y="87037"/>
                    <a:pt x="24388" y="87037"/>
                  </a:cubicBezTo>
                  <a:cubicBezTo>
                    <a:pt x="22336" y="87037"/>
                    <a:pt x="23693" y="100074"/>
                    <a:pt x="21079" y="104178"/>
                  </a:cubicBezTo>
                  <a:cubicBezTo>
                    <a:pt x="18465" y="108281"/>
                    <a:pt x="20384" y="122708"/>
                    <a:pt x="16248" y="122708"/>
                  </a:cubicBezTo>
                  <a:cubicBezTo>
                    <a:pt x="12111" y="122708"/>
                    <a:pt x="8736" y="135746"/>
                    <a:pt x="8736" y="135746"/>
                  </a:cubicBezTo>
                  <a:cubicBezTo>
                    <a:pt x="6522" y="137279"/>
                    <a:pt x="4431" y="138983"/>
                    <a:pt x="2482" y="140842"/>
                  </a:cubicBezTo>
                  <a:cubicBezTo>
                    <a:pt x="5791" y="147725"/>
                    <a:pt x="11979" y="155236"/>
                    <a:pt x="18796" y="158049"/>
                  </a:cubicBezTo>
                  <a:cubicBezTo>
                    <a:pt x="28723" y="162152"/>
                    <a:pt x="35341" y="182437"/>
                    <a:pt x="38650" y="193224"/>
                  </a:cubicBezTo>
                  <a:cubicBezTo>
                    <a:pt x="41393" y="202551"/>
                    <a:pt x="40482" y="212573"/>
                    <a:pt x="36102" y="221252"/>
                  </a:cubicBezTo>
                  <a:cubicBezTo>
                    <a:pt x="32495" y="227407"/>
                    <a:pt x="37359" y="227672"/>
                    <a:pt x="43283" y="230749"/>
                  </a:cubicBezTo>
                  <a:cubicBezTo>
                    <a:pt x="49206" y="233826"/>
                    <a:pt x="55890" y="234852"/>
                    <a:pt x="60258" y="228664"/>
                  </a:cubicBezTo>
                  <a:cubicBezTo>
                    <a:pt x="64626" y="222476"/>
                    <a:pt x="73494" y="218175"/>
                    <a:pt x="74884" y="211225"/>
                  </a:cubicBezTo>
                  <a:cubicBezTo>
                    <a:pt x="76274" y="204276"/>
                    <a:pt x="80278" y="214534"/>
                    <a:pt x="83885" y="218175"/>
                  </a:cubicBezTo>
                  <a:cubicBezTo>
                    <a:pt x="87492" y="221814"/>
                    <a:pt x="90073" y="228664"/>
                    <a:pt x="90834" y="237433"/>
                  </a:cubicBezTo>
                  <a:cubicBezTo>
                    <a:pt x="91595" y="246202"/>
                    <a:pt x="92356" y="268009"/>
                    <a:pt x="99801" y="274958"/>
                  </a:cubicBezTo>
                  <a:cubicBezTo>
                    <a:pt x="107247" y="281907"/>
                    <a:pt x="108570" y="297062"/>
                    <a:pt x="106419" y="302423"/>
                  </a:cubicBezTo>
                  <a:cubicBezTo>
                    <a:pt x="104268" y="307784"/>
                    <a:pt x="110258" y="317082"/>
                    <a:pt x="108703" y="323005"/>
                  </a:cubicBezTo>
                  <a:cubicBezTo>
                    <a:pt x="108405" y="324197"/>
                    <a:pt x="108074" y="325851"/>
                    <a:pt x="107710" y="327737"/>
                  </a:cubicBezTo>
                  <a:cubicBezTo>
                    <a:pt x="114196" y="329260"/>
                    <a:pt x="122369" y="299213"/>
                    <a:pt x="122369" y="29921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A12FB17-7BBB-4843-8255-BC78C05BED82}"/>
                </a:ext>
              </a:extLst>
            </p:cNvPr>
            <p:cNvSpPr/>
            <p:nvPr/>
          </p:nvSpPr>
          <p:spPr>
            <a:xfrm>
              <a:off x="5939864" y="2627444"/>
              <a:ext cx="52945" cy="33091"/>
            </a:xfrm>
            <a:custGeom>
              <a:avLst/>
              <a:gdLst>
                <a:gd name="connsiteX0" fmla="*/ 53077 w 52944"/>
                <a:gd name="connsiteY0" fmla="*/ 11680 h 33090"/>
                <a:gd name="connsiteX1" fmla="*/ 32991 w 52944"/>
                <a:gd name="connsiteY1" fmla="*/ 6220 h 33090"/>
                <a:gd name="connsiteX2" fmla="*/ 18729 w 52944"/>
                <a:gd name="connsiteY2" fmla="*/ 3903 h 33090"/>
                <a:gd name="connsiteX3" fmla="*/ 6387 w 52944"/>
                <a:gd name="connsiteY3" fmla="*/ 14691 h 33090"/>
                <a:gd name="connsiteX4" fmla="*/ 2482 w 52944"/>
                <a:gd name="connsiteY4" fmla="*/ 22037 h 33090"/>
                <a:gd name="connsiteX5" fmla="*/ 6982 w 52944"/>
                <a:gd name="connsiteY5" fmla="*/ 26074 h 33090"/>
                <a:gd name="connsiteX6" fmla="*/ 18663 w 52944"/>
                <a:gd name="connsiteY6" fmla="*/ 28788 h 33090"/>
                <a:gd name="connsiteX7" fmla="*/ 35208 w 52944"/>
                <a:gd name="connsiteY7" fmla="*/ 30177 h 33090"/>
                <a:gd name="connsiteX8" fmla="*/ 52349 w 52944"/>
                <a:gd name="connsiteY8" fmla="*/ 28126 h 33090"/>
                <a:gd name="connsiteX9" fmla="*/ 50297 w 52944"/>
                <a:gd name="connsiteY9" fmla="*/ 13036 h 3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944" h="33090">
                  <a:moveTo>
                    <a:pt x="53077" y="11680"/>
                  </a:moveTo>
                  <a:cubicBezTo>
                    <a:pt x="42720" y="2183"/>
                    <a:pt x="39841" y="9860"/>
                    <a:pt x="32991" y="6220"/>
                  </a:cubicBezTo>
                  <a:cubicBezTo>
                    <a:pt x="26142" y="2580"/>
                    <a:pt x="22204" y="1190"/>
                    <a:pt x="18729" y="3903"/>
                  </a:cubicBezTo>
                  <a:cubicBezTo>
                    <a:pt x="15255" y="6617"/>
                    <a:pt x="9861" y="6220"/>
                    <a:pt x="6387" y="14691"/>
                  </a:cubicBezTo>
                  <a:cubicBezTo>
                    <a:pt x="5351" y="17272"/>
                    <a:pt x="4042" y="19735"/>
                    <a:pt x="2482" y="22037"/>
                  </a:cubicBezTo>
                  <a:cubicBezTo>
                    <a:pt x="3673" y="24618"/>
                    <a:pt x="5526" y="26438"/>
                    <a:pt x="6982" y="26074"/>
                  </a:cubicBezTo>
                  <a:cubicBezTo>
                    <a:pt x="9729" y="25379"/>
                    <a:pt x="13170" y="30177"/>
                    <a:pt x="18663" y="28788"/>
                  </a:cubicBezTo>
                  <a:cubicBezTo>
                    <a:pt x="24156" y="27398"/>
                    <a:pt x="27564" y="32262"/>
                    <a:pt x="35208" y="30177"/>
                  </a:cubicBezTo>
                  <a:cubicBezTo>
                    <a:pt x="42852" y="28093"/>
                    <a:pt x="49603" y="32924"/>
                    <a:pt x="52349" y="28126"/>
                  </a:cubicBezTo>
                  <a:cubicBezTo>
                    <a:pt x="55096" y="23328"/>
                    <a:pt x="50297" y="13036"/>
                    <a:pt x="50297" y="1303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DBCA831-24CD-1E49-AC42-E20926579CBC}"/>
                </a:ext>
              </a:extLst>
            </p:cNvPr>
            <p:cNvSpPr/>
            <p:nvPr/>
          </p:nvSpPr>
          <p:spPr>
            <a:xfrm>
              <a:off x="6157699" y="2719163"/>
              <a:ext cx="129053" cy="268034"/>
            </a:xfrm>
            <a:custGeom>
              <a:avLst/>
              <a:gdLst>
                <a:gd name="connsiteX0" fmla="*/ 97286 w 129053"/>
                <a:gd name="connsiteY0" fmla="*/ 33759 h 268033"/>
                <a:gd name="connsiteX1" fmla="*/ 80146 w 129053"/>
                <a:gd name="connsiteY1" fmla="*/ 20755 h 268033"/>
                <a:gd name="connsiteX2" fmla="*/ 75347 w 129053"/>
                <a:gd name="connsiteY2" fmla="*/ 10431 h 268033"/>
                <a:gd name="connsiteX3" fmla="*/ 60920 w 129053"/>
                <a:gd name="connsiteY3" fmla="*/ 2886 h 268033"/>
                <a:gd name="connsiteX4" fmla="*/ 47220 w 129053"/>
                <a:gd name="connsiteY4" fmla="*/ 11820 h 268033"/>
                <a:gd name="connsiteX5" fmla="*/ 35539 w 129053"/>
                <a:gd name="connsiteY5" fmla="*/ 13872 h 268033"/>
                <a:gd name="connsiteX6" fmla="*/ 20450 w 129053"/>
                <a:gd name="connsiteY6" fmla="*/ 13872 h 268033"/>
                <a:gd name="connsiteX7" fmla="*/ 7214 w 129053"/>
                <a:gd name="connsiteY7" fmla="*/ 15229 h 268033"/>
                <a:gd name="connsiteX8" fmla="*/ 2482 w 129053"/>
                <a:gd name="connsiteY8" fmla="*/ 18935 h 268033"/>
                <a:gd name="connsiteX9" fmla="*/ 8769 w 129053"/>
                <a:gd name="connsiteY9" fmla="*/ 28101 h 268033"/>
                <a:gd name="connsiteX10" fmla="*/ 17571 w 129053"/>
                <a:gd name="connsiteY10" fmla="*/ 41337 h 268033"/>
                <a:gd name="connsiteX11" fmla="*/ 31899 w 129053"/>
                <a:gd name="connsiteY11" fmla="*/ 49047 h 268033"/>
                <a:gd name="connsiteX12" fmla="*/ 44011 w 129053"/>
                <a:gd name="connsiteY12" fmla="*/ 52356 h 268033"/>
                <a:gd name="connsiteX13" fmla="*/ 49504 w 129053"/>
                <a:gd name="connsiteY13" fmla="*/ 65593 h 268033"/>
                <a:gd name="connsiteX14" fmla="*/ 36268 w 129053"/>
                <a:gd name="connsiteY14" fmla="*/ 73303 h 268033"/>
                <a:gd name="connsiteX15" fmla="*/ 54996 w 129053"/>
                <a:gd name="connsiteY15" fmla="*/ 89848 h 268033"/>
                <a:gd name="connsiteX16" fmla="*/ 63799 w 129053"/>
                <a:gd name="connsiteY16" fmla="*/ 105268 h 268033"/>
                <a:gd name="connsiteX17" fmla="*/ 78094 w 129053"/>
                <a:gd name="connsiteY17" fmla="*/ 123964 h 268033"/>
                <a:gd name="connsiteX18" fmla="*/ 92422 w 129053"/>
                <a:gd name="connsiteY18" fmla="*/ 137201 h 268033"/>
                <a:gd name="connsiteX19" fmla="*/ 95731 w 129053"/>
                <a:gd name="connsiteY19" fmla="*/ 154805 h 268033"/>
                <a:gd name="connsiteX20" fmla="*/ 101224 w 129053"/>
                <a:gd name="connsiteY20" fmla="*/ 183428 h 268033"/>
                <a:gd name="connsiteX21" fmla="*/ 89113 w 129053"/>
                <a:gd name="connsiteY21" fmla="*/ 203282 h 268033"/>
                <a:gd name="connsiteX22" fmla="*/ 73693 w 129053"/>
                <a:gd name="connsiteY22" fmla="*/ 213209 h 268033"/>
                <a:gd name="connsiteX23" fmla="*/ 73693 w 129053"/>
                <a:gd name="connsiteY23" fmla="*/ 228597 h 268033"/>
                <a:gd name="connsiteX24" fmla="*/ 53838 w 129053"/>
                <a:gd name="connsiteY24" fmla="*/ 228597 h 268033"/>
                <a:gd name="connsiteX25" fmla="*/ 43150 w 129053"/>
                <a:gd name="connsiteY25" fmla="*/ 237002 h 268033"/>
                <a:gd name="connsiteX26" fmla="*/ 50827 w 129053"/>
                <a:gd name="connsiteY26" fmla="*/ 242826 h 268033"/>
                <a:gd name="connsiteX27" fmla="*/ 45963 w 129053"/>
                <a:gd name="connsiteY27" fmla="*/ 257981 h 268033"/>
                <a:gd name="connsiteX28" fmla="*/ 54699 w 129053"/>
                <a:gd name="connsiteY28" fmla="*/ 264897 h 268033"/>
                <a:gd name="connsiteX29" fmla="*/ 70384 w 129053"/>
                <a:gd name="connsiteY29" fmla="*/ 252852 h 268033"/>
                <a:gd name="connsiteX30" fmla="*/ 74487 w 129053"/>
                <a:gd name="connsiteY30" fmla="*/ 246234 h 268033"/>
                <a:gd name="connsiteX31" fmla="*/ 79120 w 129053"/>
                <a:gd name="connsiteY31" fmla="*/ 236968 h 268033"/>
                <a:gd name="connsiteX32" fmla="*/ 89907 w 129053"/>
                <a:gd name="connsiteY32" fmla="*/ 235182 h 268033"/>
                <a:gd name="connsiteX33" fmla="*/ 113567 w 129053"/>
                <a:gd name="connsiteY33" fmla="*/ 223865 h 268033"/>
                <a:gd name="connsiteX34" fmla="*/ 127167 w 129053"/>
                <a:gd name="connsiteY34" fmla="*/ 200701 h 268033"/>
                <a:gd name="connsiteX35" fmla="*/ 123064 w 129053"/>
                <a:gd name="connsiteY35" fmla="*/ 160331 h 268033"/>
                <a:gd name="connsiteX36" fmla="*/ 106519 w 129053"/>
                <a:gd name="connsiteY36" fmla="*/ 133097 h 268033"/>
                <a:gd name="connsiteX37" fmla="*/ 78491 w 129053"/>
                <a:gd name="connsiteY37" fmla="*/ 109471 h 268033"/>
                <a:gd name="connsiteX38" fmla="*/ 70781 w 129053"/>
                <a:gd name="connsiteY38" fmla="*/ 96234 h 268033"/>
                <a:gd name="connsiteX39" fmla="*/ 66413 w 129053"/>
                <a:gd name="connsiteY39" fmla="*/ 72608 h 268033"/>
                <a:gd name="connsiteX40" fmla="*/ 78756 w 129053"/>
                <a:gd name="connsiteY40" fmla="*/ 57419 h 268033"/>
                <a:gd name="connsiteX41" fmla="*/ 85374 w 129053"/>
                <a:gd name="connsiteY41" fmla="*/ 47161 h 268033"/>
                <a:gd name="connsiteX42" fmla="*/ 99007 w 129053"/>
                <a:gd name="connsiteY42" fmla="*/ 38161 h 268033"/>
                <a:gd name="connsiteX43" fmla="*/ 100463 w 129053"/>
                <a:gd name="connsiteY43" fmla="*/ 36903 h 268033"/>
                <a:gd name="connsiteX44" fmla="*/ 97286 w 129053"/>
                <a:gd name="connsiteY44" fmla="*/ 33759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9053" h="268033">
                  <a:moveTo>
                    <a:pt x="97286" y="33759"/>
                  </a:moveTo>
                  <a:cubicBezTo>
                    <a:pt x="92488" y="33098"/>
                    <a:pt x="80146" y="24196"/>
                    <a:pt x="80146" y="20755"/>
                  </a:cubicBezTo>
                  <a:cubicBezTo>
                    <a:pt x="80146" y="17314"/>
                    <a:pt x="86334" y="11820"/>
                    <a:pt x="75347" y="10431"/>
                  </a:cubicBezTo>
                  <a:cubicBezTo>
                    <a:pt x="64361" y="9041"/>
                    <a:pt x="63005" y="4937"/>
                    <a:pt x="60920" y="2886"/>
                  </a:cubicBezTo>
                  <a:cubicBezTo>
                    <a:pt x="58835" y="834"/>
                    <a:pt x="49934" y="7022"/>
                    <a:pt x="47220" y="11820"/>
                  </a:cubicBezTo>
                  <a:cubicBezTo>
                    <a:pt x="44507" y="16619"/>
                    <a:pt x="41728" y="10431"/>
                    <a:pt x="35539" y="13872"/>
                  </a:cubicBezTo>
                  <a:cubicBezTo>
                    <a:pt x="29351" y="17314"/>
                    <a:pt x="23197" y="9074"/>
                    <a:pt x="20450" y="13872"/>
                  </a:cubicBezTo>
                  <a:cubicBezTo>
                    <a:pt x="17704" y="18670"/>
                    <a:pt x="10821" y="11125"/>
                    <a:pt x="7214" y="15229"/>
                  </a:cubicBezTo>
                  <a:cubicBezTo>
                    <a:pt x="5912" y="16781"/>
                    <a:pt x="4300" y="18043"/>
                    <a:pt x="2482" y="18935"/>
                  </a:cubicBezTo>
                  <a:cubicBezTo>
                    <a:pt x="5493" y="22244"/>
                    <a:pt x="8769" y="25553"/>
                    <a:pt x="8769" y="28101"/>
                  </a:cubicBezTo>
                  <a:cubicBezTo>
                    <a:pt x="8769" y="32502"/>
                    <a:pt x="17571" y="35811"/>
                    <a:pt x="17571" y="41337"/>
                  </a:cubicBezTo>
                  <a:cubicBezTo>
                    <a:pt x="17571" y="46863"/>
                    <a:pt x="28590" y="51264"/>
                    <a:pt x="31899" y="49047"/>
                  </a:cubicBezTo>
                  <a:cubicBezTo>
                    <a:pt x="35208" y="46830"/>
                    <a:pt x="42919" y="44646"/>
                    <a:pt x="44011" y="52356"/>
                  </a:cubicBezTo>
                  <a:cubicBezTo>
                    <a:pt x="45102" y="60066"/>
                    <a:pt x="49504" y="60066"/>
                    <a:pt x="49504" y="65593"/>
                  </a:cubicBezTo>
                  <a:cubicBezTo>
                    <a:pt x="49504" y="71119"/>
                    <a:pt x="38517" y="67810"/>
                    <a:pt x="36268" y="73303"/>
                  </a:cubicBezTo>
                  <a:cubicBezTo>
                    <a:pt x="34017" y="78796"/>
                    <a:pt x="54996" y="85414"/>
                    <a:pt x="54996" y="89848"/>
                  </a:cubicBezTo>
                  <a:cubicBezTo>
                    <a:pt x="54996" y="94282"/>
                    <a:pt x="61615" y="99775"/>
                    <a:pt x="63799" y="105268"/>
                  </a:cubicBezTo>
                  <a:cubicBezTo>
                    <a:pt x="65983" y="110761"/>
                    <a:pt x="75910" y="117379"/>
                    <a:pt x="78094" y="123964"/>
                  </a:cubicBezTo>
                  <a:cubicBezTo>
                    <a:pt x="80278" y="130549"/>
                    <a:pt x="89113" y="133891"/>
                    <a:pt x="92422" y="137201"/>
                  </a:cubicBezTo>
                  <a:cubicBezTo>
                    <a:pt x="95731" y="140510"/>
                    <a:pt x="96823" y="148220"/>
                    <a:pt x="95731" y="154805"/>
                  </a:cubicBezTo>
                  <a:cubicBezTo>
                    <a:pt x="94038" y="164696"/>
                    <a:pt x="95990" y="174866"/>
                    <a:pt x="101224" y="183428"/>
                  </a:cubicBezTo>
                  <a:cubicBezTo>
                    <a:pt x="107842" y="193355"/>
                    <a:pt x="93514" y="197756"/>
                    <a:pt x="89113" y="203282"/>
                  </a:cubicBezTo>
                  <a:cubicBezTo>
                    <a:pt x="84712" y="208809"/>
                    <a:pt x="86929" y="216519"/>
                    <a:pt x="73693" y="213209"/>
                  </a:cubicBezTo>
                  <a:cubicBezTo>
                    <a:pt x="60457" y="209900"/>
                    <a:pt x="75910" y="224196"/>
                    <a:pt x="73693" y="228597"/>
                  </a:cubicBezTo>
                  <a:cubicBezTo>
                    <a:pt x="71476" y="232998"/>
                    <a:pt x="53838" y="224196"/>
                    <a:pt x="53838" y="228597"/>
                  </a:cubicBezTo>
                  <a:cubicBezTo>
                    <a:pt x="53838" y="231244"/>
                    <a:pt x="47915" y="234685"/>
                    <a:pt x="43150" y="237002"/>
                  </a:cubicBezTo>
                  <a:cubicBezTo>
                    <a:pt x="45336" y="239391"/>
                    <a:pt x="47937" y="241364"/>
                    <a:pt x="50827" y="242826"/>
                  </a:cubicBezTo>
                  <a:cubicBezTo>
                    <a:pt x="54964" y="245407"/>
                    <a:pt x="45731" y="249775"/>
                    <a:pt x="45963" y="257981"/>
                  </a:cubicBezTo>
                  <a:cubicBezTo>
                    <a:pt x="46195" y="266187"/>
                    <a:pt x="52383" y="268272"/>
                    <a:pt x="54699" y="264897"/>
                  </a:cubicBezTo>
                  <a:cubicBezTo>
                    <a:pt x="59084" y="259890"/>
                    <a:pt x="64414" y="255797"/>
                    <a:pt x="70384" y="252852"/>
                  </a:cubicBezTo>
                  <a:cubicBezTo>
                    <a:pt x="74222" y="251561"/>
                    <a:pt x="70384" y="245903"/>
                    <a:pt x="74487" y="246234"/>
                  </a:cubicBezTo>
                  <a:cubicBezTo>
                    <a:pt x="78590" y="246565"/>
                    <a:pt x="77300" y="240311"/>
                    <a:pt x="79120" y="236968"/>
                  </a:cubicBezTo>
                  <a:cubicBezTo>
                    <a:pt x="80940" y="233626"/>
                    <a:pt x="83752" y="234917"/>
                    <a:pt x="89907" y="235182"/>
                  </a:cubicBezTo>
                  <a:cubicBezTo>
                    <a:pt x="96062" y="235446"/>
                    <a:pt x="104798" y="229523"/>
                    <a:pt x="113567" y="223865"/>
                  </a:cubicBezTo>
                  <a:cubicBezTo>
                    <a:pt x="122336" y="218206"/>
                    <a:pt x="123825" y="216949"/>
                    <a:pt x="127167" y="200701"/>
                  </a:cubicBezTo>
                  <a:cubicBezTo>
                    <a:pt x="130509" y="184454"/>
                    <a:pt x="123329" y="165228"/>
                    <a:pt x="123064" y="160331"/>
                  </a:cubicBezTo>
                  <a:cubicBezTo>
                    <a:pt x="122799" y="155433"/>
                    <a:pt x="110986" y="132833"/>
                    <a:pt x="106519" y="133097"/>
                  </a:cubicBezTo>
                  <a:cubicBezTo>
                    <a:pt x="102052" y="133362"/>
                    <a:pt x="82098" y="112813"/>
                    <a:pt x="78491" y="109471"/>
                  </a:cubicBezTo>
                  <a:cubicBezTo>
                    <a:pt x="74884" y="106128"/>
                    <a:pt x="75943" y="100470"/>
                    <a:pt x="70781" y="96234"/>
                  </a:cubicBezTo>
                  <a:cubicBezTo>
                    <a:pt x="65619" y="91999"/>
                    <a:pt x="65156" y="80550"/>
                    <a:pt x="66413" y="72608"/>
                  </a:cubicBezTo>
                  <a:cubicBezTo>
                    <a:pt x="67670" y="64666"/>
                    <a:pt x="79020" y="62681"/>
                    <a:pt x="78756" y="57419"/>
                  </a:cubicBezTo>
                  <a:cubicBezTo>
                    <a:pt x="78491" y="52158"/>
                    <a:pt x="79782" y="47492"/>
                    <a:pt x="85374" y="47161"/>
                  </a:cubicBezTo>
                  <a:cubicBezTo>
                    <a:pt x="91039" y="46359"/>
                    <a:pt x="96044" y="43055"/>
                    <a:pt x="99007" y="38161"/>
                  </a:cubicBezTo>
                  <a:cubicBezTo>
                    <a:pt x="99357" y="37607"/>
                    <a:pt x="99864" y="37169"/>
                    <a:pt x="100463" y="36903"/>
                  </a:cubicBezTo>
                  <a:cubicBezTo>
                    <a:pt x="99714" y="35583"/>
                    <a:pt x="98614" y="34495"/>
                    <a:pt x="97286" y="3375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999B956-EFA4-3947-9E83-FDF36E5735C5}"/>
                </a:ext>
              </a:extLst>
            </p:cNvPr>
            <p:cNvSpPr/>
            <p:nvPr/>
          </p:nvSpPr>
          <p:spPr>
            <a:xfrm>
              <a:off x="6161373" y="2878435"/>
              <a:ext cx="99272" cy="79417"/>
            </a:xfrm>
            <a:custGeom>
              <a:avLst/>
              <a:gdLst>
                <a:gd name="connsiteX0" fmla="*/ 50396 w 99271"/>
                <a:gd name="connsiteY0" fmla="*/ 69259 h 79417"/>
                <a:gd name="connsiteX1" fmla="*/ 70250 w 99271"/>
                <a:gd name="connsiteY1" fmla="*/ 69259 h 79417"/>
                <a:gd name="connsiteX2" fmla="*/ 70250 w 99271"/>
                <a:gd name="connsiteY2" fmla="*/ 53872 h 79417"/>
                <a:gd name="connsiteX3" fmla="*/ 85670 w 99271"/>
                <a:gd name="connsiteY3" fmla="*/ 43944 h 79417"/>
                <a:gd name="connsiteX4" fmla="*/ 97781 w 99271"/>
                <a:gd name="connsiteY4" fmla="*/ 24090 h 79417"/>
                <a:gd name="connsiteX5" fmla="*/ 91759 w 99271"/>
                <a:gd name="connsiteY5" fmla="*/ 2482 h 79417"/>
                <a:gd name="connsiteX6" fmla="*/ 79416 w 99271"/>
                <a:gd name="connsiteY6" fmla="*/ 4930 h 79417"/>
                <a:gd name="connsiteX7" fmla="*/ 67570 w 99271"/>
                <a:gd name="connsiteY7" fmla="*/ 8637 h 79417"/>
                <a:gd name="connsiteX8" fmla="*/ 62375 w 99271"/>
                <a:gd name="connsiteY8" fmla="*/ 13071 h 79417"/>
                <a:gd name="connsiteX9" fmla="*/ 52712 w 99271"/>
                <a:gd name="connsiteY9" fmla="*/ 6453 h 79417"/>
                <a:gd name="connsiteX10" fmla="*/ 28986 w 99271"/>
                <a:gd name="connsiteY10" fmla="*/ 5692 h 79417"/>
                <a:gd name="connsiteX11" fmla="*/ 5260 w 99271"/>
                <a:gd name="connsiteY11" fmla="*/ 17571 h 79417"/>
                <a:gd name="connsiteX12" fmla="*/ 5988 w 99271"/>
                <a:gd name="connsiteY12" fmla="*/ 33157 h 79417"/>
                <a:gd name="connsiteX13" fmla="*/ 8205 w 99271"/>
                <a:gd name="connsiteY13" fmla="*/ 46393 h 79417"/>
                <a:gd name="connsiteX14" fmla="*/ 8205 w 99271"/>
                <a:gd name="connsiteY14" fmla="*/ 46922 h 79417"/>
                <a:gd name="connsiteX15" fmla="*/ 12904 w 99271"/>
                <a:gd name="connsiteY15" fmla="*/ 62574 h 79417"/>
                <a:gd name="connsiteX16" fmla="*/ 23692 w 99271"/>
                <a:gd name="connsiteY16" fmla="*/ 64361 h 79417"/>
                <a:gd name="connsiteX17" fmla="*/ 24453 w 99271"/>
                <a:gd name="connsiteY17" fmla="*/ 73626 h 79417"/>
                <a:gd name="connsiteX18" fmla="*/ 38351 w 99271"/>
                <a:gd name="connsiteY18" fmla="*/ 74917 h 79417"/>
                <a:gd name="connsiteX19" fmla="*/ 39906 w 99271"/>
                <a:gd name="connsiteY19" fmla="*/ 77564 h 79417"/>
                <a:gd name="connsiteX20" fmla="*/ 50396 w 99271"/>
                <a:gd name="connsiteY20" fmla="*/ 69259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271" h="79417">
                  <a:moveTo>
                    <a:pt x="50396" y="69259"/>
                  </a:moveTo>
                  <a:cubicBezTo>
                    <a:pt x="50396" y="64858"/>
                    <a:pt x="68033" y="73660"/>
                    <a:pt x="70250" y="69259"/>
                  </a:cubicBezTo>
                  <a:cubicBezTo>
                    <a:pt x="72467" y="64858"/>
                    <a:pt x="57014" y="50562"/>
                    <a:pt x="70250" y="53872"/>
                  </a:cubicBezTo>
                  <a:cubicBezTo>
                    <a:pt x="83486" y="57181"/>
                    <a:pt x="81269" y="49437"/>
                    <a:pt x="85670" y="43944"/>
                  </a:cubicBezTo>
                  <a:cubicBezTo>
                    <a:pt x="90071" y="38451"/>
                    <a:pt x="104399" y="34017"/>
                    <a:pt x="97781" y="24090"/>
                  </a:cubicBezTo>
                  <a:cubicBezTo>
                    <a:pt x="93713" y="17627"/>
                    <a:pt x="91619" y="10117"/>
                    <a:pt x="91759" y="2482"/>
                  </a:cubicBezTo>
                  <a:cubicBezTo>
                    <a:pt x="88321" y="5327"/>
                    <a:pt x="83680" y="6247"/>
                    <a:pt x="79416" y="4930"/>
                  </a:cubicBezTo>
                  <a:cubicBezTo>
                    <a:pt x="75710" y="3441"/>
                    <a:pt x="67570" y="2713"/>
                    <a:pt x="67570" y="8637"/>
                  </a:cubicBezTo>
                  <a:cubicBezTo>
                    <a:pt x="67570" y="14560"/>
                    <a:pt x="61646" y="16049"/>
                    <a:pt x="62375" y="13071"/>
                  </a:cubicBezTo>
                  <a:cubicBezTo>
                    <a:pt x="63103" y="10093"/>
                    <a:pt x="56451" y="10854"/>
                    <a:pt x="52712" y="6453"/>
                  </a:cubicBezTo>
                  <a:cubicBezTo>
                    <a:pt x="48973" y="2052"/>
                    <a:pt x="35670" y="7942"/>
                    <a:pt x="28986" y="5692"/>
                  </a:cubicBezTo>
                  <a:cubicBezTo>
                    <a:pt x="22302" y="3441"/>
                    <a:pt x="11912" y="9398"/>
                    <a:pt x="5260" y="17571"/>
                  </a:cubicBezTo>
                  <a:cubicBezTo>
                    <a:pt x="-1391" y="25745"/>
                    <a:pt x="5988" y="25745"/>
                    <a:pt x="5988" y="33157"/>
                  </a:cubicBezTo>
                  <a:cubicBezTo>
                    <a:pt x="5988" y="40569"/>
                    <a:pt x="10422" y="40569"/>
                    <a:pt x="8205" y="46393"/>
                  </a:cubicBezTo>
                  <a:cubicBezTo>
                    <a:pt x="8205" y="46393"/>
                    <a:pt x="8205" y="46757"/>
                    <a:pt x="8205" y="46922"/>
                  </a:cubicBezTo>
                  <a:cubicBezTo>
                    <a:pt x="14824" y="49801"/>
                    <a:pt x="12176" y="57975"/>
                    <a:pt x="12904" y="62574"/>
                  </a:cubicBezTo>
                  <a:cubicBezTo>
                    <a:pt x="13632" y="67174"/>
                    <a:pt x="20118" y="64626"/>
                    <a:pt x="23692" y="64361"/>
                  </a:cubicBezTo>
                  <a:cubicBezTo>
                    <a:pt x="27266" y="64096"/>
                    <a:pt x="21375" y="70020"/>
                    <a:pt x="24453" y="73626"/>
                  </a:cubicBezTo>
                  <a:cubicBezTo>
                    <a:pt x="27530" y="77233"/>
                    <a:pt x="36564" y="70549"/>
                    <a:pt x="38351" y="74917"/>
                  </a:cubicBezTo>
                  <a:cubicBezTo>
                    <a:pt x="38748" y="75866"/>
                    <a:pt x="39271" y="76756"/>
                    <a:pt x="39906" y="77564"/>
                  </a:cubicBezTo>
                  <a:cubicBezTo>
                    <a:pt x="44473" y="75347"/>
                    <a:pt x="50396" y="71906"/>
                    <a:pt x="50396" y="6925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5EECA5F-2259-5C43-A6E1-C605BD0EBC4B}"/>
                </a:ext>
              </a:extLst>
            </p:cNvPr>
            <p:cNvSpPr/>
            <p:nvPr/>
          </p:nvSpPr>
          <p:spPr>
            <a:xfrm>
              <a:off x="6123649" y="2735583"/>
              <a:ext cx="132362" cy="158835"/>
            </a:xfrm>
            <a:custGeom>
              <a:avLst/>
              <a:gdLst>
                <a:gd name="connsiteX0" fmla="*/ 89245 w 132362"/>
                <a:gd name="connsiteY0" fmla="*/ 73395 h 158834"/>
                <a:gd name="connsiteX1" fmla="*/ 70516 w 132362"/>
                <a:gd name="connsiteY1" fmla="*/ 56850 h 158834"/>
                <a:gd name="connsiteX2" fmla="*/ 83752 w 132362"/>
                <a:gd name="connsiteY2" fmla="*/ 49139 h 158834"/>
                <a:gd name="connsiteX3" fmla="*/ 78259 w 132362"/>
                <a:gd name="connsiteY3" fmla="*/ 35903 h 158834"/>
                <a:gd name="connsiteX4" fmla="*/ 66148 w 132362"/>
                <a:gd name="connsiteY4" fmla="*/ 32594 h 158834"/>
                <a:gd name="connsiteX5" fmla="*/ 51820 w 132362"/>
                <a:gd name="connsiteY5" fmla="*/ 24884 h 158834"/>
                <a:gd name="connsiteX6" fmla="*/ 43018 w 132362"/>
                <a:gd name="connsiteY6" fmla="*/ 11648 h 158834"/>
                <a:gd name="connsiteX7" fmla="*/ 36730 w 132362"/>
                <a:gd name="connsiteY7" fmla="*/ 2482 h 158834"/>
                <a:gd name="connsiteX8" fmla="*/ 29815 w 132362"/>
                <a:gd name="connsiteY8" fmla="*/ 2912 h 158834"/>
                <a:gd name="connsiteX9" fmla="*/ 27068 w 132362"/>
                <a:gd name="connsiteY9" fmla="*/ 11846 h 158834"/>
                <a:gd name="connsiteX10" fmla="*/ 26373 w 132362"/>
                <a:gd name="connsiteY10" fmla="*/ 25546 h 158834"/>
                <a:gd name="connsiteX11" fmla="*/ 17472 w 132362"/>
                <a:gd name="connsiteY11" fmla="*/ 17306 h 158834"/>
                <a:gd name="connsiteX12" fmla="*/ 8537 w 132362"/>
                <a:gd name="connsiteY12" fmla="*/ 31734 h 158834"/>
                <a:gd name="connsiteX13" fmla="*/ 2482 w 132362"/>
                <a:gd name="connsiteY13" fmla="*/ 36764 h 158834"/>
                <a:gd name="connsiteX14" fmla="*/ 5791 w 132362"/>
                <a:gd name="connsiteY14" fmla="*/ 40073 h 158834"/>
                <a:gd name="connsiteX15" fmla="*/ 7280 w 132362"/>
                <a:gd name="connsiteY15" fmla="*/ 53309 h 158834"/>
                <a:gd name="connsiteX16" fmla="*/ 19159 w 132362"/>
                <a:gd name="connsiteY16" fmla="*/ 57776 h 158834"/>
                <a:gd name="connsiteX17" fmla="*/ 17670 w 132362"/>
                <a:gd name="connsiteY17" fmla="*/ 76307 h 158834"/>
                <a:gd name="connsiteX18" fmla="*/ 13236 w 132362"/>
                <a:gd name="connsiteY18" fmla="*/ 89543 h 158834"/>
                <a:gd name="connsiteX19" fmla="*/ 28789 w 132362"/>
                <a:gd name="connsiteY19" fmla="*/ 83620 h 158834"/>
                <a:gd name="connsiteX20" fmla="*/ 41396 w 132362"/>
                <a:gd name="connsiteY20" fmla="*/ 82892 h 158834"/>
                <a:gd name="connsiteX21" fmla="*/ 52548 w 132362"/>
                <a:gd name="connsiteY21" fmla="*/ 79914 h 158834"/>
                <a:gd name="connsiteX22" fmla="*/ 68861 w 132362"/>
                <a:gd name="connsiteY22" fmla="*/ 79186 h 158834"/>
                <a:gd name="connsiteX23" fmla="*/ 81469 w 132362"/>
                <a:gd name="connsiteY23" fmla="*/ 91793 h 158834"/>
                <a:gd name="connsiteX24" fmla="*/ 82958 w 132362"/>
                <a:gd name="connsiteY24" fmla="*/ 112541 h 158834"/>
                <a:gd name="connsiteX25" fmla="*/ 94837 w 132362"/>
                <a:gd name="connsiteY25" fmla="*/ 131105 h 158834"/>
                <a:gd name="connsiteX26" fmla="*/ 92587 w 132362"/>
                <a:gd name="connsiteY26" fmla="*/ 150959 h 158834"/>
                <a:gd name="connsiteX27" fmla="*/ 100033 w 132362"/>
                <a:gd name="connsiteY27" fmla="*/ 155724 h 158834"/>
                <a:gd name="connsiteX28" fmla="*/ 105228 w 132362"/>
                <a:gd name="connsiteY28" fmla="*/ 151290 h 158834"/>
                <a:gd name="connsiteX29" fmla="*/ 117074 w 132362"/>
                <a:gd name="connsiteY29" fmla="*/ 147584 h 158834"/>
                <a:gd name="connsiteX30" fmla="*/ 129417 w 132362"/>
                <a:gd name="connsiteY30" fmla="*/ 145135 h 158834"/>
                <a:gd name="connsiteX31" fmla="*/ 129947 w 132362"/>
                <a:gd name="connsiteY31" fmla="*/ 138120 h 158834"/>
                <a:gd name="connsiteX32" fmla="*/ 126638 w 132362"/>
                <a:gd name="connsiteY32" fmla="*/ 120516 h 158834"/>
                <a:gd name="connsiteX33" fmla="*/ 112309 w 132362"/>
                <a:gd name="connsiteY33" fmla="*/ 107280 h 158834"/>
                <a:gd name="connsiteX34" fmla="*/ 98014 w 132362"/>
                <a:gd name="connsiteY34" fmla="*/ 88583 h 158834"/>
                <a:gd name="connsiteX35" fmla="*/ 89245 w 132362"/>
                <a:gd name="connsiteY35" fmla="*/ 73395 h 1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2362" h="158834">
                  <a:moveTo>
                    <a:pt x="89245" y="73395"/>
                  </a:moveTo>
                  <a:cubicBezTo>
                    <a:pt x="89245" y="68994"/>
                    <a:pt x="68299" y="62409"/>
                    <a:pt x="70516" y="56850"/>
                  </a:cubicBezTo>
                  <a:cubicBezTo>
                    <a:pt x="72733" y="51290"/>
                    <a:pt x="83752" y="54633"/>
                    <a:pt x="83752" y="49139"/>
                  </a:cubicBezTo>
                  <a:cubicBezTo>
                    <a:pt x="83752" y="43646"/>
                    <a:pt x="79351" y="43646"/>
                    <a:pt x="78259" y="35903"/>
                  </a:cubicBezTo>
                  <a:cubicBezTo>
                    <a:pt x="77167" y="28160"/>
                    <a:pt x="69457" y="30410"/>
                    <a:pt x="66148" y="32594"/>
                  </a:cubicBezTo>
                  <a:cubicBezTo>
                    <a:pt x="62839" y="34778"/>
                    <a:pt x="51820" y="30410"/>
                    <a:pt x="51820" y="24884"/>
                  </a:cubicBezTo>
                  <a:cubicBezTo>
                    <a:pt x="51820" y="19358"/>
                    <a:pt x="43018" y="16082"/>
                    <a:pt x="43018" y="11648"/>
                  </a:cubicBezTo>
                  <a:cubicBezTo>
                    <a:pt x="43018" y="9133"/>
                    <a:pt x="39709" y="5824"/>
                    <a:pt x="36730" y="2482"/>
                  </a:cubicBezTo>
                  <a:cubicBezTo>
                    <a:pt x="33951" y="3872"/>
                    <a:pt x="31105" y="4203"/>
                    <a:pt x="29815" y="2912"/>
                  </a:cubicBezTo>
                  <a:cubicBezTo>
                    <a:pt x="27763" y="860"/>
                    <a:pt x="25016" y="9762"/>
                    <a:pt x="27068" y="11846"/>
                  </a:cubicBezTo>
                  <a:cubicBezTo>
                    <a:pt x="29119" y="13931"/>
                    <a:pt x="31866" y="26936"/>
                    <a:pt x="26373" y="25546"/>
                  </a:cubicBezTo>
                  <a:cubicBezTo>
                    <a:pt x="20880" y="24156"/>
                    <a:pt x="20880" y="16644"/>
                    <a:pt x="17472" y="17306"/>
                  </a:cubicBezTo>
                  <a:cubicBezTo>
                    <a:pt x="17472" y="17306"/>
                    <a:pt x="8537" y="27631"/>
                    <a:pt x="8537" y="31734"/>
                  </a:cubicBezTo>
                  <a:cubicBezTo>
                    <a:pt x="8537" y="34513"/>
                    <a:pt x="5228" y="35440"/>
                    <a:pt x="2482" y="36764"/>
                  </a:cubicBezTo>
                  <a:cubicBezTo>
                    <a:pt x="3699" y="37746"/>
                    <a:pt x="4808" y="38855"/>
                    <a:pt x="5791" y="40073"/>
                  </a:cubicBezTo>
                  <a:cubicBezTo>
                    <a:pt x="7313" y="42290"/>
                    <a:pt x="5063" y="48213"/>
                    <a:pt x="7280" y="53309"/>
                  </a:cubicBezTo>
                  <a:cubicBezTo>
                    <a:pt x="9497" y="58405"/>
                    <a:pt x="16942" y="50364"/>
                    <a:pt x="19159" y="57776"/>
                  </a:cubicBezTo>
                  <a:cubicBezTo>
                    <a:pt x="21376" y="65188"/>
                    <a:pt x="17670" y="68895"/>
                    <a:pt x="17670" y="76307"/>
                  </a:cubicBezTo>
                  <a:cubicBezTo>
                    <a:pt x="17670" y="83719"/>
                    <a:pt x="11747" y="82925"/>
                    <a:pt x="13236" y="89543"/>
                  </a:cubicBezTo>
                  <a:cubicBezTo>
                    <a:pt x="14725" y="96161"/>
                    <a:pt x="22865" y="88087"/>
                    <a:pt x="28789" y="83620"/>
                  </a:cubicBezTo>
                  <a:cubicBezTo>
                    <a:pt x="34712" y="79153"/>
                    <a:pt x="39212" y="79914"/>
                    <a:pt x="41396" y="82892"/>
                  </a:cubicBezTo>
                  <a:cubicBezTo>
                    <a:pt x="43580" y="85870"/>
                    <a:pt x="51058" y="83620"/>
                    <a:pt x="52548" y="79914"/>
                  </a:cubicBezTo>
                  <a:cubicBezTo>
                    <a:pt x="54037" y="76207"/>
                    <a:pt x="65155" y="74719"/>
                    <a:pt x="68861" y="79186"/>
                  </a:cubicBezTo>
                  <a:cubicBezTo>
                    <a:pt x="72304" y="84085"/>
                    <a:pt x="76570" y="88350"/>
                    <a:pt x="81469" y="91793"/>
                  </a:cubicBezTo>
                  <a:cubicBezTo>
                    <a:pt x="86664" y="94738"/>
                    <a:pt x="77763" y="111052"/>
                    <a:pt x="82958" y="112541"/>
                  </a:cubicBezTo>
                  <a:cubicBezTo>
                    <a:pt x="90360" y="115696"/>
                    <a:pt x="95073" y="123062"/>
                    <a:pt x="94837" y="131105"/>
                  </a:cubicBezTo>
                  <a:cubicBezTo>
                    <a:pt x="94209" y="138749"/>
                    <a:pt x="98478" y="144341"/>
                    <a:pt x="92587" y="150959"/>
                  </a:cubicBezTo>
                  <a:cubicBezTo>
                    <a:pt x="96260" y="153342"/>
                    <a:pt x="100628" y="153309"/>
                    <a:pt x="100033" y="155724"/>
                  </a:cubicBezTo>
                  <a:cubicBezTo>
                    <a:pt x="99305" y="158702"/>
                    <a:pt x="105228" y="157213"/>
                    <a:pt x="105228" y="151290"/>
                  </a:cubicBezTo>
                  <a:cubicBezTo>
                    <a:pt x="105228" y="145367"/>
                    <a:pt x="113368" y="146095"/>
                    <a:pt x="117074" y="147584"/>
                  </a:cubicBezTo>
                  <a:cubicBezTo>
                    <a:pt x="121338" y="148900"/>
                    <a:pt x="125979" y="147980"/>
                    <a:pt x="129417" y="145135"/>
                  </a:cubicBezTo>
                  <a:cubicBezTo>
                    <a:pt x="129399" y="142786"/>
                    <a:pt x="129576" y="140440"/>
                    <a:pt x="129947" y="138120"/>
                  </a:cubicBezTo>
                  <a:cubicBezTo>
                    <a:pt x="131039" y="131502"/>
                    <a:pt x="129947" y="123825"/>
                    <a:pt x="126638" y="120516"/>
                  </a:cubicBezTo>
                  <a:cubicBezTo>
                    <a:pt x="123329" y="117207"/>
                    <a:pt x="114526" y="113898"/>
                    <a:pt x="112309" y="107280"/>
                  </a:cubicBezTo>
                  <a:cubicBezTo>
                    <a:pt x="110092" y="100661"/>
                    <a:pt x="100231" y="94043"/>
                    <a:pt x="98014" y="88583"/>
                  </a:cubicBezTo>
                  <a:cubicBezTo>
                    <a:pt x="95797" y="83123"/>
                    <a:pt x="89245" y="77796"/>
                    <a:pt x="89245" y="7339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E08198F-7D65-C841-9090-9A41966C240D}"/>
                </a:ext>
              </a:extLst>
            </p:cNvPr>
            <p:cNvSpPr/>
            <p:nvPr/>
          </p:nvSpPr>
          <p:spPr>
            <a:xfrm>
              <a:off x="6078911" y="2770262"/>
              <a:ext cx="142289" cy="268034"/>
            </a:xfrm>
            <a:custGeom>
              <a:avLst/>
              <a:gdLst>
                <a:gd name="connsiteX0" fmla="*/ 88418 w 142289"/>
                <a:gd name="connsiteY0" fmla="*/ 141495 h 268033"/>
                <a:gd name="connsiteX1" fmla="*/ 87690 w 142289"/>
                <a:gd name="connsiteY1" fmla="*/ 125910 h 268033"/>
                <a:gd name="connsiteX2" fmla="*/ 111416 w 142289"/>
                <a:gd name="connsiteY2" fmla="*/ 114030 h 268033"/>
                <a:gd name="connsiteX3" fmla="*/ 135142 w 142289"/>
                <a:gd name="connsiteY3" fmla="*/ 114791 h 268033"/>
                <a:gd name="connsiteX4" fmla="*/ 137359 w 142289"/>
                <a:gd name="connsiteY4" fmla="*/ 116677 h 268033"/>
                <a:gd name="connsiteX5" fmla="*/ 139609 w 142289"/>
                <a:gd name="connsiteY5" fmla="*/ 96823 h 268033"/>
                <a:gd name="connsiteX6" fmla="*/ 127729 w 142289"/>
                <a:gd name="connsiteY6" fmla="*/ 78259 h 268033"/>
                <a:gd name="connsiteX7" fmla="*/ 126241 w 142289"/>
                <a:gd name="connsiteY7" fmla="*/ 57511 h 268033"/>
                <a:gd name="connsiteX8" fmla="*/ 113633 w 142289"/>
                <a:gd name="connsiteY8" fmla="*/ 44904 h 268033"/>
                <a:gd name="connsiteX9" fmla="*/ 97319 w 142289"/>
                <a:gd name="connsiteY9" fmla="*/ 45632 h 268033"/>
                <a:gd name="connsiteX10" fmla="*/ 86168 w 142289"/>
                <a:gd name="connsiteY10" fmla="*/ 48610 h 268033"/>
                <a:gd name="connsiteX11" fmla="*/ 73560 w 142289"/>
                <a:gd name="connsiteY11" fmla="*/ 49338 h 268033"/>
                <a:gd name="connsiteX12" fmla="*/ 58008 w 142289"/>
                <a:gd name="connsiteY12" fmla="*/ 55261 h 268033"/>
                <a:gd name="connsiteX13" fmla="*/ 62442 w 142289"/>
                <a:gd name="connsiteY13" fmla="*/ 42025 h 268033"/>
                <a:gd name="connsiteX14" fmla="*/ 63931 w 142289"/>
                <a:gd name="connsiteY14" fmla="*/ 23494 h 268033"/>
                <a:gd name="connsiteX15" fmla="*/ 52051 w 142289"/>
                <a:gd name="connsiteY15" fmla="*/ 19027 h 268033"/>
                <a:gd name="connsiteX16" fmla="*/ 50562 w 142289"/>
                <a:gd name="connsiteY16" fmla="*/ 5791 h 268033"/>
                <a:gd name="connsiteX17" fmla="*/ 47253 w 142289"/>
                <a:gd name="connsiteY17" fmla="*/ 2482 h 268033"/>
                <a:gd name="connsiteX18" fmla="*/ 44408 w 142289"/>
                <a:gd name="connsiteY18" fmla="*/ 4997 h 268033"/>
                <a:gd name="connsiteX19" fmla="*/ 28623 w 142289"/>
                <a:gd name="connsiteY19" fmla="*/ 13931 h 268033"/>
                <a:gd name="connsiteX20" fmla="*/ 15387 w 142289"/>
                <a:gd name="connsiteY20" fmla="*/ 18034 h 268033"/>
                <a:gd name="connsiteX21" fmla="*/ 5791 w 142289"/>
                <a:gd name="connsiteY21" fmla="*/ 23527 h 268033"/>
                <a:gd name="connsiteX22" fmla="*/ 2482 w 142289"/>
                <a:gd name="connsiteY22" fmla="*/ 50993 h 268033"/>
                <a:gd name="connsiteX23" fmla="*/ 15486 w 142289"/>
                <a:gd name="connsiteY23" fmla="*/ 66777 h 268033"/>
                <a:gd name="connsiteX24" fmla="*/ 18795 w 142289"/>
                <a:gd name="connsiteY24" fmla="*/ 78425 h 268033"/>
                <a:gd name="connsiteX25" fmla="*/ 18100 w 142289"/>
                <a:gd name="connsiteY25" fmla="*/ 86664 h 268033"/>
                <a:gd name="connsiteX26" fmla="*/ 15354 w 142289"/>
                <a:gd name="connsiteY26" fmla="*/ 99007 h 268033"/>
                <a:gd name="connsiteX27" fmla="*/ 21542 w 142289"/>
                <a:gd name="connsiteY27" fmla="*/ 117538 h 268033"/>
                <a:gd name="connsiteX28" fmla="*/ 28425 w 142289"/>
                <a:gd name="connsiteY28" fmla="*/ 138815 h 268033"/>
                <a:gd name="connsiteX29" fmla="*/ 33885 w 142289"/>
                <a:gd name="connsiteY29" fmla="*/ 151853 h 268033"/>
                <a:gd name="connsiteX30" fmla="*/ 18994 w 142289"/>
                <a:gd name="connsiteY30" fmla="*/ 180509 h 268033"/>
                <a:gd name="connsiteX31" fmla="*/ 14097 w 142289"/>
                <a:gd name="connsiteY31" fmla="*/ 206088 h 268033"/>
                <a:gd name="connsiteX32" fmla="*/ 15122 w 142289"/>
                <a:gd name="connsiteY32" fmla="*/ 221508 h 268033"/>
                <a:gd name="connsiteX33" fmla="*/ 37988 w 142289"/>
                <a:gd name="connsiteY33" fmla="*/ 243877 h 268033"/>
                <a:gd name="connsiteX34" fmla="*/ 43183 w 142289"/>
                <a:gd name="connsiteY34" fmla="*/ 252448 h 268033"/>
                <a:gd name="connsiteX35" fmla="*/ 53110 w 142289"/>
                <a:gd name="connsiteY35" fmla="*/ 253143 h 268033"/>
                <a:gd name="connsiteX36" fmla="*/ 61647 w 142289"/>
                <a:gd name="connsiteY36" fmla="*/ 263368 h 268033"/>
                <a:gd name="connsiteX37" fmla="*/ 75347 w 142289"/>
                <a:gd name="connsiteY37" fmla="*/ 265088 h 268033"/>
                <a:gd name="connsiteX38" fmla="*/ 80675 w 142289"/>
                <a:gd name="connsiteY38" fmla="*/ 258073 h 268033"/>
                <a:gd name="connsiteX39" fmla="*/ 60820 w 142289"/>
                <a:gd name="connsiteY39" fmla="*/ 246425 h 268033"/>
                <a:gd name="connsiteX40" fmla="*/ 48742 w 142289"/>
                <a:gd name="connsiteY40" fmla="*/ 226571 h 268033"/>
                <a:gd name="connsiteX41" fmla="*/ 42323 w 142289"/>
                <a:gd name="connsiteY41" fmla="*/ 210390 h 268033"/>
                <a:gd name="connsiteX42" fmla="*/ 31270 w 142289"/>
                <a:gd name="connsiteY42" fmla="*/ 202150 h 268033"/>
                <a:gd name="connsiteX43" fmla="*/ 33322 w 142289"/>
                <a:gd name="connsiteY43" fmla="*/ 174420 h 268033"/>
                <a:gd name="connsiteX44" fmla="*/ 42852 w 142289"/>
                <a:gd name="connsiteY44" fmla="*/ 138980 h 268033"/>
                <a:gd name="connsiteX45" fmla="*/ 57511 w 142289"/>
                <a:gd name="connsiteY45" fmla="*/ 134579 h 268033"/>
                <a:gd name="connsiteX46" fmla="*/ 70748 w 142289"/>
                <a:gd name="connsiteY46" fmla="*/ 145135 h 268033"/>
                <a:gd name="connsiteX47" fmla="*/ 89278 w 142289"/>
                <a:gd name="connsiteY47" fmla="*/ 155062 h 268033"/>
                <a:gd name="connsiteX48" fmla="*/ 90469 w 142289"/>
                <a:gd name="connsiteY48" fmla="*/ 155592 h 268033"/>
                <a:gd name="connsiteX49" fmla="*/ 90469 w 142289"/>
                <a:gd name="connsiteY49" fmla="*/ 155062 h 268033"/>
                <a:gd name="connsiteX50" fmla="*/ 88418 w 142289"/>
                <a:gd name="connsiteY50" fmla="*/ 141495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42289" h="268033">
                  <a:moveTo>
                    <a:pt x="88418" y="141495"/>
                  </a:moveTo>
                  <a:cubicBezTo>
                    <a:pt x="88418" y="134083"/>
                    <a:pt x="80972" y="134083"/>
                    <a:pt x="87690" y="125910"/>
                  </a:cubicBezTo>
                  <a:cubicBezTo>
                    <a:pt x="94407" y="117736"/>
                    <a:pt x="104732" y="111813"/>
                    <a:pt x="111416" y="114030"/>
                  </a:cubicBezTo>
                  <a:cubicBezTo>
                    <a:pt x="118100" y="116247"/>
                    <a:pt x="131270" y="110324"/>
                    <a:pt x="135142" y="114791"/>
                  </a:cubicBezTo>
                  <a:cubicBezTo>
                    <a:pt x="135784" y="115525"/>
                    <a:pt x="136531" y="116161"/>
                    <a:pt x="137359" y="116677"/>
                  </a:cubicBezTo>
                  <a:cubicBezTo>
                    <a:pt x="143249" y="110059"/>
                    <a:pt x="138980" y="104632"/>
                    <a:pt x="139609" y="96823"/>
                  </a:cubicBezTo>
                  <a:cubicBezTo>
                    <a:pt x="139845" y="88780"/>
                    <a:pt x="135131" y="81414"/>
                    <a:pt x="127729" y="78259"/>
                  </a:cubicBezTo>
                  <a:cubicBezTo>
                    <a:pt x="122534" y="76770"/>
                    <a:pt x="131436" y="60457"/>
                    <a:pt x="126241" y="57511"/>
                  </a:cubicBezTo>
                  <a:cubicBezTo>
                    <a:pt x="121342" y="54068"/>
                    <a:pt x="117076" y="49803"/>
                    <a:pt x="113633" y="44904"/>
                  </a:cubicBezTo>
                  <a:cubicBezTo>
                    <a:pt x="109927" y="40437"/>
                    <a:pt x="98808" y="41926"/>
                    <a:pt x="97319" y="45632"/>
                  </a:cubicBezTo>
                  <a:cubicBezTo>
                    <a:pt x="95830" y="49338"/>
                    <a:pt x="88418" y="51588"/>
                    <a:pt x="86168" y="48610"/>
                  </a:cubicBezTo>
                  <a:cubicBezTo>
                    <a:pt x="83918" y="45632"/>
                    <a:pt x="79550" y="44871"/>
                    <a:pt x="73560" y="49338"/>
                  </a:cubicBezTo>
                  <a:cubicBezTo>
                    <a:pt x="67571" y="53805"/>
                    <a:pt x="59497" y="61946"/>
                    <a:pt x="58008" y="55261"/>
                  </a:cubicBezTo>
                  <a:cubicBezTo>
                    <a:pt x="56519" y="48577"/>
                    <a:pt x="62442" y="49338"/>
                    <a:pt x="62442" y="42025"/>
                  </a:cubicBezTo>
                  <a:cubicBezTo>
                    <a:pt x="62442" y="34712"/>
                    <a:pt x="66181" y="30874"/>
                    <a:pt x="63931" y="23494"/>
                  </a:cubicBezTo>
                  <a:cubicBezTo>
                    <a:pt x="61681" y="16115"/>
                    <a:pt x="54302" y="24222"/>
                    <a:pt x="52051" y="19027"/>
                  </a:cubicBezTo>
                  <a:cubicBezTo>
                    <a:pt x="49801" y="13832"/>
                    <a:pt x="52051" y="7909"/>
                    <a:pt x="50562" y="5791"/>
                  </a:cubicBezTo>
                  <a:cubicBezTo>
                    <a:pt x="49580" y="4574"/>
                    <a:pt x="48470" y="3464"/>
                    <a:pt x="47253" y="2482"/>
                  </a:cubicBezTo>
                  <a:cubicBezTo>
                    <a:pt x="46038" y="2958"/>
                    <a:pt x="45029" y="3849"/>
                    <a:pt x="44408" y="4997"/>
                  </a:cubicBezTo>
                  <a:cubicBezTo>
                    <a:pt x="43018" y="8306"/>
                    <a:pt x="31370" y="9133"/>
                    <a:pt x="28623" y="13931"/>
                  </a:cubicBezTo>
                  <a:cubicBezTo>
                    <a:pt x="25877" y="18729"/>
                    <a:pt x="17637" y="18034"/>
                    <a:pt x="15387" y="18034"/>
                  </a:cubicBezTo>
                  <a:cubicBezTo>
                    <a:pt x="13137" y="18034"/>
                    <a:pt x="6486" y="18729"/>
                    <a:pt x="5791" y="23527"/>
                  </a:cubicBezTo>
                  <a:cubicBezTo>
                    <a:pt x="5096" y="28326"/>
                    <a:pt x="2482" y="47551"/>
                    <a:pt x="2482" y="50993"/>
                  </a:cubicBezTo>
                  <a:cubicBezTo>
                    <a:pt x="2482" y="54434"/>
                    <a:pt x="12078" y="65387"/>
                    <a:pt x="15486" y="66777"/>
                  </a:cubicBezTo>
                  <a:cubicBezTo>
                    <a:pt x="18895" y="68167"/>
                    <a:pt x="14791" y="76373"/>
                    <a:pt x="18795" y="78425"/>
                  </a:cubicBezTo>
                  <a:cubicBezTo>
                    <a:pt x="22799" y="80476"/>
                    <a:pt x="20185" y="87359"/>
                    <a:pt x="18100" y="86664"/>
                  </a:cubicBezTo>
                  <a:cubicBezTo>
                    <a:pt x="16016" y="85969"/>
                    <a:pt x="19490" y="95599"/>
                    <a:pt x="15354" y="99007"/>
                  </a:cubicBezTo>
                  <a:cubicBezTo>
                    <a:pt x="11218" y="102415"/>
                    <a:pt x="14659" y="111383"/>
                    <a:pt x="21542" y="117538"/>
                  </a:cubicBezTo>
                  <a:cubicBezTo>
                    <a:pt x="28425" y="123693"/>
                    <a:pt x="28425" y="133322"/>
                    <a:pt x="28425" y="138815"/>
                  </a:cubicBezTo>
                  <a:cubicBezTo>
                    <a:pt x="28425" y="144308"/>
                    <a:pt x="33885" y="145003"/>
                    <a:pt x="33885" y="151853"/>
                  </a:cubicBezTo>
                  <a:cubicBezTo>
                    <a:pt x="33885" y="151853"/>
                    <a:pt x="25711" y="181634"/>
                    <a:pt x="18994" y="180509"/>
                  </a:cubicBezTo>
                  <a:cubicBezTo>
                    <a:pt x="17538" y="187987"/>
                    <a:pt x="15685" y="199702"/>
                    <a:pt x="14097" y="206088"/>
                  </a:cubicBezTo>
                  <a:cubicBezTo>
                    <a:pt x="12045" y="214030"/>
                    <a:pt x="10490" y="220979"/>
                    <a:pt x="15122" y="221508"/>
                  </a:cubicBezTo>
                  <a:cubicBezTo>
                    <a:pt x="19755" y="222038"/>
                    <a:pt x="28987" y="232561"/>
                    <a:pt x="37988" y="243877"/>
                  </a:cubicBezTo>
                  <a:cubicBezTo>
                    <a:pt x="40071" y="246506"/>
                    <a:pt x="41817" y="249385"/>
                    <a:pt x="43183" y="252448"/>
                  </a:cubicBezTo>
                  <a:cubicBezTo>
                    <a:pt x="46508" y="252295"/>
                    <a:pt x="49839" y="252528"/>
                    <a:pt x="53110" y="253143"/>
                  </a:cubicBezTo>
                  <a:cubicBezTo>
                    <a:pt x="58160" y="253853"/>
                    <a:pt x="61850" y="258273"/>
                    <a:pt x="61647" y="263368"/>
                  </a:cubicBezTo>
                  <a:cubicBezTo>
                    <a:pt x="61648" y="266677"/>
                    <a:pt x="73196" y="265519"/>
                    <a:pt x="75347" y="265088"/>
                  </a:cubicBezTo>
                  <a:cubicBezTo>
                    <a:pt x="76969" y="264758"/>
                    <a:pt x="74884" y="259959"/>
                    <a:pt x="80675" y="258073"/>
                  </a:cubicBezTo>
                  <a:cubicBezTo>
                    <a:pt x="75716" y="251879"/>
                    <a:pt x="68647" y="247732"/>
                    <a:pt x="60820" y="246425"/>
                  </a:cubicBezTo>
                  <a:cubicBezTo>
                    <a:pt x="52084" y="245664"/>
                    <a:pt x="47981" y="232561"/>
                    <a:pt x="48742" y="226571"/>
                  </a:cubicBezTo>
                  <a:cubicBezTo>
                    <a:pt x="49503" y="220582"/>
                    <a:pt x="42323" y="215519"/>
                    <a:pt x="42323" y="210390"/>
                  </a:cubicBezTo>
                  <a:cubicBezTo>
                    <a:pt x="42323" y="205261"/>
                    <a:pt x="37194" y="204996"/>
                    <a:pt x="31270" y="202150"/>
                  </a:cubicBezTo>
                  <a:cubicBezTo>
                    <a:pt x="25347" y="199304"/>
                    <a:pt x="32561" y="181866"/>
                    <a:pt x="33322" y="174420"/>
                  </a:cubicBezTo>
                  <a:cubicBezTo>
                    <a:pt x="34083" y="166975"/>
                    <a:pt x="46558" y="145632"/>
                    <a:pt x="42852" y="138980"/>
                  </a:cubicBezTo>
                  <a:cubicBezTo>
                    <a:pt x="39146" y="132329"/>
                    <a:pt x="55427" y="127134"/>
                    <a:pt x="57511" y="134579"/>
                  </a:cubicBezTo>
                  <a:cubicBezTo>
                    <a:pt x="59596" y="142025"/>
                    <a:pt x="60324" y="145632"/>
                    <a:pt x="70748" y="145135"/>
                  </a:cubicBezTo>
                  <a:cubicBezTo>
                    <a:pt x="81171" y="144639"/>
                    <a:pt x="81039" y="152581"/>
                    <a:pt x="89278" y="155062"/>
                  </a:cubicBezTo>
                  <a:cubicBezTo>
                    <a:pt x="89687" y="155213"/>
                    <a:pt x="90085" y="155389"/>
                    <a:pt x="90469" y="155592"/>
                  </a:cubicBezTo>
                  <a:cubicBezTo>
                    <a:pt x="90469" y="155592"/>
                    <a:pt x="90469" y="155228"/>
                    <a:pt x="90469" y="155062"/>
                  </a:cubicBezTo>
                  <a:cubicBezTo>
                    <a:pt x="92852" y="148742"/>
                    <a:pt x="88418" y="148742"/>
                    <a:pt x="88418" y="14149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1E26C4E-4977-AF40-8D3D-28E93478B913}"/>
                </a:ext>
              </a:extLst>
            </p:cNvPr>
            <p:cNvSpPr/>
            <p:nvPr/>
          </p:nvSpPr>
          <p:spPr>
            <a:xfrm>
              <a:off x="4998140" y="2549364"/>
              <a:ext cx="370614" cy="297815"/>
            </a:xfrm>
            <a:custGeom>
              <a:avLst/>
              <a:gdLst>
                <a:gd name="connsiteX0" fmla="*/ 221243 w 370614"/>
                <a:gd name="connsiteY0" fmla="*/ 63651 h 297815"/>
                <a:gd name="connsiteX1" fmla="*/ 190370 w 370614"/>
                <a:gd name="connsiteY1" fmla="*/ 60342 h 297815"/>
                <a:gd name="connsiteX2" fmla="*/ 169788 w 370614"/>
                <a:gd name="connsiteY2" fmla="*/ 53459 h 297815"/>
                <a:gd name="connsiteX3" fmla="*/ 127928 w 370614"/>
                <a:gd name="connsiteY3" fmla="*/ 22586 h 297815"/>
                <a:gd name="connsiteX4" fmla="*/ 93580 w 370614"/>
                <a:gd name="connsiteY4" fmla="*/ 2731 h 297815"/>
                <a:gd name="connsiteX5" fmla="*/ 79186 w 370614"/>
                <a:gd name="connsiteY5" fmla="*/ 2731 h 297815"/>
                <a:gd name="connsiteX6" fmla="*/ 61350 w 370614"/>
                <a:gd name="connsiteY6" fmla="*/ 8224 h 297815"/>
                <a:gd name="connsiteX7" fmla="*/ 44176 w 370614"/>
                <a:gd name="connsiteY7" fmla="*/ 19210 h 297815"/>
                <a:gd name="connsiteX8" fmla="*/ 57213 w 370614"/>
                <a:gd name="connsiteY8" fmla="*/ 34300 h 297815"/>
                <a:gd name="connsiteX9" fmla="*/ 46922 w 370614"/>
                <a:gd name="connsiteY9" fmla="*/ 42539 h 297815"/>
                <a:gd name="connsiteX10" fmla="*/ 35936 w 370614"/>
                <a:gd name="connsiteY10" fmla="*/ 47337 h 297815"/>
                <a:gd name="connsiteX11" fmla="*/ 22237 w 370614"/>
                <a:gd name="connsiteY11" fmla="*/ 57629 h 297815"/>
                <a:gd name="connsiteX12" fmla="*/ 4964 w 370614"/>
                <a:gd name="connsiteY12" fmla="*/ 49985 h 297815"/>
                <a:gd name="connsiteX13" fmla="*/ 3143 w 370614"/>
                <a:gd name="connsiteY13" fmla="*/ 54948 h 297815"/>
                <a:gd name="connsiteX14" fmla="*/ 2482 w 370614"/>
                <a:gd name="connsiteY14" fmla="*/ 59647 h 297815"/>
                <a:gd name="connsiteX15" fmla="*/ 5394 w 370614"/>
                <a:gd name="connsiteY15" fmla="*/ 79501 h 297815"/>
                <a:gd name="connsiteX16" fmla="*/ 19524 w 370614"/>
                <a:gd name="connsiteY16" fmla="*/ 96741 h 297815"/>
                <a:gd name="connsiteX17" fmla="*/ 44705 w 370614"/>
                <a:gd name="connsiteY17" fmla="*/ 135788 h 297815"/>
                <a:gd name="connsiteX18" fmla="*/ 57942 w 370614"/>
                <a:gd name="connsiteY18" fmla="*/ 155047 h 297815"/>
                <a:gd name="connsiteX19" fmla="*/ 73626 w 370614"/>
                <a:gd name="connsiteY19" fmla="*/ 174604 h 297815"/>
                <a:gd name="connsiteX20" fmla="*/ 77994 w 370614"/>
                <a:gd name="connsiteY20" fmla="*/ 193862 h 297815"/>
                <a:gd name="connsiteX21" fmla="*/ 92157 w 370614"/>
                <a:gd name="connsiteY21" fmla="*/ 223181 h 297815"/>
                <a:gd name="connsiteX22" fmla="*/ 112210 w 370614"/>
                <a:gd name="connsiteY22" fmla="*/ 246046 h 297815"/>
                <a:gd name="connsiteX23" fmla="*/ 128127 w 370614"/>
                <a:gd name="connsiteY23" fmla="*/ 272518 h 297815"/>
                <a:gd name="connsiteX24" fmla="*/ 134017 w 370614"/>
                <a:gd name="connsiteY24" fmla="*/ 285755 h 297815"/>
                <a:gd name="connsiteX25" fmla="*/ 139741 w 370614"/>
                <a:gd name="connsiteY25" fmla="*/ 295847 h 297815"/>
                <a:gd name="connsiteX26" fmla="*/ 147783 w 370614"/>
                <a:gd name="connsiteY26" fmla="*/ 291480 h 297815"/>
                <a:gd name="connsiteX27" fmla="*/ 147286 w 370614"/>
                <a:gd name="connsiteY27" fmla="*/ 282016 h 297815"/>
                <a:gd name="connsiteX28" fmla="*/ 154731 w 370614"/>
                <a:gd name="connsiteY28" fmla="*/ 275563 h 297815"/>
                <a:gd name="connsiteX29" fmla="*/ 167636 w 370614"/>
                <a:gd name="connsiteY29" fmla="*/ 277548 h 297815"/>
                <a:gd name="connsiteX30" fmla="*/ 189013 w 370614"/>
                <a:gd name="connsiteY30" fmla="*/ 279534 h 297815"/>
                <a:gd name="connsiteX31" fmla="*/ 213335 w 370614"/>
                <a:gd name="connsiteY31" fmla="*/ 283505 h 297815"/>
                <a:gd name="connsiteX32" fmla="*/ 225247 w 370614"/>
                <a:gd name="connsiteY32" fmla="*/ 279037 h 297815"/>
                <a:gd name="connsiteX33" fmla="*/ 252084 w 370614"/>
                <a:gd name="connsiteY33" fmla="*/ 255675 h 297815"/>
                <a:gd name="connsiteX34" fmla="*/ 286333 w 370614"/>
                <a:gd name="connsiteY34" fmla="*/ 253723 h 297815"/>
                <a:gd name="connsiteX35" fmla="*/ 356385 w 370614"/>
                <a:gd name="connsiteY35" fmla="*/ 230858 h 297815"/>
                <a:gd name="connsiteX36" fmla="*/ 368298 w 370614"/>
                <a:gd name="connsiteY36" fmla="*/ 194458 h 297815"/>
                <a:gd name="connsiteX37" fmla="*/ 359363 w 370614"/>
                <a:gd name="connsiteY37" fmla="*/ 182049 h 297815"/>
                <a:gd name="connsiteX38" fmla="*/ 315651 w 370614"/>
                <a:gd name="connsiteY38" fmla="*/ 177085 h 297815"/>
                <a:gd name="connsiteX39" fmla="*/ 302415 w 370614"/>
                <a:gd name="connsiteY39" fmla="*/ 158422 h 297815"/>
                <a:gd name="connsiteX40" fmla="*/ 295234 w 370614"/>
                <a:gd name="connsiteY40" fmla="*/ 147304 h 297815"/>
                <a:gd name="connsiteX41" fmla="*/ 280707 w 370614"/>
                <a:gd name="connsiteY41" fmla="*/ 137377 h 297815"/>
                <a:gd name="connsiteX42" fmla="*/ 271409 w 370614"/>
                <a:gd name="connsiteY42" fmla="*/ 118614 h 297815"/>
                <a:gd name="connsiteX43" fmla="*/ 263698 w 370614"/>
                <a:gd name="connsiteY43" fmla="*/ 99885 h 297815"/>
                <a:gd name="connsiteX44" fmla="*/ 245962 w 370614"/>
                <a:gd name="connsiteY44" fmla="*/ 79303 h 297815"/>
                <a:gd name="connsiteX45" fmla="*/ 243811 w 370614"/>
                <a:gd name="connsiteY45" fmla="*/ 71924 h 297815"/>
                <a:gd name="connsiteX46" fmla="*/ 229979 w 370614"/>
                <a:gd name="connsiteY46" fmla="*/ 71229 h 29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0614" h="297815">
                  <a:moveTo>
                    <a:pt x="221243" y="63651"/>
                  </a:moveTo>
                  <a:cubicBezTo>
                    <a:pt x="221243" y="63651"/>
                    <a:pt x="194473" y="60342"/>
                    <a:pt x="190370" y="60342"/>
                  </a:cubicBezTo>
                  <a:cubicBezTo>
                    <a:pt x="182951" y="60302"/>
                    <a:pt x="175739" y="57890"/>
                    <a:pt x="169788" y="53459"/>
                  </a:cubicBezTo>
                  <a:cubicBezTo>
                    <a:pt x="156378" y="42450"/>
                    <a:pt x="142406" y="32145"/>
                    <a:pt x="127928" y="22586"/>
                  </a:cubicBezTo>
                  <a:cubicBezTo>
                    <a:pt x="122435" y="19839"/>
                    <a:pt x="99768" y="3360"/>
                    <a:pt x="93580" y="2731"/>
                  </a:cubicBezTo>
                  <a:cubicBezTo>
                    <a:pt x="88788" y="2399"/>
                    <a:pt x="83978" y="2399"/>
                    <a:pt x="79186" y="2731"/>
                  </a:cubicBezTo>
                  <a:cubicBezTo>
                    <a:pt x="71641" y="2731"/>
                    <a:pt x="75082" y="7529"/>
                    <a:pt x="61350" y="8224"/>
                  </a:cubicBezTo>
                  <a:cubicBezTo>
                    <a:pt x="47617" y="8919"/>
                    <a:pt x="40073" y="17854"/>
                    <a:pt x="44176" y="19210"/>
                  </a:cubicBezTo>
                  <a:cubicBezTo>
                    <a:pt x="48279" y="20567"/>
                    <a:pt x="61350" y="32248"/>
                    <a:pt x="57213" y="34300"/>
                  </a:cubicBezTo>
                  <a:cubicBezTo>
                    <a:pt x="53077" y="36351"/>
                    <a:pt x="52415" y="42539"/>
                    <a:pt x="46922" y="42539"/>
                  </a:cubicBezTo>
                  <a:cubicBezTo>
                    <a:pt x="41429" y="42539"/>
                    <a:pt x="35936" y="43234"/>
                    <a:pt x="35936" y="47337"/>
                  </a:cubicBezTo>
                  <a:cubicBezTo>
                    <a:pt x="35936" y="51441"/>
                    <a:pt x="28392" y="58323"/>
                    <a:pt x="22237" y="57629"/>
                  </a:cubicBezTo>
                  <a:cubicBezTo>
                    <a:pt x="18696" y="57264"/>
                    <a:pt x="10953" y="53294"/>
                    <a:pt x="4964" y="49985"/>
                  </a:cubicBezTo>
                  <a:lnTo>
                    <a:pt x="3143" y="54948"/>
                  </a:lnTo>
                  <a:lnTo>
                    <a:pt x="2482" y="59647"/>
                  </a:lnTo>
                  <a:cubicBezTo>
                    <a:pt x="3673" y="63287"/>
                    <a:pt x="1886" y="78277"/>
                    <a:pt x="5394" y="79501"/>
                  </a:cubicBezTo>
                  <a:cubicBezTo>
                    <a:pt x="8901" y="80726"/>
                    <a:pt x="11284" y="87741"/>
                    <a:pt x="19524" y="96741"/>
                  </a:cubicBezTo>
                  <a:cubicBezTo>
                    <a:pt x="27763" y="105742"/>
                    <a:pt x="44440" y="129832"/>
                    <a:pt x="44705" y="135788"/>
                  </a:cubicBezTo>
                  <a:cubicBezTo>
                    <a:pt x="44970" y="141745"/>
                    <a:pt x="47783" y="148131"/>
                    <a:pt x="57942" y="155047"/>
                  </a:cubicBezTo>
                  <a:cubicBezTo>
                    <a:pt x="68100" y="161963"/>
                    <a:pt x="68233" y="170467"/>
                    <a:pt x="73626" y="174604"/>
                  </a:cubicBezTo>
                  <a:cubicBezTo>
                    <a:pt x="79020" y="178740"/>
                    <a:pt x="77763" y="183571"/>
                    <a:pt x="77994" y="193862"/>
                  </a:cubicBezTo>
                  <a:cubicBezTo>
                    <a:pt x="78226" y="204153"/>
                    <a:pt x="82892" y="217489"/>
                    <a:pt x="92157" y="223181"/>
                  </a:cubicBezTo>
                  <a:cubicBezTo>
                    <a:pt x="101348" y="228175"/>
                    <a:pt x="108458" y="236282"/>
                    <a:pt x="112210" y="246046"/>
                  </a:cubicBezTo>
                  <a:cubicBezTo>
                    <a:pt x="115752" y="255817"/>
                    <a:pt x="121157" y="264808"/>
                    <a:pt x="128127" y="272518"/>
                  </a:cubicBezTo>
                  <a:cubicBezTo>
                    <a:pt x="134017" y="278409"/>
                    <a:pt x="130708" y="281486"/>
                    <a:pt x="134017" y="285755"/>
                  </a:cubicBezTo>
                  <a:cubicBezTo>
                    <a:pt x="136335" y="288869"/>
                    <a:pt x="138258" y="292260"/>
                    <a:pt x="139741" y="295847"/>
                  </a:cubicBezTo>
                  <a:cubicBezTo>
                    <a:pt x="142572" y="294688"/>
                    <a:pt x="145268" y="293223"/>
                    <a:pt x="147783" y="291480"/>
                  </a:cubicBezTo>
                  <a:cubicBezTo>
                    <a:pt x="148775" y="289461"/>
                    <a:pt x="145797" y="284001"/>
                    <a:pt x="147286" y="282016"/>
                  </a:cubicBezTo>
                  <a:cubicBezTo>
                    <a:pt x="149160" y="279249"/>
                    <a:pt x="151727" y="277024"/>
                    <a:pt x="154731" y="275563"/>
                  </a:cubicBezTo>
                  <a:cubicBezTo>
                    <a:pt x="157709" y="274570"/>
                    <a:pt x="161350" y="278541"/>
                    <a:pt x="167636" y="277548"/>
                  </a:cubicBezTo>
                  <a:cubicBezTo>
                    <a:pt x="173924" y="276556"/>
                    <a:pt x="187491" y="278045"/>
                    <a:pt x="189013" y="279534"/>
                  </a:cubicBezTo>
                  <a:cubicBezTo>
                    <a:pt x="190535" y="281023"/>
                    <a:pt x="208868" y="280030"/>
                    <a:pt x="213335" y="283505"/>
                  </a:cubicBezTo>
                  <a:cubicBezTo>
                    <a:pt x="217802" y="286979"/>
                    <a:pt x="222269" y="285986"/>
                    <a:pt x="225247" y="279037"/>
                  </a:cubicBezTo>
                  <a:cubicBezTo>
                    <a:pt x="228225" y="272088"/>
                    <a:pt x="249073" y="257198"/>
                    <a:pt x="252084" y="255675"/>
                  </a:cubicBezTo>
                  <a:cubicBezTo>
                    <a:pt x="255095" y="254153"/>
                    <a:pt x="277398" y="255675"/>
                    <a:pt x="286333" y="253723"/>
                  </a:cubicBezTo>
                  <a:cubicBezTo>
                    <a:pt x="295267" y="251771"/>
                    <a:pt x="353903" y="232876"/>
                    <a:pt x="356385" y="230858"/>
                  </a:cubicBezTo>
                  <a:cubicBezTo>
                    <a:pt x="358867" y="228839"/>
                    <a:pt x="368298" y="198098"/>
                    <a:pt x="368298" y="194458"/>
                  </a:cubicBezTo>
                  <a:cubicBezTo>
                    <a:pt x="368298" y="190818"/>
                    <a:pt x="363830" y="181520"/>
                    <a:pt x="359363" y="182049"/>
                  </a:cubicBezTo>
                  <a:cubicBezTo>
                    <a:pt x="354896" y="182578"/>
                    <a:pt x="318133" y="178740"/>
                    <a:pt x="315651" y="177085"/>
                  </a:cubicBezTo>
                  <a:cubicBezTo>
                    <a:pt x="313169" y="175431"/>
                    <a:pt x="303870" y="168515"/>
                    <a:pt x="302415" y="158422"/>
                  </a:cubicBezTo>
                  <a:cubicBezTo>
                    <a:pt x="298970" y="155512"/>
                    <a:pt x="296470" y="151641"/>
                    <a:pt x="295234" y="147304"/>
                  </a:cubicBezTo>
                  <a:cubicBezTo>
                    <a:pt x="290998" y="147833"/>
                    <a:pt x="284380" y="146874"/>
                    <a:pt x="280707" y="137377"/>
                  </a:cubicBezTo>
                  <a:cubicBezTo>
                    <a:pt x="277398" y="135027"/>
                    <a:pt x="268265" y="122188"/>
                    <a:pt x="271409" y="118614"/>
                  </a:cubicBezTo>
                  <a:cubicBezTo>
                    <a:pt x="275280" y="114280"/>
                    <a:pt x="269357" y="105014"/>
                    <a:pt x="263698" y="99885"/>
                  </a:cubicBezTo>
                  <a:cubicBezTo>
                    <a:pt x="258040" y="94756"/>
                    <a:pt x="246491" y="85226"/>
                    <a:pt x="245962" y="79303"/>
                  </a:cubicBezTo>
                  <a:cubicBezTo>
                    <a:pt x="245532" y="76768"/>
                    <a:pt x="244811" y="74292"/>
                    <a:pt x="243811" y="71924"/>
                  </a:cubicBezTo>
                  <a:lnTo>
                    <a:pt x="229979" y="7122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A2198E8-D945-1343-9BF1-90888F7E593A}"/>
                </a:ext>
              </a:extLst>
            </p:cNvPr>
            <p:cNvSpPr/>
            <p:nvPr/>
          </p:nvSpPr>
          <p:spPr>
            <a:xfrm>
              <a:off x="5298867" y="2683928"/>
              <a:ext cx="142289" cy="158835"/>
            </a:xfrm>
            <a:custGeom>
              <a:avLst/>
              <a:gdLst>
                <a:gd name="connsiteX0" fmla="*/ 72005 w 142289"/>
                <a:gd name="connsiteY0" fmla="*/ 5758 h 158834"/>
                <a:gd name="connsiteX1" fmla="*/ 72005 w 142289"/>
                <a:gd name="connsiteY1" fmla="*/ 18994 h 158834"/>
                <a:gd name="connsiteX2" fmla="*/ 61019 w 142289"/>
                <a:gd name="connsiteY2" fmla="*/ 32892 h 158834"/>
                <a:gd name="connsiteX3" fmla="*/ 55162 w 142289"/>
                <a:gd name="connsiteY3" fmla="*/ 47518 h 158834"/>
                <a:gd name="connsiteX4" fmla="*/ 58735 w 142289"/>
                <a:gd name="connsiteY4" fmla="*/ 47518 h 158834"/>
                <a:gd name="connsiteX5" fmla="*/ 67670 w 142289"/>
                <a:gd name="connsiteY5" fmla="*/ 59927 h 158834"/>
                <a:gd name="connsiteX6" fmla="*/ 55758 w 142289"/>
                <a:gd name="connsiteY6" fmla="*/ 96327 h 158834"/>
                <a:gd name="connsiteX7" fmla="*/ 2482 w 142289"/>
                <a:gd name="connsiteY7" fmla="*/ 114328 h 158834"/>
                <a:gd name="connsiteX8" fmla="*/ 23792 w 142289"/>
                <a:gd name="connsiteY8" fmla="*/ 158206 h 158834"/>
                <a:gd name="connsiteX9" fmla="*/ 28193 w 142289"/>
                <a:gd name="connsiteY9" fmla="*/ 156088 h 158834"/>
                <a:gd name="connsiteX10" fmla="*/ 56452 w 142289"/>
                <a:gd name="connsiteY10" fmla="*/ 151224 h 158834"/>
                <a:gd name="connsiteX11" fmla="*/ 63070 w 142289"/>
                <a:gd name="connsiteY11" fmla="*/ 137590 h 158834"/>
                <a:gd name="connsiteX12" fmla="*/ 82097 w 142289"/>
                <a:gd name="connsiteY12" fmla="*/ 134513 h 158834"/>
                <a:gd name="connsiteX13" fmla="*/ 93415 w 142289"/>
                <a:gd name="connsiteY13" fmla="*/ 118596 h 158834"/>
                <a:gd name="connsiteX14" fmla="*/ 104434 w 142289"/>
                <a:gd name="connsiteY14" fmla="*/ 112938 h 158834"/>
                <a:gd name="connsiteX15" fmla="*/ 110357 w 142289"/>
                <a:gd name="connsiteY15" fmla="*/ 89543 h 158834"/>
                <a:gd name="connsiteX16" fmla="*/ 124487 w 142289"/>
                <a:gd name="connsiteY16" fmla="*/ 79781 h 158834"/>
                <a:gd name="connsiteX17" fmla="*/ 138881 w 142289"/>
                <a:gd name="connsiteY17" fmla="*/ 59497 h 158834"/>
                <a:gd name="connsiteX18" fmla="*/ 137624 w 142289"/>
                <a:gd name="connsiteY18" fmla="*/ 49967 h 158834"/>
                <a:gd name="connsiteX19" fmla="*/ 122964 w 142289"/>
                <a:gd name="connsiteY19" fmla="*/ 31734 h 158834"/>
                <a:gd name="connsiteX20" fmla="*/ 93911 w 142289"/>
                <a:gd name="connsiteY20" fmla="*/ 20946 h 158834"/>
                <a:gd name="connsiteX21" fmla="*/ 84546 w 142289"/>
                <a:gd name="connsiteY21" fmla="*/ 2482 h 158834"/>
                <a:gd name="connsiteX22" fmla="*/ 78524 w 142289"/>
                <a:gd name="connsiteY22" fmla="*/ 5791 h 1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289" h="158834">
                  <a:moveTo>
                    <a:pt x="72005" y="5758"/>
                  </a:moveTo>
                  <a:lnTo>
                    <a:pt x="72005" y="18994"/>
                  </a:lnTo>
                  <a:lnTo>
                    <a:pt x="61019" y="32892"/>
                  </a:lnTo>
                  <a:lnTo>
                    <a:pt x="55162" y="47518"/>
                  </a:lnTo>
                  <a:cubicBezTo>
                    <a:pt x="56352" y="47595"/>
                    <a:pt x="57545" y="47595"/>
                    <a:pt x="58735" y="47518"/>
                  </a:cubicBezTo>
                  <a:cubicBezTo>
                    <a:pt x="63203" y="46988"/>
                    <a:pt x="67670" y="56452"/>
                    <a:pt x="67670" y="59927"/>
                  </a:cubicBezTo>
                  <a:cubicBezTo>
                    <a:pt x="67670" y="63401"/>
                    <a:pt x="58239" y="94209"/>
                    <a:pt x="55758" y="96327"/>
                  </a:cubicBezTo>
                  <a:cubicBezTo>
                    <a:pt x="53937" y="97783"/>
                    <a:pt x="22965" y="107975"/>
                    <a:pt x="2482" y="114328"/>
                  </a:cubicBezTo>
                  <a:cubicBezTo>
                    <a:pt x="6916" y="123527"/>
                    <a:pt x="15718" y="141859"/>
                    <a:pt x="23792" y="158206"/>
                  </a:cubicBezTo>
                  <a:cubicBezTo>
                    <a:pt x="25313" y="157617"/>
                    <a:pt x="26784" y="156909"/>
                    <a:pt x="28193" y="156088"/>
                  </a:cubicBezTo>
                  <a:cubicBezTo>
                    <a:pt x="38120" y="150463"/>
                    <a:pt x="49007" y="153275"/>
                    <a:pt x="56452" y="151224"/>
                  </a:cubicBezTo>
                  <a:cubicBezTo>
                    <a:pt x="63898" y="149172"/>
                    <a:pt x="56717" y="142984"/>
                    <a:pt x="63070" y="137590"/>
                  </a:cubicBezTo>
                  <a:cubicBezTo>
                    <a:pt x="69424" y="132197"/>
                    <a:pt x="78755" y="136333"/>
                    <a:pt x="82097" y="134513"/>
                  </a:cubicBezTo>
                  <a:cubicBezTo>
                    <a:pt x="85440" y="132693"/>
                    <a:pt x="87756" y="120913"/>
                    <a:pt x="93415" y="118596"/>
                  </a:cubicBezTo>
                  <a:cubicBezTo>
                    <a:pt x="99073" y="116280"/>
                    <a:pt x="105228" y="117802"/>
                    <a:pt x="104434" y="112938"/>
                  </a:cubicBezTo>
                  <a:cubicBezTo>
                    <a:pt x="103639" y="108074"/>
                    <a:pt x="104963" y="90569"/>
                    <a:pt x="110357" y="89543"/>
                  </a:cubicBezTo>
                  <a:cubicBezTo>
                    <a:pt x="115751" y="88517"/>
                    <a:pt x="124255" y="82925"/>
                    <a:pt x="124487" y="79781"/>
                  </a:cubicBezTo>
                  <a:cubicBezTo>
                    <a:pt x="124718" y="76638"/>
                    <a:pt x="135539" y="65122"/>
                    <a:pt x="138881" y="59497"/>
                  </a:cubicBezTo>
                  <a:cubicBezTo>
                    <a:pt x="142223" y="53871"/>
                    <a:pt x="142488" y="50761"/>
                    <a:pt x="137624" y="49967"/>
                  </a:cubicBezTo>
                  <a:cubicBezTo>
                    <a:pt x="132759" y="49173"/>
                    <a:pt x="125016" y="35572"/>
                    <a:pt x="122964" y="31734"/>
                  </a:cubicBezTo>
                  <a:cubicBezTo>
                    <a:pt x="120913" y="27895"/>
                    <a:pt x="105989" y="30443"/>
                    <a:pt x="93911" y="20946"/>
                  </a:cubicBezTo>
                  <a:cubicBezTo>
                    <a:pt x="89014" y="17075"/>
                    <a:pt x="86300" y="9795"/>
                    <a:pt x="84546" y="2482"/>
                  </a:cubicBezTo>
                  <a:lnTo>
                    <a:pt x="78524" y="579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65A1C66-3793-1A47-82B2-042540250FF5}"/>
                </a:ext>
              </a:extLst>
            </p:cNvPr>
            <p:cNvSpPr/>
            <p:nvPr/>
          </p:nvSpPr>
          <p:spPr>
            <a:xfrm>
              <a:off x="5276564" y="2666794"/>
              <a:ext cx="19854" cy="29782"/>
            </a:xfrm>
            <a:custGeom>
              <a:avLst/>
              <a:gdLst>
                <a:gd name="connsiteX0" fmla="*/ 17009 w 19854"/>
                <a:gd name="connsiteY0" fmla="*/ 29875 h 29781"/>
                <a:gd name="connsiteX1" fmla="*/ 17373 w 19854"/>
                <a:gd name="connsiteY1" fmla="*/ 25043 h 29781"/>
                <a:gd name="connsiteX2" fmla="*/ 15288 w 19854"/>
                <a:gd name="connsiteY2" fmla="*/ 2674 h 29781"/>
                <a:gd name="connsiteX3" fmla="*/ 3739 w 19854"/>
                <a:gd name="connsiteY3" fmla="*/ 19617 h 29781"/>
                <a:gd name="connsiteX4" fmla="*/ 2482 w 19854"/>
                <a:gd name="connsiteY4" fmla="*/ 19881 h 29781"/>
                <a:gd name="connsiteX5" fmla="*/ 17009 w 19854"/>
                <a:gd name="connsiteY5" fmla="*/ 29875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54" h="29781">
                  <a:moveTo>
                    <a:pt x="17009" y="29875"/>
                  </a:moveTo>
                  <a:cubicBezTo>
                    <a:pt x="16515" y="28276"/>
                    <a:pt x="16645" y="26550"/>
                    <a:pt x="17373" y="25043"/>
                  </a:cubicBezTo>
                  <a:cubicBezTo>
                    <a:pt x="20682" y="19385"/>
                    <a:pt x="22766" y="4726"/>
                    <a:pt x="15288" y="2674"/>
                  </a:cubicBezTo>
                  <a:cubicBezTo>
                    <a:pt x="7809" y="623"/>
                    <a:pt x="3739" y="15547"/>
                    <a:pt x="3739" y="19617"/>
                  </a:cubicBezTo>
                  <a:cubicBezTo>
                    <a:pt x="3739" y="20378"/>
                    <a:pt x="3243" y="20378"/>
                    <a:pt x="2482" y="19881"/>
                  </a:cubicBezTo>
                  <a:cubicBezTo>
                    <a:pt x="6155" y="29478"/>
                    <a:pt x="12773" y="30437"/>
                    <a:pt x="17009" y="2987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389FC58B-D571-F74F-BAF9-18841645B62E}"/>
                </a:ext>
              </a:extLst>
            </p:cNvPr>
            <p:cNvSpPr/>
            <p:nvPr/>
          </p:nvSpPr>
          <p:spPr>
            <a:xfrm>
              <a:off x="5298304" y="2662152"/>
              <a:ext cx="86035" cy="69490"/>
            </a:xfrm>
            <a:custGeom>
              <a:avLst/>
              <a:gdLst>
                <a:gd name="connsiteX0" fmla="*/ 15586 w 86035"/>
                <a:gd name="connsiteY0" fmla="*/ 64298 h 69490"/>
                <a:gd name="connsiteX1" fmla="*/ 55724 w 86035"/>
                <a:gd name="connsiteY1" fmla="*/ 69195 h 69490"/>
                <a:gd name="connsiteX2" fmla="*/ 61581 w 86035"/>
                <a:gd name="connsiteY2" fmla="*/ 54569 h 69490"/>
                <a:gd name="connsiteX3" fmla="*/ 72568 w 86035"/>
                <a:gd name="connsiteY3" fmla="*/ 40671 h 69490"/>
                <a:gd name="connsiteX4" fmla="*/ 72568 w 86035"/>
                <a:gd name="connsiteY4" fmla="*/ 27435 h 69490"/>
                <a:gd name="connsiteX5" fmla="*/ 79186 w 86035"/>
                <a:gd name="connsiteY5" fmla="*/ 27435 h 69490"/>
                <a:gd name="connsiteX6" fmla="*/ 85208 w 86035"/>
                <a:gd name="connsiteY6" fmla="*/ 24126 h 69490"/>
                <a:gd name="connsiteX7" fmla="*/ 80443 w 86035"/>
                <a:gd name="connsiteY7" fmla="*/ 2485 h 69490"/>
                <a:gd name="connsiteX8" fmla="*/ 59629 w 86035"/>
                <a:gd name="connsiteY8" fmla="*/ 25880 h 69490"/>
                <a:gd name="connsiteX9" fmla="*/ 26737 w 86035"/>
                <a:gd name="connsiteY9" fmla="*/ 41300 h 69490"/>
                <a:gd name="connsiteX10" fmla="*/ 6188 w 86035"/>
                <a:gd name="connsiteY10" fmla="*/ 46694 h 69490"/>
                <a:gd name="connsiteX11" fmla="*/ 2482 w 86035"/>
                <a:gd name="connsiteY11" fmla="*/ 45701 h 69490"/>
                <a:gd name="connsiteX12" fmla="*/ 15586 w 86035"/>
                <a:gd name="connsiteY12" fmla="*/ 64298 h 6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035" h="69490">
                  <a:moveTo>
                    <a:pt x="15586" y="64298"/>
                  </a:moveTo>
                  <a:cubicBezTo>
                    <a:pt x="17736" y="65555"/>
                    <a:pt x="45367" y="68699"/>
                    <a:pt x="55724" y="69195"/>
                  </a:cubicBezTo>
                  <a:lnTo>
                    <a:pt x="61581" y="54569"/>
                  </a:lnTo>
                  <a:lnTo>
                    <a:pt x="72568" y="40671"/>
                  </a:lnTo>
                  <a:lnTo>
                    <a:pt x="72568" y="27435"/>
                  </a:lnTo>
                  <a:lnTo>
                    <a:pt x="79186" y="27435"/>
                  </a:lnTo>
                  <a:lnTo>
                    <a:pt x="85208" y="24126"/>
                  </a:lnTo>
                  <a:cubicBezTo>
                    <a:pt x="82660" y="13405"/>
                    <a:pt x="82296" y="2650"/>
                    <a:pt x="80443" y="2485"/>
                  </a:cubicBezTo>
                  <a:cubicBezTo>
                    <a:pt x="77366" y="2253"/>
                    <a:pt x="64758" y="15721"/>
                    <a:pt x="59629" y="25880"/>
                  </a:cubicBezTo>
                  <a:cubicBezTo>
                    <a:pt x="54500" y="36039"/>
                    <a:pt x="39775" y="43583"/>
                    <a:pt x="26737" y="41300"/>
                  </a:cubicBezTo>
                  <a:cubicBezTo>
                    <a:pt x="19415" y="39367"/>
                    <a:pt x="11616" y="41414"/>
                    <a:pt x="6188" y="46694"/>
                  </a:cubicBezTo>
                  <a:cubicBezTo>
                    <a:pt x="5328" y="47289"/>
                    <a:pt x="3971" y="46694"/>
                    <a:pt x="2482" y="45701"/>
                  </a:cubicBezTo>
                  <a:cubicBezTo>
                    <a:pt x="3805" y="55760"/>
                    <a:pt x="13567" y="63107"/>
                    <a:pt x="15586" y="6429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CD6D2FA-C25D-BB4D-A246-E982779406E3}"/>
                </a:ext>
              </a:extLst>
            </p:cNvPr>
            <p:cNvSpPr/>
            <p:nvPr/>
          </p:nvSpPr>
          <p:spPr>
            <a:xfrm>
              <a:off x="6120042" y="3017647"/>
              <a:ext cx="337524" cy="105890"/>
            </a:xfrm>
            <a:custGeom>
              <a:avLst/>
              <a:gdLst>
                <a:gd name="connsiteX0" fmla="*/ 63037 w 337523"/>
                <a:gd name="connsiteY0" fmla="*/ 39709 h 105889"/>
                <a:gd name="connsiteX1" fmla="*/ 49801 w 337523"/>
                <a:gd name="connsiteY1" fmla="*/ 21509 h 105889"/>
                <a:gd name="connsiteX2" fmla="*/ 41330 w 337523"/>
                <a:gd name="connsiteY2" fmla="*/ 13005 h 105889"/>
                <a:gd name="connsiteX3" fmla="*/ 39973 w 337523"/>
                <a:gd name="connsiteY3" fmla="*/ 10523 h 105889"/>
                <a:gd name="connsiteX4" fmla="*/ 34646 w 337523"/>
                <a:gd name="connsiteY4" fmla="*/ 17538 h 105889"/>
                <a:gd name="connsiteX5" fmla="*/ 20946 w 337523"/>
                <a:gd name="connsiteY5" fmla="*/ 15817 h 105889"/>
                <a:gd name="connsiteX6" fmla="*/ 12409 w 337523"/>
                <a:gd name="connsiteY6" fmla="*/ 5592 h 105889"/>
                <a:gd name="connsiteX7" fmla="*/ 2482 w 337523"/>
                <a:gd name="connsiteY7" fmla="*/ 4897 h 105889"/>
                <a:gd name="connsiteX8" fmla="*/ 7313 w 337523"/>
                <a:gd name="connsiteY8" fmla="*/ 31370 h 105889"/>
                <a:gd name="connsiteX9" fmla="*/ 25049 w 337523"/>
                <a:gd name="connsiteY9" fmla="*/ 64791 h 105889"/>
                <a:gd name="connsiteX10" fmla="*/ 41595 w 337523"/>
                <a:gd name="connsiteY10" fmla="*/ 80708 h 105889"/>
                <a:gd name="connsiteX11" fmla="*/ 74983 w 337523"/>
                <a:gd name="connsiteY11" fmla="*/ 97683 h 105889"/>
                <a:gd name="connsiteX12" fmla="*/ 63434 w 337523"/>
                <a:gd name="connsiteY12" fmla="*/ 73031 h 105889"/>
                <a:gd name="connsiteX13" fmla="*/ 63037 w 337523"/>
                <a:gd name="connsiteY13" fmla="*/ 39709 h 105889"/>
                <a:gd name="connsiteX14" fmla="*/ 325942 w 337523"/>
                <a:gd name="connsiteY14" fmla="*/ 19854 h 105889"/>
                <a:gd name="connsiteX15" fmla="*/ 310522 w 337523"/>
                <a:gd name="connsiteY15" fmla="*/ 15718 h 105889"/>
                <a:gd name="connsiteX16" fmla="*/ 294572 w 337523"/>
                <a:gd name="connsiteY16" fmla="*/ 2482 h 105889"/>
                <a:gd name="connsiteX17" fmla="*/ 280707 w 337523"/>
                <a:gd name="connsiteY17" fmla="*/ 19954 h 105889"/>
                <a:gd name="connsiteX18" fmla="*/ 271442 w 337523"/>
                <a:gd name="connsiteY18" fmla="*/ 31767 h 105889"/>
                <a:gd name="connsiteX19" fmla="*/ 267669 w 337523"/>
                <a:gd name="connsiteY19" fmla="*/ 36565 h 105889"/>
                <a:gd name="connsiteX20" fmla="*/ 267868 w 337523"/>
                <a:gd name="connsiteY20" fmla="*/ 46691 h 105889"/>
                <a:gd name="connsiteX21" fmla="*/ 256551 w 337523"/>
                <a:gd name="connsiteY21" fmla="*/ 50794 h 105889"/>
                <a:gd name="connsiteX22" fmla="*/ 247120 w 337523"/>
                <a:gd name="connsiteY22" fmla="*/ 38517 h 105889"/>
                <a:gd name="connsiteX23" fmla="*/ 246789 w 337523"/>
                <a:gd name="connsiteY23" fmla="*/ 38517 h 105889"/>
                <a:gd name="connsiteX24" fmla="*/ 231369 w 337523"/>
                <a:gd name="connsiteY24" fmla="*/ 62674 h 105889"/>
                <a:gd name="connsiteX25" fmla="*/ 206187 w 337523"/>
                <a:gd name="connsiteY25" fmla="*/ 70384 h 105889"/>
                <a:gd name="connsiteX26" fmla="*/ 194870 w 337523"/>
                <a:gd name="connsiteY26" fmla="*/ 92488 h 105889"/>
                <a:gd name="connsiteX27" fmla="*/ 169093 w 337523"/>
                <a:gd name="connsiteY27" fmla="*/ 85870 h 105889"/>
                <a:gd name="connsiteX28" fmla="*/ 174321 w 337523"/>
                <a:gd name="connsiteY28" fmla="*/ 97022 h 105889"/>
                <a:gd name="connsiteX29" fmla="*/ 188715 w 337523"/>
                <a:gd name="connsiteY29" fmla="*/ 104169 h 105889"/>
                <a:gd name="connsiteX30" fmla="*/ 211316 w 337523"/>
                <a:gd name="connsiteY30" fmla="*/ 102151 h 105889"/>
                <a:gd name="connsiteX31" fmla="*/ 228788 w 337523"/>
                <a:gd name="connsiteY31" fmla="*/ 94937 h 105889"/>
                <a:gd name="connsiteX32" fmla="*/ 245333 w 337523"/>
                <a:gd name="connsiteY32" fmla="*/ 98047 h 105889"/>
                <a:gd name="connsiteX33" fmla="*/ 260753 w 337523"/>
                <a:gd name="connsiteY33" fmla="*/ 87756 h 105889"/>
                <a:gd name="connsiteX34" fmla="*/ 265883 w 337523"/>
                <a:gd name="connsiteY34" fmla="*/ 71211 h 105889"/>
                <a:gd name="connsiteX35" fmla="*/ 276174 w 337523"/>
                <a:gd name="connsiteY35" fmla="*/ 55791 h 105889"/>
                <a:gd name="connsiteX36" fmla="*/ 302911 w 337523"/>
                <a:gd name="connsiteY36" fmla="*/ 44474 h 105889"/>
                <a:gd name="connsiteX37" fmla="*/ 311117 w 337523"/>
                <a:gd name="connsiteY37" fmla="*/ 47286 h 105889"/>
                <a:gd name="connsiteX38" fmla="*/ 321905 w 337523"/>
                <a:gd name="connsiteY38" fmla="*/ 36797 h 105889"/>
                <a:gd name="connsiteX39" fmla="*/ 337854 w 337523"/>
                <a:gd name="connsiteY39" fmla="*/ 30179 h 105889"/>
                <a:gd name="connsiteX40" fmla="*/ 325942 w 337523"/>
                <a:gd name="connsiteY40" fmla="*/ 19854 h 10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523" h="105889">
                  <a:moveTo>
                    <a:pt x="63037" y="39709"/>
                  </a:moveTo>
                  <a:cubicBezTo>
                    <a:pt x="63302" y="28160"/>
                    <a:pt x="52250" y="29451"/>
                    <a:pt x="49801" y="21509"/>
                  </a:cubicBezTo>
                  <a:cubicBezTo>
                    <a:pt x="47352" y="13567"/>
                    <a:pt x="42852" y="18200"/>
                    <a:pt x="41330" y="13005"/>
                  </a:cubicBezTo>
                  <a:cubicBezTo>
                    <a:pt x="41006" y="12113"/>
                    <a:pt x="40548" y="11277"/>
                    <a:pt x="39973" y="10523"/>
                  </a:cubicBezTo>
                  <a:cubicBezTo>
                    <a:pt x="34182" y="12409"/>
                    <a:pt x="36267" y="17141"/>
                    <a:pt x="34646" y="17538"/>
                  </a:cubicBezTo>
                  <a:cubicBezTo>
                    <a:pt x="32495" y="17968"/>
                    <a:pt x="20946" y="19259"/>
                    <a:pt x="20946" y="15817"/>
                  </a:cubicBezTo>
                  <a:cubicBezTo>
                    <a:pt x="21149" y="10722"/>
                    <a:pt x="17458" y="6302"/>
                    <a:pt x="12409" y="5592"/>
                  </a:cubicBezTo>
                  <a:cubicBezTo>
                    <a:pt x="9138" y="4978"/>
                    <a:pt x="5807" y="4744"/>
                    <a:pt x="2482" y="4897"/>
                  </a:cubicBezTo>
                  <a:cubicBezTo>
                    <a:pt x="5848" y="13309"/>
                    <a:pt x="7491" y="22311"/>
                    <a:pt x="7313" y="31370"/>
                  </a:cubicBezTo>
                  <a:cubicBezTo>
                    <a:pt x="7577" y="41628"/>
                    <a:pt x="22733" y="58107"/>
                    <a:pt x="25049" y="64791"/>
                  </a:cubicBezTo>
                  <a:cubicBezTo>
                    <a:pt x="27366" y="71476"/>
                    <a:pt x="31667" y="73527"/>
                    <a:pt x="41595" y="80708"/>
                  </a:cubicBezTo>
                  <a:cubicBezTo>
                    <a:pt x="51522" y="87889"/>
                    <a:pt x="71144" y="99470"/>
                    <a:pt x="74983" y="97683"/>
                  </a:cubicBezTo>
                  <a:cubicBezTo>
                    <a:pt x="78822" y="95896"/>
                    <a:pt x="69093" y="78921"/>
                    <a:pt x="63434" y="73031"/>
                  </a:cubicBezTo>
                  <a:cubicBezTo>
                    <a:pt x="57776" y="67141"/>
                    <a:pt x="62773" y="51158"/>
                    <a:pt x="63037" y="39709"/>
                  </a:cubicBezTo>
                  <a:close/>
                  <a:moveTo>
                    <a:pt x="325942" y="19854"/>
                  </a:moveTo>
                  <a:cubicBezTo>
                    <a:pt x="321309" y="20880"/>
                    <a:pt x="310522" y="20351"/>
                    <a:pt x="310522" y="15718"/>
                  </a:cubicBezTo>
                  <a:cubicBezTo>
                    <a:pt x="310522" y="11085"/>
                    <a:pt x="300594" y="2482"/>
                    <a:pt x="294572" y="2482"/>
                  </a:cubicBezTo>
                  <a:cubicBezTo>
                    <a:pt x="288549" y="2482"/>
                    <a:pt x="281336" y="14791"/>
                    <a:pt x="280707" y="19954"/>
                  </a:cubicBezTo>
                  <a:cubicBezTo>
                    <a:pt x="280078" y="25116"/>
                    <a:pt x="270416" y="24586"/>
                    <a:pt x="271442" y="31767"/>
                  </a:cubicBezTo>
                  <a:cubicBezTo>
                    <a:pt x="271839" y="34613"/>
                    <a:pt x="270019" y="35804"/>
                    <a:pt x="267669" y="36565"/>
                  </a:cubicBezTo>
                  <a:cubicBezTo>
                    <a:pt x="269257" y="42753"/>
                    <a:pt x="270118" y="47253"/>
                    <a:pt x="267868" y="46691"/>
                  </a:cubicBezTo>
                  <a:cubicBezTo>
                    <a:pt x="263732" y="45632"/>
                    <a:pt x="262706" y="50794"/>
                    <a:pt x="256551" y="50794"/>
                  </a:cubicBezTo>
                  <a:cubicBezTo>
                    <a:pt x="254433" y="50794"/>
                    <a:pt x="250892" y="45466"/>
                    <a:pt x="247120" y="38517"/>
                  </a:cubicBezTo>
                  <a:lnTo>
                    <a:pt x="246789" y="38517"/>
                  </a:lnTo>
                  <a:cubicBezTo>
                    <a:pt x="242686" y="38517"/>
                    <a:pt x="233553" y="52912"/>
                    <a:pt x="231369" y="62674"/>
                  </a:cubicBezTo>
                  <a:cubicBezTo>
                    <a:pt x="229185" y="72435"/>
                    <a:pt x="220052" y="69292"/>
                    <a:pt x="206187" y="70384"/>
                  </a:cubicBezTo>
                  <a:cubicBezTo>
                    <a:pt x="192322" y="71476"/>
                    <a:pt x="197948" y="85804"/>
                    <a:pt x="194870" y="92488"/>
                  </a:cubicBezTo>
                  <a:cubicBezTo>
                    <a:pt x="192057" y="98577"/>
                    <a:pt x="176803" y="87558"/>
                    <a:pt x="169093" y="85870"/>
                  </a:cubicBezTo>
                  <a:cubicBezTo>
                    <a:pt x="170383" y="91396"/>
                    <a:pt x="172203" y="97022"/>
                    <a:pt x="174321" y="97022"/>
                  </a:cubicBezTo>
                  <a:cubicBezTo>
                    <a:pt x="178424" y="97022"/>
                    <a:pt x="184612" y="107280"/>
                    <a:pt x="188715" y="104169"/>
                  </a:cubicBezTo>
                  <a:cubicBezTo>
                    <a:pt x="192818" y="101058"/>
                    <a:pt x="205260" y="104169"/>
                    <a:pt x="211316" y="102151"/>
                  </a:cubicBezTo>
                  <a:cubicBezTo>
                    <a:pt x="217372" y="100132"/>
                    <a:pt x="218530" y="94937"/>
                    <a:pt x="228788" y="94937"/>
                  </a:cubicBezTo>
                  <a:cubicBezTo>
                    <a:pt x="239046" y="94937"/>
                    <a:pt x="234943" y="103176"/>
                    <a:pt x="245333" y="98047"/>
                  </a:cubicBezTo>
                  <a:cubicBezTo>
                    <a:pt x="255723" y="92918"/>
                    <a:pt x="261878" y="97022"/>
                    <a:pt x="260753" y="87756"/>
                  </a:cubicBezTo>
                  <a:cubicBezTo>
                    <a:pt x="259628" y="78491"/>
                    <a:pt x="266908" y="78491"/>
                    <a:pt x="265883" y="71211"/>
                  </a:cubicBezTo>
                  <a:cubicBezTo>
                    <a:pt x="264857" y="63931"/>
                    <a:pt x="277199" y="69159"/>
                    <a:pt x="276174" y="55791"/>
                  </a:cubicBezTo>
                  <a:cubicBezTo>
                    <a:pt x="275148" y="42422"/>
                    <a:pt x="294671" y="44474"/>
                    <a:pt x="302911" y="44474"/>
                  </a:cubicBezTo>
                  <a:cubicBezTo>
                    <a:pt x="305801" y="44876"/>
                    <a:pt x="308588" y="45831"/>
                    <a:pt x="311117" y="47286"/>
                  </a:cubicBezTo>
                  <a:cubicBezTo>
                    <a:pt x="317206" y="44275"/>
                    <a:pt x="325942" y="40337"/>
                    <a:pt x="321905" y="36797"/>
                  </a:cubicBezTo>
                  <a:cubicBezTo>
                    <a:pt x="317305" y="32660"/>
                    <a:pt x="335803" y="36267"/>
                    <a:pt x="337854" y="30179"/>
                  </a:cubicBezTo>
                  <a:cubicBezTo>
                    <a:pt x="339906" y="24090"/>
                    <a:pt x="330574" y="18795"/>
                    <a:pt x="325942" y="1985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6A95B2F-02C3-9643-8955-5C1929460260}"/>
                </a:ext>
              </a:extLst>
            </p:cNvPr>
            <p:cNvSpPr/>
            <p:nvPr/>
          </p:nvSpPr>
          <p:spPr>
            <a:xfrm>
              <a:off x="6364681" y="3051598"/>
              <a:ext cx="26472" cy="16545"/>
            </a:xfrm>
            <a:custGeom>
              <a:avLst/>
              <a:gdLst>
                <a:gd name="connsiteX0" fmla="*/ 11913 w 26472"/>
                <a:gd name="connsiteY0" fmla="*/ 16711 h 16545"/>
                <a:gd name="connsiteX1" fmla="*/ 23230 w 26472"/>
                <a:gd name="connsiteY1" fmla="*/ 12607 h 16545"/>
                <a:gd name="connsiteX2" fmla="*/ 23031 w 26472"/>
                <a:gd name="connsiteY2" fmla="*/ 2482 h 16545"/>
                <a:gd name="connsiteX3" fmla="*/ 14461 w 26472"/>
                <a:gd name="connsiteY3" fmla="*/ 6420 h 16545"/>
                <a:gd name="connsiteX4" fmla="*/ 2482 w 26472"/>
                <a:gd name="connsiteY4" fmla="*/ 4434 h 16545"/>
                <a:gd name="connsiteX5" fmla="*/ 11913 w 26472"/>
                <a:gd name="connsiteY5" fmla="*/ 16711 h 1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72" h="16545">
                  <a:moveTo>
                    <a:pt x="11913" y="16711"/>
                  </a:moveTo>
                  <a:cubicBezTo>
                    <a:pt x="18067" y="16711"/>
                    <a:pt x="19093" y="11549"/>
                    <a:pt x="23230" y="12607"/>
                  </a:cubicBezTo>
                  <a:cubicBezTo>
                    <a:pt x="25480" y="13170"/>
                    <a:pt x="24619" y="8670"/>
                    <a:pt x="23031" y="2482"/>
                  </a:cubicBezTo>
                  <a:cubicBezTo>
                    <a:pt x="19391" y="3640"/>
                    <a:pt x="14461" y="3607"/>
                    <a:pt x="14461" y="6420"/>
                  </a:cubicBezTo>
                  <a:cubicBezTo>
                    <a:pt x="14461" y="10920"/>
                    <a:pt x="6684" y="4732"/>
                    <a:pt x="2482" y="4434"/>
                  </a:cubicBezTo>
                  <a:cubicBezTo>
                    <a:pt x="6254" y="11383"/>
                    <a:pt x="9795" y="16711"/>
                    <a:pt x="11913" y="1671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40B2BFD-F49C-6349-A927-97436F98D500}"/>
                </a:ext>
              </a:extLst>
            </p:cNvPr>
            <p:cNvSpPr/>
            <p:nvPr/>
          </p:nvSpPr>
          <p:spPr>
            <a:xfrm>
              <a:off x="5070178" y="2444038"/>
              <a:ext cx="172071" cy="168762"/>
            </a:xfrm>
            <a:custGeom>
              <a:avLst/>
              <a:gdLst>
                <a:gd name="connsiteX0" fmla="*/ 145697 w 172070"/>
                <a:gd name="connsiteY0" fmla="*/ 152333 h 168761"/>
                <a:gd name="connsiteX1" fmla="*/ 153639 w 172070"/>
                <a:gd name="connsiteY1" fmla="*/ 145946 h 168761"/>
                <a:gd name="connsiteX2" fmla="*/ 165155 w 172070"/>
                <a:gd name="connsiteY2" fmla="*/ 152565 h 168761"/>
                <a:gd name="connsiteX3" fmla="*/ 172733 w 172070"/>
                <a:gd name="connsiteY3" fmla="*/ 148528 h 168761"/>
                <a:gd name="connsiteX4" fmla="*/ 162805 w 172070"/>
                <a:gd name="connsiteY4" fmla="*/ 134828 h 168761"/>
                <a:gd name="connsiteX5" fmla="*/ 156617 w 172070"/>
                <a:gd name="connsiteY5" fmla="*/ 123147 h 168761"/>
                <a:gd name="connsiteX6" fmla="*/ 158007 w 172070"/>
                <a:gd name="connsiteY6" fmla="*/ 111499 h 168761"/>
                <a:gd name="connsiteX7" fmla="*/ 149768 w 172070"/>
                <a:gd name="connsiteY7" fmla="*/ 101208 h 168761"/>
                <a:gd name="connsiteX8" fmla="*/ 130542 w 172070"/>
                <a:gd name="connsiteY8" fmla="*/ 88170 h 168761"/>
                <a:gd name="connsiteX9" fmla="*/ 122303 w 172070"/>
                <a:gd name="connsiteY9" fmla="*/ 78574 h 168761"/>
                <a:gd name="connsiteX10" fmla="*/ 120251 w 172070"/>
                <a:gd name="connsiteY10" fmla="*/ 62790 h 168761"/>
                <a:gd name="connsiteX11" fmla="*/ 127101 w 172070"/>
                <a:gd name="connsiteY11" fmla="*/ 49057 h 168761"/>
                <a:gd name="connsiteX12" fmla="*/ 129185 w 172070"/>
                <a:gd name="connsiteY12" fmla="*/ 38766 h 168761"/>
                <a:gd name="connsiteX13" fmla="*/ 122303 w 172070"/>
                <a:gd name="connsiteY13" fmla="*/ 32578 h 168761"/>
                <a:gd name="connsiteX14" fmla="*/ 112706 w 172070"/>
                <a:gd name="connsiteY14" fmla="*/ 22287 h 168761"/>
                <a:gd name="connsiteX15" fmla="*/ 106518 w 172070"/>
                <a:gd name="connsiteY15" fmla="*/ 8587 h 168761"/>
                <a:gd name="connsiteX16" fmla="*/ 88186 w 172070"/>
                <a:gd name="connsiteY16" fmla="*/ 5675 h 168761"/>
                <a:gd name="connsiteX17" fmla="*/ 72766 w 172070"/>
                <a:gd name="connsiteY17" fmla="*/ 2598 h 168761"/>
                <a:gd name="connsiteX18" fmla="*/ 65023 w 172070"/>
                <a:gd name="connsiteY18" fmla="*/ 8488 h 168761"/>
                <a:gd name="connsiteX19" fmla="*/ 65354 w 172070"/>
                <a:gd name="connsiteY19" fmla="*/ 8488 h 168761"/>
                <a:gd name="connsiteX20" fmla="*/ 55062 w 172070"/>
                <a:gd name="connsiteY20" fmla="*/ 16033 h 168761"/>
                <a:gd name="connsiteX21" fmla="*/ 44076 w 172070"/>
                <a:gd name="connsiteY21" fmla="*/ 24239 h 168761"/>
                <a:gd name="connsiteX22" fmla="*/ 45433 w 172070"/>
                <a:gd name="connsiteY22" fmla="*/ 38667 h 168761"/>
                <a:gd name="connsiteX23" fmla="*/ 44076 w 172070"/>
                <a:gd name="connsiteY23" fmla="*/ 52366 h 168761"/>
                <a:gd name="connsiteX24" fmla="*/ 39940 w 172070"/>
                <a:gd name="connsiteY24" fmla="*/ 62691 h 168761"/>
                <a:gd name="connsiteX25" fmla="*/ 2482 w 172070"/>
                <a:gd name="connsiteY25" fmla="*/ 82379 h 168761"/>
                <a:gd name="connsiteX26" fmla="*/ 3905 w 172070"/>
                <a:gd name="connsiteY26" fmla="*/ 90884 h 168761"/>
                <a:gd name="connsiteX27" fmla="*/ 7975 w 172070"/>
                <a:gd name="connsiteY27" fmla="*/ 107958 h 168761"/>
                <a:gd name="connsiteX28" fmla="*/ 21409 w 172070"/>
                <a:gd name="connsiteY28" fmla="*/ 107958 h 168761"/>
                <a:gd name="connsiteX29" fmla="*/ 55758 w 172070"/>
                <a:gd name="connsiteY29" fmla="*/ 127813 h 168761"/>
                <a:gd name="connsiteX30" fmla="*/ 97617 w 172070"/>
                <a:gd name="connsiteY30" fmla="*/ 158686 h 168761"/>
                <a:gd name="connsiteX31" fmla="*/ 118199 w 172070"/>
                <a:gd name="connsiteY31" fmla="*/ 165569 h 168761"/>
                <a:gd name="connsiteX32" fmla="*/ 138351 w 172070"/>
                <a:gd name="connsiteY32" fmla="*/ 167654 h 168761"/>
                <a:gd name="connsiteX33" fmla="*/ 145697 w 172070"/>
                <a:gd name="connsiteY33" fmla="*/ 152333 h 16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2070" h="168761">
                  <a:moveTo>
                    <a:pt x="145697" y="152333"/>
                  </a:moveTo>
                  <a:cubicBezTo>
                    <a:pt x="147915" y="149983"/>
                    <a:pt x="148312" y="146741"/>
                    <a:pt x="153639" y="145946"/>
                  </a:cubicBezTo>
                  <a:cubicBezTo>
                    <a:pt x="157875" y="145318"/>
                    <a:pt x="160489" y="148097"/>
                    <a:pt x="165155" y="152565"/>
                  </a:cubicBezTo>
                  <a:cubicBezTo>
                    <a:pt x="167333" y="150648"/>
                    <a:pt x="169927" y="149266"/>
                    <a:pt x="172733" y="148528"/>
                  </a:cubicBezTo>
                  <a:cubicBezTo>
                    <a:pt x="168100" y="143696"/>
                    <a:pt x="162541" y="138137"/>
                    <a:pt x="162805" y="134828"/>
                  </a:cubicBezTo>
                  <a:cubicBezTo>
                    <a:pt x="163500" y="129335"/>
                    <a:pt x="157312" y="126588"/>
                    <a:pt x="156617" y="123147"/>
                  </a:cubicBezTo>
                  <a:cubicBezTo>
                    <a:pt x="155923" y="119705"/>
                    <a:pt x="160754" y="114246"/>
                    <a:pt x="158007" y="111499"/>
                  </a:cubicBezTo>
                  <a:cubicBezTo>
                    <a:pt x="155261" y="108753"/>
                    <a:pt x="154698" y="101903"/>
                    <a:pt x="149768" y="101208"/>
                  </a:cubicBezTo>
                  <a:cubicBezTo>
                    <a:pt x="144837" y="100513"/>
                    <a:pt x="129914" y="92968"/>
                    <a:pt x="130542" y="88170"/>
                  </a:cubicBezTo>
                  <a:cubicBezTo>
                    <a:pt x="131171" y="83372"/>
                    <a:pt x="125049" y="79931"/>
                    <a:pt x="122303" y="78574"/>
                  </a:cubicBezTo>
                  <a:cubicBezTo>
                    <a:pt x="119556" y="77217"/>
                    <a:pt x="116809" y="64841"/>
                    <a:pt x="120251" y="62790"/>
                  </a:cubicBezTo>
                  <a:cubicBezTo>
                    <a:pt x="123693" y="60738"/>
                    <a:pt x="122997" y="49057"/>
                    <a:pt x="127101" y="49057"/>
                  </a:cubicBezTo>
                  <a:cubicBezTo>
                    <a:pt x="131204" y="49057"/>
                    <a:pt x="127796" y="42869"/>
                    <a:pt x="129185" y="38766"/>
                  </a:cubicBezTo>
                  <a:cubicBezTo>
                    <a:pt x="130575" y="34663"/>
                    <a:pt x="125876" y="32578"/>
                    <a:pt x="122303" y="32578"/>
                  </a:cubicBezTo>
                  <a:cubicBezTo>
                    <a:pt x="117290" y="31451"/>
                    <a:pt x="113481" y="27366"/>
                    <a:pt x="112706" y="22287"/>
                  </a:cubicBezTo>
                  <a:cubicBezTo>
                    <a:pt x="112706" y="17489"/>
                    <a:pt x="105824" y="10639"/>
                    <a:pt x="106518" y="8587"/>
                  </a:cubicBezTo>
                  <a:cubicBezTo>
                    <a:pt x="105360" y="17621"/>
                    <a:pt x="92289" y="3624"/>
                    <a:pt x="88186" y="5675"/>
                  </a:cubicBezTo>
                  <a:cubicBezTo>
                    <a:pt x="84083" y="7727"/>
                    <a:pt x="80972" y="1572"/>
                    <a:pt x="72766" y="2598"/>
                  </a:cubicBezTo>
                  <a:cubicBezTo>
                    <a:pt x="67504" y="3260"/>
                    <a:pt x="67670" y="5907"/>
                    <a:pt x="65023" y="8488"/>
                  </a:cubicBezTo>
                  <a:lnTo>
                    <a:pt x="65354" y="8488"/>
                  </a:lnTo>
                  <a:lnTo>
                    <a:pt x="55062" y="16033"/>
                  </a:lnTo>
                  <a:cubicBezTo>
                    <a:pt x="55062" y="16033"/>
                    <a:pt x="46128" y="18746"/>
                    <a:pt x="44076" y="24239"/>
                  </a:cubicBezTo>
                  <a:cubicBezTo>
                    <a:pt x="42025" y="29732"/>
                    <a:pt x="48180" y="35225"/>
                    <a:pt x="45433" y="38667"/>
                  </a:cubicBezTo>
                  <a:cubicBezTo>
                    <a:pt x="42686" y="42108"/>
                    <a:pt x="43382" y="49653"/>
                    <a:pt x="44076" y="52366"/>
                  </a:cubicBezTo>
                  <a:cubicBezTo>
                    <a:pt x="44771" y="55080"/>
                    <a:pt x="39940" y="62691"/>
                    <a:pt x="39940" y="62691"/>
                  </a:cubicBezTo>
                  <a:cubicBezTo>
                    <a:pt x="39940" y="62691"/>
                    <a:pt x="19523" y="73644"/>
                    <a:pt x="2482" y="82379"/>
                  </a:cubicBezTo>
                  <a:cubicBezTo>
                    <a:pt x="2718" y="85249"/>
                    <a:pt x="3194" y="88094"/>
                    <a:pt x="3905" y="90884"/>
                  </a:cubicBezTo>
                  <a:cubicBezTo>
                    <a:pt x="4964" y="94689"/>
                    <a:pt x="6651" y="101969"/>
                    <a:pt x="7975" y="107958"/>
                  </a:cubicBezTo>
                  <a:cubicBezTo>
                    <a:pt x="12446" y="107610"/>
                    <a:pt x="16938" y="107610"/>
                    <a:pt x="21409" y="107958"/>
                  </a:cubicBezTo>
                  <a:cubicBezTo>
                    <a:pt x="27597" y="108653"/>
                    <a:pt x="50264" y="125132"/>
                    <a:pt x="55758" y="127813"/>
                  </a:cubicBezTo>
                  <a:cubicBezTo>
                    <a:pt x="70235" y="137373"/>
                    <a:pt x="84207" y="147678"/>
                    <a:pt x="97617" y="158686"/>
                  </a:cubicBezTo>
                  <a:cubicBezTo>
                    <a:pt x="103568" y="163117"/>
                    <a:pt x="110780" y="165529"/>
                    <a:pt x="118199" y="165569"/>
                  </a:cubicBezTo>
                  <a:cubicBezTo>
                    <a:pt x="120549" y="165569"/>
                    <a:pt x="130410" y="166694"/>
                    <a:pt x="138351" y="167654"/>
                  </a:cubicBezTo>
                  <a:cubicBezTo>
                    <a:pt x="140363" y="162348"/>
                    <a:pt x="142821" y="157223"/>
                    <a:pt x="145697" y="15233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F15716F-5669-CE47-897A-2F4D3E5CD4B2}"/>
                </a:ext>
              </a:extLst>
            </p:cNvPr>
            <p:cNvSpPr/>
            <p:nvPr/>
          </p:nvSpPr>
          <p:spPr>
            <a:xfrm>
              <a:off x="5372427" y="2274168"/>
              <a:ext cx="304433" cy="181998"/>
            </a:xfrm>
            <a:custGeom>
              <a:avLst/>
              <a:gdLst>
                <a:gd name="connsiteX0" fmla="*/ 301984 w 304433"/>
                <a:gd name="connsiteY0" fmla="*/ 103474 h 181998"/>
                <a:gd name="connsiteX1" fmla="*/ 277961 w 304433"/>
                <a:gd name="connsiteY1" fmla="*/ 92521 h 181998"/>
                <a:gd name="connsiteX2" fmla="*/ 264228 w 304433"/>
                <a:gd name="connsiteY2" fmla="*/ 93183 h 181998"/>
                <a:gd name="connsiteX3" fmla="*/ 247683 w 304433"/>
                <a:gd name="connsiteY3" fmla="*/ 88385 h 181998"/>
                <a:gd name="connsiteX4" fmla="*/ 229847 w 304433"/>
                <a:gd name="connsiteY4" fmla="*/ 102117 h 181998"/>
                <a:gd name="connsiteX5" fmla="*/ 221607 w 304433"/>
                <a:gd name="connsiteY5" fmla="*/ 104864 h 181998"/>
                <a:gd name="connsiteX6" fmla="*/ 207213 w 304433"/>
                <a:gd name="connsiteY6" fmla="*/ 95929 h 181998"/>
                <a:gd name="connsiteX7" fmla="*/ 192090 w 304433"/>
                <a:gd name="connsiteY7" fmla="*/ 91826 h 181998"/>
                <a:gd name="connsiteX8" fmla="*/ 182494 w 304433"/>
                <a:gd name="connsiteY8" fmla="*/ 73957 h 181998"/>
                <a:gd name="connsiteX9" fmla="*/ 178358 w 304433"/>
                <a:gd name="connsiteY9" fmla="*/ 57412 h 181998"/>
                <a:gd name="connsiteX10" fmla="*/ 164659 w 304433"/>
                <a:gd name="connsiteY10" fmla="*/ 47154 h 181998"/>
                <a:gd name="connsiteX11" fmla="*/ 129649 w 304433"/>
                <a:gd name="connsiteY11" fmla="*/ 45764 h 181998"/>
                <a:gd name="connsiteX12" fmla="*/ 106982 w 304433"/>
                <a:gd name="connsiteY12" fmla="*/ 47154 h 181998"/>
                <a:gd name="connsiteX13" fmla="*/ 86664 w 304433"/>
                <a:gd name="connsiteY13" fmla="*/ 24917 h 181998"/>
                <a:gd name="connsiteX14" fmla="*/ 81502 w 304433"/>
                <a:gd name="connsiteY14" fmla="*/ 32462 h 181998"/>
                <a:gd name="connsiteX15" fmla="*/ 60457 w 304433"/>
                <a:gd name="connsiteY15" fmla="*/ 28855 h 181998"/>
                <a:gd name="connsiteX16" fmla="*/ 58405 w 304433"/>
                <a:gd name="connsiteY16" fmla="*/ 4169 h 181998"/>
                <a:gd name="connsiteX17" fmla="*/ 51191 w 304433"/>
                <a:gd name="connsiteY17" fmla="*/ 29351 h 181998"/>
                <a:gd name="connsiteX18" fmla="*/ 48709 w 304433"/>
                <a:gd name="connsiteY18" fmla="*/ 2482 h 181998"/>
                <a:gd name="connsiteX19" fmla="*/ 4732 w 304433"/>
                <a:gd name="connsiteY19" fmla="*/ 14196 h 181998"/>
                <a:gd name="connsiteX20" fmla="*/ 2680 w 304433"/>
                <a:gd name="connsiteY20" fmla="*/ 91065 h 181998"/>
                <a:gd name="connsiteX21" fmla="*/ 2482 w 304433"/>
                <a:gd name="connsiteY21" fmla="*/ 91231 h 181998"/>
                <a:gd name="connsiteX22" fmla="*/ 14725 w 304433"/>
                <a:gd name="connsiteY22" fmla="*/ 94110 h 181998"/>
                <a:gd name="connsiteX23" fmla="*/ 20880 w 304433"/>
                <a:gd name="connsiteY23" fmla="*/ 85903 h 181998"/>
                <a:gd name="connsiteX24" fmla="*/ 33223 w 304433"/>
                <a:gd name="connsiteY24" fmla="*/ 76638 h 181998"/>
                <a:gd name="connsiteX25" fmla="*/ 39378 w 304433"/>
                <a:gd name="connsiteY25" fmla="*/ 70020 h 181998"/>
                <a:gd name="connsiteX26" fmla="*/ 46559 w 304433"/>
                <a:gd name="connsiteY26" fmla="*/ 66446 h 181998"/>
                <a:gd name="connsiteX27" fmla="*/ 58934 w 304433"/>
                <a:gd name="connsiteY27" fmla="*/ 69523 h 181998"/>
                <a:gd name="connsiteX28" fmla="*/ 72170 w 304433"/>
                <a:gd name="connsiteY28" fmla="*/ 74156 h 181998"/>
                <a:gd name="connsiteX29" fmla="*/ 78325 w 304433"/>
                <a:gd name="connsiteY29" fmla="*/ 92654 h 181998"/>
                <a:gd name="connsiteX30" fmla="*/ 104037 w 304433"/>
                <a:gd name="connsiteY30" fmla="*/ 95731 h 181998"/>
                <a:gd name="connsiteX31" fmla="*/ 111217 w 304433"/>
                <a:gd name="connsiteY31" fmla="*/ 107015 h 181998"/>
                <a:gd name="connsiteX32" fmla="*/ 118927 w 304433"/>
                <a:gd name="connsiteY32" fmla="*/ 121409 h 181998"/>
                <a:gd name="connsiteX33" fmla="*/ 136432 w 304433"/>
                <a:gd name="connsiteY33" fmla="*/ 134281 h 181998"/>
                <a:gd name="connsiteX34" fmla="*/ 156287 w 304433"/>
                <a:gd name="connsiteY34" fmla="*/ 146095 h 181998"/>
                <a:gd name="connsiteX35" fmla="*/ 174288 w 304433"/>
                <a:gd name="connsiteY35" fmla="*/ 157908 h 181998"/>
                <a:gd name="connsiteX36" fmla="*/ 189708 w 304433"/>
                <a:gd name="connsiteY36" fmla="*/ 163037 h 181998"/>
                <a:gd name="connsiteX37" fmla="*/ 191032 w 304433"/>
                <a:gd name="connsiteY37" fmla="*/ 174486 h 181998"/>
                <a:gd name="connsiteX38" fmla="*/ 192521 w 304433"/>
                <a:gd name="connsiteY38" fmla="*/ 174156 h 181998"/>
                <a:gd name="connsiteX39" fmla="*/ 206948 w 304433"/>
                <a:gd name="connsiteY39" fmla="*/ 178954 h 181998"/>
                <a:gd name="connsiteX40" fmla="*/ 213897 w 304433"/>
                <a:gd name="connsiteY40" fmla="*/ 182263 h 181998"/>
                <a:gd name="connsiteX41" fmla="*/ 221078 w 304433"/>
                <a:gd name="connsiteY41" fmla="*/ 164096 h 181998"/>
                <a:gd name="connsiteX42" fmla="*/ 218993 w 304433"/>
                <a:gd name="connsiteY42" fmla="*/ 148709 h 181998"/>
                <a:gd name="connsiteX43" fmla="*/ 208206 w 304433"/>
                <a:gd name="connsiteY43" fmla="*/ 135473 h 181998"/>
                <a:gd name="connsiteX44" fmla="*/ 224751 w 304433"/>
                <a:gd name="connsiteY44" fmla="*/ 129285 h 181998"/>
                <a:gd name="connsiteX45" fmla="*/ 230410 w 304433"/>
                <a:gd name="connsiteY45" fmla="*/ 119523 h 181998"/>
                <a:gd name="connsiteX46" fmla="*/ 238616 w 304433"/>
                <a:gd name="connsiteY46" fmla="*/ 110291 h 181998"/>
                <a:gd name="connsiteX47" fmla="*/ 251852 w 304433"/>
                <a:gd name="connsiteY47" fmla="*/ 107180 h 181998"/>
                <a:gd name="connsiteX48" fmla="*/ 263665 w 304433"/>
                <a:gd name="connsiteY48" fmla="*/ 104632 h 181998"/>
                <a:gd name="connsiteX49" fmla="*/ 257544 w 304433"/>
                <a:gd name="connsiteY49" fmla="*/ 118894 h 181998"/>
                <a:gd name="connsiteX50" fmla="*/ 277597 w 304433"/>
                <a:gd name="connsiteY50" fmla="*/ 115321 h 181998"/>
                <a:gd name="connsiteX51" fmla="*/ 294142 w 304433"/>
                <a:gd name="connsiteY51" fmla="*/ 112574 h 181998"/>
                <a:gd name="connsiteX52" fmla="*/ 301984 w 304433"/>
                <a:gd name="connsiteY52" fmla="*/ 103474 h 18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04433" h="181998">
                  <a:moveTo>
                    <a:pt x="301984" y="103474"/>
                  </a:moveTo>
                  <a:cubicBezTo>
                    <a:pt x="293745" y="96624"/>
                    <a:pt x="279317" y="88385"/>
                    <a:pt x="277961" y="92521"/>
                  </a:cubicBezTo>
                  <a:cubicBezTo>
                    <a:pt x="276604" y="96657"/>
                    <a:pt x="267636" y="97286"/>
                    <a:pt x="264228" y="93183"/>
                  </a:cubicBezTo>
                  <a:cubicBezTo>
                    <a:pt x="260820" y="89080"/>
                    <a:pt x="258040" y="84282"/>
                    <a:pt x="247683" y="88385"/>
                  </a:cubicBezTo>
                  <a:cubicBezTo>
                    <a:pt x="237325" y="92488"/>
                    <a:pt x="230542" y="97981"/>
                    <a:pt x="229847" y="102117"/>
                  </a:cubicBezTo>
                  <a:cubicBezTo>
                    <a:pt x="229152" y="106254"/>
                    <a:pt x="222302" y="110357"/>
                    <a:pt x="221607" y="104864"/>
                  </a:cubicBezTo>
                  <a:cubicBezTo>
                    <a:pt x="220913" y="99371"/>
                    <a:pt x="212706" y="97319"/>
                    <a:pt x="207213" y="95929"/>
                  </a:cubicBezTo>
                  <a:cubicBezTo>
                    <a:pt x="201720" y="94540"/>
                    <a:pt x="192786" y="97286"/>
                    <a:pt x="192090" y="91826"/>
                  </a:cubicBezTo>
                  <a:cubicBezTo>
                    <a:pt x="191396" y="86366"/>
                    <a:pt x="183189" y="80145"/>
                    <a:pt x="182494" y="73957"/>
                  </a:cubicBezTo>
                  <a:cubicBezTo>
                    <a:pt x="181799" y="67769"/>
                    <a:pt x="183851" y="58868"/>
                    <a:pt x="178358" y="57412"/>
                  </a:cubicBezTo>
                  <a:cubicBezTo>
                    <a:pt x="172865" y="55956"/>
                    <a:pt x="169457" y="47154"/>
                    <a:pt x="164659" y="47154"/>
                  </a:cubicBezTo>
                  <a:cubicBezTo>
                    <a:pt x="159860" y="47154"/>
                    <a:pt x="133090" y="47154"/>
                    <a:pt x="129649" y="45764"/>
                  </a:cubicBezTo>
                  <a:cubicBezTo>
                    <a:pt x="126207" y="44374"/>
                    <a:pt x="108372" y="51257"/>
                    <a:pt x="106982" y="47154"/>
                  </a:cubicBezTo>
                  <a:cubicBezTo>
                    <a:pt x="105890" y="43845"/>
                    <a:pt x="93514" y="30609"/>
                    <a:pt x="86664" y="24917"/>
                  </a:cubicBezTo>
                  <a:cubicBezTo>
                    <a:pt x="85894" y="27965"/>
                    <a:pt x="84064" y="30640"/>
                    <a:pt x="81502" y="32462"/>
                  </a:cubicBezTo>
                  <a:cubicBezTo>
                    <a:pt x="68663" y="41694"/>
                    <a:pt x="56353" y="40172"/>
                    <a:pt x="60457" y="28855"/>
                  </a:cubicBezTo>
                  <a:cubicBezTo>
                    <a:pt x="64560" y="17538"/>
                    <a:pt x="65056" y="4169"/>
                    <a:pt x="58405" y="4169"/>
                  </a:cubicBezTo>
                  <a:cubicBezTo>
                    <a:pt x="51754" y="4169"/>
                    <a:pt x="56353" y="27829"/>
                    <a:pt x="51191" y="29351"/>
                  </a:cubicBezTo>
                  <a:cubicBezTo>
                    <a:pt x="46658" y="30741"/>
                    <a:pt x="44904" y="12210"/>
                    <a:pt x="48709" y="2482"/>
                  </a:cubicBezTo>
                  <a:lnTo>
                    <a:pt x="4732" y="14196"/>
                  </a:lnTo>
                  <a:lnTo>
                    <a:pt x="2680" y="91065"/>
                  </a:lnTo>
                  <a:lnTo>
                    <a:pt x="2482" y="91231"/>
                  </a:lnTo>
                  <a:cubicBezTo>
                    <a:pt x="6356" y="92920"/>
                    <a:pt x="10504" y="93895"/>
                    <a:pt x="14725" y="94110"/>
                  </a:cubicBezTo>
                  <a:cubicBezTo>
                    <a:pt x="21343" y="94639"/>
                    <a:pt x="20880" y="89510"/>
                    <a:pt x="20880" y="85903"/>
                  </a:cubicBezTo>
                  <a:cubicBezTo>
                    <a:pt x="20880" y="82296"/>
                    <a:pt x="28061" y="76141"/>
                    <a:pt x="33223" y="76638"/>
                  </a:cubicBezTo>
                  <a:cubicBezTo>
                    <a:pt x="38385" y="77134"/>
                    <a:pt x="37855" y="70020"/>
                    <a:pt x="39378" y="70020"/>
                  </a:cubicBezTo>
                  <a:cubicBezTo>
                    <a:pt x="42175" y="69921"/>
                    <a:pt x="44793" y="68618"/>
                    <a:pt x="46559" y="66446"/>
                  </a:cubicBezTo>
                  <a:cubicBezTo>
                    <a:pt x="48114" y="63865"/>
                    <a:pt x="56485" y="66942"/>
                    <a:pt x="58934" y="69523"/>
                  </a:cubicBezTo>
                  <a:cubicBezTo>
                    <a:pt x="61383" y="72104"/>
                    <a:pt x="67637" y="73097"/>
                    <a:pt x="72170" y="74156"/>
                  </a:cubicBezTo>
                  <a:cubicBezTo>
                    <a:pt x="76704" y="75215"/>
                    <a:pt x="78325" y="89576"/>
                    <a:pt x="78325" y="92654"/>
                  </a:cubicBezTo>
                  <a:cubicBezTo>
                    <a:pt x="78325" y="95731"/>
                    <a:pt x="100430" y="95201"/>
                    <a:pt x="104037" y="95731"/>
                  </a:cubicBezTo>
                  <a:cubicBezTo>
                    <a:pt x="107644" y="96260"/>
                    <a:pt x="107644" y="102349"/>
                    <a:pt x="111217" y="107015"/>
                  </a:cubicBezTo>
                  <a:cubicBezTo>
                    <a:pt x="114372" y="111476"/>
                    <a:pt x="116961" y="116311"/>
                    <a:pt x="118927" y="121409"/>
                  </a:cubicBezTo>
                  <a:cubicBezTo>
                    <a:pt x="120483" y="125016"/>
                    <a:pt x="133322" y="129649"/>
                    <a:pt x="136432" y="134281"/>
                  </a:cubicBezTo>
                  <a:cubicBezTo>
                    <a:pt x="139543" y="138914"/>
                    <a:pt x="149271" y="143514"/>
                    <a:pt x="156287" y="146095"/>
                  </a:cubicBezTo>
                  <a:cubicBezTo>
                    <a:pt x="163302" y="148676"/>
                    <a:pt x="170184" y="158438"/>
                    <a:pt x="174288" y="157908"/>
                  </a:cubicBezTo>
                  <a:cubicBezTo>
                    <a:pt x="178391" y="157379"/>
                    <a:pt x="189708" y="163037"/>
                    <a:pt x="189708" y="163037"/>
                  </a:cubicBezTo>
                  <a:lnTo>
                    <a:pt x="191032" y="174486"/>
                  </a:lnTo>
                  <a:cubicBezTo>
                    <a:pt x="191536" y="174417"/>
                    <a:pt x="192034" y="174306"/>
                    <a:pt x="192521" y="174156"/>
                  </a:cubicBezTo>
                  <a:cubicBezTo>
                    <a:pt x="198676" y="172104"/>
                    <a:pt x="202117" y="178954"/>
                    <a:pt x="206948" y="178954"/>
                  </a:cubicBezTo>
                  <a:cubicBezTo>
                    <a:pt x="209503" y="179466"/>
                    <a:pt x="211890" y="180603"/>
                    <a:pt x="213897" y="182263"/>
                  </a:cubicBezTo>
                  <a:cubicBezTo>
                    <a:pt x="213533" y="172336"/>
                    <a:pt x="217206" y="167173"/>
                    <a:pt x="221078" y="164096"/>
                  </a:cubicBezTo>
                  <a:cubicBezTo>
                    <a:pt x="225677" y="160522"/>
                    <a:pt x="217967" y="154367"/>
                    <a:pt x="218993" y="148709"/>
                  </a:cubicBezTo>
                  <a:cubicBezTo>
                    <a:pt x="220019" y="143050"/>
                    <a:pt x="207180" y="139940"/>
                    <a:pt x="208206" y="135473"/>
                  </a:cubicBezTo>
                  <a:cubicBezTo>
                    <a:pt x="209232" y="131006"/>
                    <a:pt x="220019" y="131369"/>
                    <a:pt x="224751" y="129285"/>
                  </a:cubicBezTo>
                  <a:cubicBezTo>
                    <a:pt x="229483" y="127200"/>
                    <a:pt x="225777" y="119523"/>
                    <a:pt x="230410" y="119523"/>
                  </a:cubicBezTo>
                  <a:cubicBezTo>
                    <a:pt x="235042" y="119523"/>
                    <a:pt x="237028" y="114890"/>
                    <a:pt x="238616" y="110291"/>
                  </a:cubicBezTo>
                  <a:cubicBezTo>
                    <a:pt x="240204" y="105691"/>
                    <a:pt x="247881" y="110291"/>
                    <a:pt x="251852" y="107180"/>
                  </a:cubicBezTo>
                  <a:cubicBezTo>
                    <a:pt x="255823" y="104070"/>
                    <a:pt x="262143" y="102051"/>
                    <a:pt x="263665" y="104632"/>
                  </a:cubicBezTo>
                  <a:cubicBezTo>
                    <a:pt x="264923" y="106651"/>
                    <a:pt x="259794" y="115254"/>
                    <a:pt x="257544" y="118894"/>
                  </a:cubicBezTo>
                  <a:cubicBezTo>
                    <a:pt x="264724" y="118696"/>
                    <a:pt x="275512" y="117405"/>
                    <a:pt x="277597" y="115321"/>
                  </a:cubicBezTo>
                  <a:cubicBezTo>
                    <a:pt x="280343" y="112574"/>
                    <a:pt x="290601" y="119424"/>
                    <a:pt x="294142" y="112574"/>
                  </a:cubicBezTo>
                  <a:cubicBezTo>
                    <a:pt x="297682" y="105724"/>
                    <a:pt x="310191" y="110357"/>
                    <a:pt x="301984" y="10347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AE11609-6D76-504D-A2FE-F1BDE0DD14A9}"/>
                </a:ext>
              </a:extLst>
            </p:cNvPr>
            <p:cNvSpPr/>
            <p:nvPr/>
          </p:nvSpPr>
          <p:spPr>
            <a:xfrm>
              <a:off x="6640097" y="2280392"/>
              <a:ext cx="297815" cy="294506"/>
            </a:xfrm>
            <a:custGeom>
              <a:avLst/>
              <a:gdLst>
                <a:gd name="connsiteX0" fmla="*/ 281795 w 297814"/>
                <a:gd name="connsiteY0" fmla="*/ 30407 h 294505"/>
                <a:gd name="connsiteX1" fmla="*/ 264357 w 297814"/>
                <a:gd name="connsiteY1" fmla="*/ 34510 h 294505"/>
                <a:gd name="connsiteX2" fmla="*/ 226302 w 297814"/>
                <a:gd name="connsiteY2" fmla="*/ 6747 h 294505"/>
                <a:gd name="connsiteX3" fmla="*/ 215018 w 297814"/>
                <a:gd name="connsiteY3" fmla="*/ 11909 h 294505"/>
                <a:gd name="connsiteX4" fmla="*/ 213960 w 297814"/>
                <a:gd name="connsiteY4" fmla="*/ 29877 h 294505"/>
                <a:gd name="connsiteX5" fmla="*/ 208830 w 297814"/>
                <a:gd name="connsiteY5" fmla="*/ 45298 h 294505"/>
                <a:gd name="connsiteX6" fmla="*/ 194436 w 297814"/>
                <a:gd name="connsiteY6" fmla="*/ 51486 h 294505"/>
                <a:gd name="connsiteX7" fmla="*/ 187818 w 297814"/>
                <a:gd name="connsiteY7" fmla="*/ 61777 h 294505"/>
                <a:gd name="connsiteX8" fmla="*/ 184741 w 297814"/>
                <a:gd name="connsiteY8" fmla="*/ 72035 h 294505"/>
                <a:gd name="connsiteX9" fmla="*/ 184741 w 297814"/>
                <a:gd name="connsiteY9" fmla="*/ 85271 h 294505"/>
                <a:gd name="connsiteX10" fmla="*/ 193476 w 297814"/>
                <a:gd name="connsiteY10" fmla="*/ 81664 h 294505"/>
                <a:gd name="connsiteX11" fmla="*/ 202742 w 297814"/>
                <a:gd name="connsiteY11" fmla="*/ 79613 h 294505"/>
                <a:gd name="connsiteX12" fmla="*/ 192451 w 297814"/>
                <a:gd name="connsiteY12" fmla="*/ 66740 h 294505"/>
                <a:gd name="connsiteX13" fmla="*/ 206845 w 297814"/>
                <a:gd name="connsiteY13" fmla="*/ 65218 h 294505"/>
                <a:gd name="connsiteX14" fmla="*/ 233053 w 297814"/>
                <a:gd name="connsiteY14" fmla="*/ 71373 h 294505"/>
                <a:gd name="connsiteX15" fmla="*/ 244370 w 297814"/>
                <a:gd name="connsiteY15" fmla="*/ 67270 h 294505"/>
                <a:gd name="connsiteX16" fmla="*/ 269552 w 297814"/>
                <a:gd name="connsiteY16" fmla="*/ 55456 h 294505"/>
                <a:gd name="connsiteX17" fmla="*/ 278784 w 297814"/>
                <a:gd name="connsiteY17" fmla="*/ 47217 h 294505"/>
                <a:gd name="connsiteX18" fmla="*/ 297811 w 297814"/>
                <a:gd name="connsiteY18" fmla="*/ 25642 h 294505"/>
                <a:gd name="connsiteX19" fmla="*/ 281795 w 297814"/>
                <a:gd name="connsiteY19" fmla="*/ 30407 h 294505"/>
                <a:gd name="connsiteX20" fmla="*/ 187255 w 297814"/>
                <a:gd name="connsiteY20" fmla="*/ 100790 h 294505"/>
                <a:gd name="connsiteX21" fmla="*/ 184145 w 297814"/>
                <a:gd name="connsiteY21" fmla="*/ 123954 h 294505"/>
                <a:gd name="connsiteX22" fmla="*/ 175409 w 297814"/>
                <a:gd name="connsiteY22" fmla="*/ 147117 h 294505"/>
                <a:gd name="connsiteX23" fmla="*/ 164622 w 297814"/>
                <a:gd name="connsiteY23" fmla="*/ 164093 h 294505"/>
                <a:gd name="connsiteX24" fmla="*/ 148705 w 297814"/>
                <a:gd name="connsiteY24" fmla="*/ 176402 h 294505"/>
                <a:gd name="connsiteX25" fmla="*/ 137388 w 297814"/>
                <a:gd name="connsiteY25" fmla="*/ 170777 h 294505"/>
                <a:gd name="connsiteX26" fmla="*/ 124516 w 297814"/>
                <a:gd name="connsiteY26" fmla="*/ 184642 h 294505"/>
                <a:gd name="connsiteX27" fmla="*/ 113728 w 297814"/>
                <a:gd name="connsiteY27" fmla="*/ 202114 h 294505"/>
                <a:gd name="connsiteX28" fmla="*/ 102941 w 297814"/>
                <a:gd name="connsiteY28" fmla="*/ 205687 h 294505"/>
                <a:gd name="connsiteX29" fmla="*/ 81895 w 297814"/>
                <a:gd name="connsiteY29" fmla="*/ 208269 h 294505"/>
                <a:gd name="connsiteX30" fmla="*/ 56184 w 297814"/>
                <a:gd name="connsiteY30" fmla="*/ 209824 h 294505"/>
                <a:gd name="connsiteX31" fmla="*/ 29447 w 297814"/>
                <a:gd name="connsiteY31" fmla="*/ 229877 h 294505"/>
                <a:gd name="connsiteX32" fmla="*/ 29447 w 297814"/>
                <a:gd name="connsiteY32" fmla="*/ 240135 h 294505"/>
                <a:gd name="connsiteX33" fmla="*/ 48474 w 297814"/>
                <a:gd name="connsiteY33" fmla="*/ 235535 h 294505"/>
                <a:gd name="connsiteX34" fmla="*/ 92153 w 297814"/>
                <a:gd name="connsiteY34" fmla="*/ 224748 h 294505"/>
                <a:gd name="connsiteX35" fmla="*/ 99367 w 297814"/>
                <a:gd name="connsiteY35" fmla="*/ 240135 h 294505"/>
                <a:gd name="connsiteX36" fmla="*/ 119916 w 297814"/>
                <a:gd name="connsiteY36" fmla="*/ 239109 h 294505"/>
                <a:gd name="connsiteX37" fmla="*/ 126071 w 297814"/>
                <a:gd name="connsiteY37" fmla="*/ 227296 h 294505"/>
                <a:gd name="connsiteX38" fmla="*/ 131233 w 297814"/>
                <a:gd name="connsiteY38" fmla="*/ 224748 h 294505"/>
                <a:gd name="connsiteX39" fmla="*/ 153338 w 297814"/>
                <a:gd name="connsiteY39" fmla="*/ 223192 h 294505"/>
                <a:gd name="connsiteX40" fmla="*/ 166177 w 297814"/>
                <a:gd name="connsiteY40" fmla="*/ 224218 h 294505"/>
                <a:gd name="connsiteX41" fmla="*/ 176435 w 297814"/>
                <a:gd name="connsiteY41" fmla="*/ 213927 h 294505"/>
                <a:gd name="connsiteX42" fmla="*/ 192980 w 297814"/>
                <a:gd name="connsiteY42" fmla="*/ 211379 h 294505"/>
                <a:gd name="connsiteX43" fmla="*/ 197613 w 297814"/>
                <a:gd name="connsiteY43" fmla="*/ 186694 h 294505"/>
                <a:gd name="connsiteX44" fmla="*/ 201716 w 297814"/>
                <a:gd name="connsiteY44" fmla="*/ 159989 h 294505"/>
                <a:gd name="connsiteX45" fmla="*/ 217666 w 297814"/>
                <a:gd name="connsiteY45" fmla="*/ 140962 h 294505"/>
                <a:gd name="connsiteX46" fmla="*/ 209426 w 297814"/>
                <a:gd name="connsiteY46" fmla="*/ 94636 h 294505"/>
                <a:gd name="connsiteX47" fmla="*/ 187255 w 297814"/>
                <a:gd name="connsiteY47" fmla="*/ 100790 h 294505"/>
                <a:gd name="connsiteX48" fmla="*/ 74185 w 297814"/>
                <a:gd name="connsiteY48" fmla="*/ 234278 h 294505"/>
                <a:gd name="connsiteX49" fmla="*/ 57640 w 297814"/>
                <a:gd name="connsiteY49" fmla="*/ 238910 h 294505"/>
                <a:gd name="connsiteX50" fmla="*/ 55092 w 297814"/>
                <a:gd name="connsiteY50" fmla="*/ 262074 h 294505"/>
                <a:gd name="connsiteX51" fmla="*/ 64853 w 297814"/>
                <a:gd name="connsiteY51" fmla="*/ 257441 h 294505"/>
                <a:gd name="connsiteX52" fmla="*/ 79744 w 297814"/>
                <a:gd name="connsiteY52" fmla="*/ 251783 h 294505"/>
                <a:gd name="connsiteX53" fmla="*/ 91591 w 297814"/>
                <a:gd name="connsiteY53" fmla="*/ 236362 h 294505"/>
                <a:gd name="connsiteX54" fmla="*/ 74185 w 297814"/>
                <a:gd name="connsiteY54" fmla="*/ 234278 h 294505"/>
                <a:gd name="connsiteX55" fmla="*/ 38679 w 297814"/>
                <a:gd name="connsiteY55" fmla="*/ 254331 h 294505"/>
                <a:gd name="connsiteX56" fmla="*/ 26899 w 297814"/>
                <a:gd name="connsiteY56" fmla="*/ 245595 h 294505"/>
                <a:gd name="connsiteX57" fmla="*/ 10949 w 297814"/>
                <a:gd name="connsiteY57" fmla="*/ 249202 h 294505"/>
                <a:gd name="connsiteX58" fmla="*/ 3768 w 297814"/>
                <a:gd name="connsiteY58" fmla="*/ 261544 h 294505"/>
                <a:gd name="connsiteX59" fmla="*/ 13696 w 297814"/>
                <a:gd name="connsiteY59" fmla="*/ 256382 h 294505"/>
                <a:gd name="connsiteX60" fmla="*/ 16277 w 297814"/>
                <a:gd name="connsiteY60" fmla="*/ 273854 h 294505"/>
                <a:gd name="connsiteX61" fmla="*/ 22895 w 297814"/>
                <a:gd name="connsiteY61" fmla="*/ 294933 h 294505"/>
                <a:gd name="connsiteX62" fmla="*/ 42451 w 297814"/>
                <a:gd name="connsiteY62" fmla="*/ 265648 h 294505"/>
                <a:gd name="connsiteX63" fmla="*/ 38679 w 297814"/>
                <a:gd name="connsiteY63" fmla="*/ 254463 h 29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97814" h="294505">
                  <a:moveTo>
                    <a:pt x="281795" y="30407"/>
                  </a:moveTo>
                  <a:cubicBezTo>
                    <a:pt x="278222" y="25774"/>
                    <a:pt x="272066" y="32988"/>
                    <a:pt x="264357" y="34510"/>
                  </a:cubicBezTo>
                  <a:cubicBezTo>
                    <a:pt x="256647" y="36032"/>
                    <a:pt x="232490" y="16012"/>
                    <a:pt x="226302" y="6747"/>
                  </a:cubicBezTo>
                  <a:cubicBezTo>
                    <a:pt x="220114" y="-2518"/>
                    <a:pt x="209757" y="5225"/>
                    <a:pt x="215018" y="11909"/>
                  </a:cubicBezTo>
                  <a:cubicBezTo>
                    <a:pt x="220280" y="18594"/>
                    <a:pt x="213960" y="20645"/>
                    <a:pt x="213960" y="29877"/>
                  </a:cubicBezTo>
                  <a:cubicBezTo>
                    <a:pt x="213960" y="39110"/>
                    <a:pt x="207805" y="39143"/>
                    <a:pt x="208830" y="45298"/>
                  </a:cubicBezTo>
                  <a:cubicBezTo>
                    <a:pt x="209856" y="51452"/>
                    <a:pt x="200591" y="50460"/>
                    <a:pt x="194436" y="51486"/>
                  </a:cubicBezTo>
                  <a:cubicBezTo>
                    <a:pt x="188281" y="52511"/>
                    <a:pt x="194966" y="58666"/>
                    <a:pt x="187818" y="61777"/>
                  </a:cubicBezTo>
                  <a:cubicBezTo>
                    <a:pt x="180670" y="64887"/>
                    <a:pt x="181200" y="69983"/>
                    <a:pt x="184741" y="72035"/>
                  </a:cubicBezTo>
                  <a:cubicBezTo>
                    <a:pt x="188281" y="74086"/>
                    <a:pt x="185766" y="80771"/>
                    <a:pt x="184741" y="85271"/>
                  </a:cubicBezTo>
                  <a:cubicBezTo>
                    <a:pt x="183715" y="89771"/>
                    <a:pt x="189340" y="86297"/>
                    <a:pt x="193476" y="81664"/>
                  </a:cubicBezTo>
                  <a:cubicBezTo>
                    <a:pt x="197613" y="77031"/>
                    <a:pt x="201882" y="83881"/>
                    <a:pt x="202742" y="79613"/>
                  </a:cubicBezTo>
                  <a:cubicBezTo>
                    <a:pt x="203768" y="74483"/>
                    <a:pt x="191921" y="71902"/>
                    <a:pt x="192451" y="66740"/>
                  </a:cubicBezTo>
                  <a:cubicBezTo>
                    <a:pt x="192980" y="61578"/>
                    <a:pt x="200657" y="68296"/>
                    <a:pt x="206845" y="65218"/>
                  </a:cubicBezTo>
                  <a:cubicBezTo>
                    <a:pt x="213033" y="62141"/>
                    <a:pt x="225343" y="64722"/>
                    <a:pt x="233053" y="71373"/>
                  </a:cubicBezTo>
                  <a:cubicBezTo>
                    <a:pt x="240763" y="78024"/>
                    <a:pt x="242815" y="75509"/>
                    <a:pt x="244370" y="67270"/>
                  </a:cubicBezTo>
                  <a:cubicBezTo>
                    <a:pt x="245925" y="59030"/>
                    <a:pt x="257606" y="55456"/>
                    <a:pt x="269552" y="55456"/>
                  </a:cubicBezTo>
                  <a:cubicBezTo>
                    <a:pt x="281498" y="55456"/>
                    <a:pt x="282391" y="49798"/>
                    <a:pt x="278784" y="47217"/>
                  </a:cubicBezTo>
                  <a:cubicBezTo>
                    <a:pt x="275177" y="44636"/>
                    <a:pt x="298341" y="29745"/>
                    <a:pt x="297811" y="25642"/>
                  </a:cubicBezTo>
                  <a:cubicBezTo>
                    <a:pt x="297281" y="21539"/>
                    <a:pt x="285402" y="35040"/>
                    <a:pt x="281795" y="30407"/>
                  </a:cubicBezTo>
                  <a:close/>
                  <a:moveTo>
                    <a:pt x="187255" y="100790"/>
                  </a:moveTo>
                  <a:cubicBezTo>
                    <a:pt x="182093" y="103372"/>
                    <a:pt x="178487" y="119321"/>
                    <a:pt x="184145" y="123954"/>
                  </a:cubicBezTo>
                  <a:cubicBezTo>
                    <a:pt x="189803" y="128587"/>
                    <a:pt x="174913" y="137190"/>
                    <a:pt x="175409" y="147117"/>
                  </a:cubicBezTo>
                  <a:cubicBezTo>
                    <a:pt x="175906" y="157044"/>
                    <a:pt x="166177" y="156879"/>
                    <a:pt x="164622" y="164093"/>
                  </a:cubicBezTo>
                  <a:cubicBezTo>
                    <a:pt x="163066" y="171306"/>
                    <a:pt x="157441" y="169751"/>
                    <a:pt x="148705" y="176402"/>
                  </a:cubicBezTo>
                  <a:cubicBezTo>
                    <a:pt x="139969" y="183054"/>
                    <a:pt x="135469" y="175377"/>
                    <a:pt x="137388" y="170777"/>
                  </a:cubicBezTo>
                  <a:cubicBezTo>
                    <a:pt x="139307" y="166177"/>
                    <a:pt x="124152" y="173325"/>
                    <a:pt x="124516" y="184642"/>
                  </a:cubicBezTo>
                  <a:cubicBezTo>
                    <a:pt x="124880" y="195959"/>
                    <a:pt x="110155" y="196985"/>
                    <a:pt x="113728" y="202114"/>
                  </a:cubicBezTo>
                  <a:cubicBezTo>
                    <a:pt x="117302" y="207243"/>
                    <a:pt x="102444" y="210320"/>
                    <a:pt x="102941" y="205687"/>
                  </a:cubicBezTo>
                  <a:cubicBezTo>
                    <a:pt x="103437" y="201055"/>
                    <a:pt x="93676" y="203669"/>
                    <a:pt x="81895" y="208269"/>
                  </a:cubicBezTo>
                  <a:cubicBezTo>
                    <a:pt x="70115" y="212868"/>
                    <a:pt x="62868" y="203140"/>
                    <a:pt x="56184" y="209824"/>
                  </a:cubicBezTo>
                  <a:cubicBezTo>
                    <a:pt x="49499" y="216508"/>
                    <a:pt x="38183" y="228322"/>
                    <a:pt x="29447" y="229877"/>
                  </a:cubicBezTo>
                  <a:cubicBezTo>
                    <a:pt x="20711" y="231432"/>
                    <a:pt x="25774" y="241988"/>
                    <a:pt x="29447" y="240135"/>
                  </a:cubicBezTo>
                  <a:cubicBezTo>
                    <a:pt x="35635" y="237057"/>
                    <a:pt x="45396" y="240135"/>
                    <a:pt x="48474" y="235535"/>
                  </a:cubicBezTo>
                  <a:cubicBezTo>
                    <a:pt x="51551" y="230936"/>
                    <a:pt x="76733" y="225244"/>
                    <a:pt x="92153" y="224748"/>
                  </a:cubicBezTo>
                  <a:cubicBezTo>
                    <a:pt x="107573" y="224251"/>
                    <a:pt x="98308" y="231928"/>
                    <a:pt x="99367" y="240135"/>
                  </a:cubicBezTo>
                  <a:cubicBezTo>
                    <a:pt x="100426" y="248341"/>
                    <a:pt x="113232" y="246753"/>
                    <a:pt x="119916" y="239109"/>
                  </a:cubicBezTo>
                  <a:cubicBezTo>
                    <a:pt x="126601" y="231465"/>
                    <a:pt x="131730" y="231928"/>
                    <a:pt x="126071" y="227296"/>
                  </a:cubicBezTo>
                  <a:cubicBezTo>
                    <a:pt x="120413" y="222663"/>
                    <a:pt x="127097" y="218560"/>
                    <a:pt x="131233" y="224748"/>
                  </a:cubicBezTo>
                  <a:cubicBezTo>
                    <a:pt x="135370" y="230936"/>
                    <a:pt x="148176" y="231366"/>
                    <a:pt x="153338" y="223192"/>
                  </a:cubicBezTo>
                  <a:cubicBezTo>
                    <a:pt x="158500" y="215019"/>
                    <a:pt x="159956" y="224748"/>
                    <a:pt x="166177" y="224218"/>
                  </a:cubicBezTo>
                  <a:cubicBezTo>
                    <a:pt x="172398" y="223689"/>
                    <a:pt x="176104" y="208269"/>
                    <a:pt x="176435" y="213927"/>
                  </a:cubicBezTo>
                  <a:cubicBezTo>
                    <a:pt x="176766" y="219586"/>
                    <a:pt x="186726" y="218063"/>
                    <a:pt x="192980" y="211379"/>
                  </a:cubicBezTo>
                  <a:cubicBezTo>
                    <a:pt x="199234" y="204695"/>
                    <a:pt x="193510" y="192881"/>
                    <a:pt x="197613" y="186694"/>
                  </a:cubicBezTo>
                  <a:cubicBezTo>
                    <a:pt x="201716" y="180506"/>
                    <a:pt x="205852" y="167666"/>
                    <a:pt x="201716" y="159989"/>
                  </a:cubicBezTo>
                  <a:cubicBezTo>
                    <a:pt x="197580" y="152313"/>
                    <a:pt x="210981" y="147117"/>
                    <a:pt x="217666" y="140962"/>
                  </a:cubicBezTo>
                  <a:cubicBezTo>
                    <a:pt x="224350" y="134808"/>
                    <a:pt x="209956" y="103967"/>
                    <a:pt x="209426" y="94636"/>
                  </a:cubicBezTo>
                  <a:cubicBezTo>
                    <a:pt x="208897" y="85304"/>
                    <a:pt x="192385" y="98243"/>
                    <a:pt x="187255" y="100790"/>
                  </a:cubicBezTo>
                  <a:close/>
                  <a:moveTo>
                    <a:pt x="74185" y="234278"/>
                  </a:moveTo>
                  <a:cubicBezTo>
                    <a:pt x="72100" y="239936"/>
                    <a:pt x="65946" y="237388"/>
                    <a:pt x="57640" y="238910"/>
                  </a:cubicBezTo>
                  <a:cubicBezTo>
                    <a:pt x="49334" y="240433"/>
                    <a:pt x="49169" y="260055"/>
                    <a:pt x="55092" y="262074"/>
                  </a:cubicBezTo>
                  <a:cubicBezTo>
                    <a:pt x="59725" y="263629"/>
                    <a:pt x="63298" y="263629"/>
                    <a:pt x="64853" y="257441"/>
                  </a:cubicBezTo>
                  <a:cubicBezTo>
                    <a:pt x="66409" y="251253"/>
                    <a:pt x="74781" y="249235"/>
                    <a:pt x="79744" y="251783"/>
                  </a:cubicBezTo>
                  <a:cubicBezTo>
                    <a:pt x="84708" y="254331"/>
                    <a:pt x="91591" y="244073"/>
                    <a:pt x="91591" y="236362"/>
                  </a:cubicBezTo>
                  <a:cubicBezTo>
                    <a:pt x="91591" y="228652"/>
                    <a:pt x="76171" y="228785"/>
                    <a:pt x="74185" y="234278"/>
                  </a:cubicBezTo>
                  <a:close/>
                  <a:moveTo>
                    <a:pt x="38679" y="254331"/>
                  </a:moveTo>
                  <a:cubicBezTo>
                    <a:pt x="38679" y="249202"/>
                    <a:pt x="27395" y="250227"/>
                    <a:pt x="26899" y="245595"/>
                  </a:cubicBezTo>
                  <a:cubicBezTo>
                    <a:pt x="26402" y="240962"/>
                    <a:pt x="18659" y="243543"/>
                    <a:pt x="10949" y="249202"/>
                  </a:cubicBezTo>
                  <a:cubicBezTo>
                    <a:pt x="3239" y="254860"/>
                    <a:pt x="658" y="255820"/>
                    <a:pt x="3768" y="261544"/>
                  </a:cubicBezTo>
                  <a:cubicBezTo>
                    <a:pt x="6879" y="267269"/>
                    <a:pt x="11478" y="262041"/>
                    <a:pt x="13696" y="256382"/>
                  </a:cubicBezTo>
                  <a:cubicBezTo>
                    <a:pt x="15913" y="250724"/>
                    <a:pt x="20909" y="264622"/>
                    <a:pt x="16277" y="273854"/>
                  </a:cubicBezTo>
                  <a:cubicBezTo>
                    <a:pt x="11644" y="283086"/>
                    <a:pt x="16839" y="296157"/>
                    <a:pt x="22895" y="294933"/>
                  </a:cubicBezTo>
                  <a:cubicBezTo>
                    <a:pt x="28024" y="293907"/>
                    <a:pt x="34741" y="275409"/>
                    <a:pt x="42451" y="265648"/>
                  </a:cubicBezTo>
                  <a:cubicBezTo>
                    <a:pt x="50161" y="255886"/>
                    <a:pt x="38679" y="259592"/>
                    <a:pt x="38679" y="25446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90E684E-D511-B44B-BC9D-9BEEAFE06371}"/>
                </a:ext>
              </a:extLst>
            </p:cNvPr>
            <p:cNvSpPr/>
            <p:nvPr/>
          </p:nvSpPr>
          <p:spPr>
            <a:xfrm>
              <a:off x="5687648" y="2096625"/>
              <a:ext cx="1045661" cy="681665"/>
            </a:xfrm>
            <a:custGeom>
              <a:avLst/>
              <a:gdLst>
                <a:gd name="connsiteX0" fmla="*/ 1041029 w 1045661"/>
                <a:gd name="connsiteY0" fmla="*/ 129892 h 681665"/>
                <a:gd name="connsiteX1" fmla="*/ 1027131 w 1045661"/>
                <a:gd name="connsiteY1" fmla="*/ 126285 h 681665"/>
                <a:gd name="connsiteX2" fmla="*/ 1010155 w 1045661"/>
                <a:gd name="connsiteY2" fmla="*/ 132440 h 681665"/>
                <a:gd name="connsiteX3" fmla="*/ 994768 w 1045661"/>
                <a:gd name="connsiteY3" fmla="*/ 136080 h 681665"/>
                <a:gd name="connsiteX4" fmla="*/ 977793 w 1045661"/>
                <a:gd name="connsiteY4" fmla="*/ 129462 h 681665"/>
                <a:gd name="connsiteX5" fmla="*/ 974186 w 1045661"/>
                <a:gd name="connsiteY5" fmla="*/ 114604 h 681665"/>
                <a:gd name="connsiteX6" fmla="*/ 961843 w 1045661"/>
                <a:gd name="connsiteY6" fmla="*/ 106332 h 681665"/>
                <a:gd name="connsiteX7" fmla="*/ 944371 w 1045661"/>
                <a:gd name="connsiteY7" fmla="*/ 98655 h 681665"/>
                <a:gd name="connsiteX8" fmla="*/ 927396 w 1045661"/>
                <a:gd name="connsiteY8" fmla="*/ 92467 h 681665"/>
                <a:gd name="connsiteX9" fmla="*/ 920778 w 1045661"/>
                <a:gd name="connsiteY9" fmla="*/ 82705 h 681665"/>
                <a:gd name="connsiteX10" fmla="*/ 912042 w 1045661"/>
                <a:gd name="connsiteY10" fmla="*/ 61627 h 681665"/>
                <a:gd name="connsiteX11" fmla="*/ 901751 w 1045661"/>
                <a:gd name="connsiteY11" fmla="*/ 41077 h 681665"/>
                <a:gd name="connsiteX12" fmla="*/ 893544 w 1045661"/>
                <a:gd name="connsiteY12" fmla="*/ 25161 h 681665"/>
                <a:gd name="connsiteX13" fmla="*/ 882227 w 1045661"/>
                <a:gd name="connsiteY13" fmla="*/ 12289 h 681665"/>
                <a:gd name="connsiteX14" fmla="*/ 861149 w 1045661"/>
                <a:gd name="connsiteY14" fmla="*/ 6134 h 681665"/>
                <a:gd name="connsiteX15" fmla="*/ 841625 w 1045661"/>
                <a:gd name="connsiteY15" fmla="*/ 3056 h 681665"/>
                <a:gd name="connsiteX16" fmla="*/ 815947 w 1045661"/>
                <a:gd name="connsiteY16" fmla="*/ 5108 h 681665"/>
                <a:gd name="connsiteX17" fmla="*/ 793842 w 1045661"/>
                <a:gd name="connsiteY17" fmla="*/ 12289 h 681665"/>
                <a:gd name="connsiteX18" fmla="*/ 795364 w 1045661"/>
                <a:gd name="connsiteY18" fmla="*/ 21554 h 681665"/>
                <a:gd name="connsiteX19" fmla="*/ 800494 w 1045661"/>
                <a:gd name="connsiteY19" fmla="*/ 33897 h 681665"/>
                <a:gd name="connsiteX20" fmla="*/ 792783 w 1045661"/>
                <a:gd name="connsiteY20" fmla="*/ 42633 h 681665"/>
                <a:gd name="connsiteX21" fmla="*/ 781996 w 1045661"/>
                <a:gd name="connsiteY21" fmla="*/ 59178 h 681665"/>
                <a:gd name="connsiteX22" fmla="*/ 773789 w 1045661"/>
                <a:gd name="connsiteY22" fmla="*/ 77146 h 681665"/>
                <a:gd name="connsiteX23" fmla="*/ 766079 w 1045661"/>
                <a:gd name="connsiteY23" fmla="*/ 84856 h 681665"/>
                <a:gd name="connsiteX24" fmla="*/ 749534 w 1045661"/>
                <a:gd name="connsiteY24" fmla="*/ 93592 h 681665"/>
                <a:gd name="connsiteX25" fmla="*/ 732559 w 1045661"/>
                <a:gd name="connsiteY25" fmla="*/ 88992 h 681665"/>
                <a:gd name="connsiteX26" fmla="*/ 728687 w 1045661"/>
                <a:gd name="connsiteY26" fmla="*/ 86080 h 681665"/>
                <a:gd name="connsiteX27" fmla="*/ 714789 w 1045661"/>
                <a:gd name="connsiteY27" fmla="*/ 113876 h 681665"/>
                <a:gd name="connsiteX28" fmla="*/ 713664 w 1045661"/>
                <a:gd name="connsiteY28" fmla="*/ 122844 h 681665"/>
                <a:gd name="connsiteX29" fmla="*/ 711414 w 1045661"/>
                <a:gd name="connsiteY29" fmla="*/ 131812 h 681665"/>
                <a:gd name="connsiteX30" fmla="*/ 729349 w 1045661"/>
                <a:gd name="connsiteY30" fmla="*/ 132904 h 681665"/>
                <a:gd name="connsiteX31" fmla="*/ 746159 w 1045661"/>
                <a:gd name="connsiteY31" fmla="*/ 135154 h 681665"/>
                <a:gd name="connsiteX32" fmla="*/ 759254 w 1045661"/>
                <a:gd name="connsiteY32" fmla="*/ 130093 h 681665"/>
                <a:gd name="connsiteX33" fmla="*/ 762936 w 1045661"/>
                <a:gd name="connsiteY33" fmla="*/ 132904 h 681665"/>
                <a:gd name="connsiteX34" fmla="*/ 785338 w 1045661"/>
                <a:gd name="connsiteY34" fmla="*/ 156431 h 681665"/>
                <a:gd name="connsiteX35" fmla="*/ 767436 w 1045661"/>
                <a:gd name="connsiteY35" fmla="*/ 158681 h 681665"/>
                <a:gd name="connsiteX36" fmla="*/ 745034 w 1045661"/>
                <a:gd name="connsiteY36" fmla="*/ 163148 h 681665"/>
                <a:gd name="connsiteX37" fmla="*/ 723756 w 1045661"/>
                <a:gd name="connsiteY37" fmla="*/ 172083 h 681665"/>
                <a:gd name="connsiteX38" fmla="*/ 708072 w 1045661"/>
                <a:gd name="connsiteY38" fmla="*/ 186676 h 681665"/>
                <a:gd name="connsiteX39" fmla="*/ 682327 w 1045661"/>
                <a:gd name="connsiteY39" fmla="*/ 194485 h 681665"/>
                <a:gd name="connsiteX40" fmla="*/ 654333 w 1045661"/>
                <a:gd name="connsiteY40" fmla="*/ 196735 h 681665"/>
                <a:gd name="connsiteX41" fmla="*/ 637713 w 1045661"/>
                <a:gd name="connsiteY41" fmla="*/ 200875 h 681665"/>
                <a:gd name="connsiteX42" fmla="*/ 637523 w 1045661"/>
                <a:gd name="connsiteY42" fmla="*/ 201203 h 681665"/>
                <a:gd name="connsiteX43" fmla="*/ 641990 w 1045661"/>
                <a:gd name="connsiteY43" fmla="*/ 221355 h 681665"/>
                <a:gd name="connsiteX44" fmla="*/ 620712 w 1045661"/>
                <a:gd name="connsiteY44" fmla="*/ 238165 h 681665"/>
                <a:gd name="connsiteX45" fmla="*/ 589376 w 1045661"/>
                <a:gd name="connsiteY45" fmla="*/ 251599 h 681665"/>
                <a:gd name="connsiteX46" fmla="*/ 550197 w 1045661"/>
                <a:gd name="connsiteY46" fmla="*/ 252725 h 681665"/>
                <a:gd name="connsiteX47" fmla="*/ 519952 w 1045661"/>
                <a:gd name="connsiteY47" fmla="*/ 268376 h 681665"/>
                <a:gd name="connsiteX48" fmla="*/ 506517 w 1045661"/>
                <a:gd name="connsiteY48" fmla="*/ 261758 h 681665"/>
                <a:gd name="connsiteX49" fmla="*/ 488615 w 1045661"/>
                <a:gd name="connsiteY49" fmla="*/ 257291 h 681665"/>
                <a:gd name="connsiteX50" fmla="*/ 469588 w 1045661"/>
                <a:gd name="connsiteY50" fmla="*/ 252824 h 681665"/>
                <a:gd name="connsiteX51" fmla="*/ 438218 w 1045661"/>
                <a:gd name="connsiteY51" fmla="*/ 246206 h 681665"/>
                <a:gd name="connsiteX52" fmla="*/ 396789 w 1045661"/>
                <a:gd name="connsiteY52" fmla="*/ 245081 h 681665"/>
                <a:gd name="connsiteX53" fmla="*/ 374387 w 1045661"/>
                <a:gd name="connsiteY53" fmla="*/ 242830 h 681665"/>
                <a:gd name="connsiteX54" fmla="*/ 364459 w 1045661"/>
                <a:gd name="connsiteY54" fmla="*/ 224928 h 681665"/>
                <a:gd name="connsiteX55" fmla="*/ 351024 w 1045661"/>
                <a:gd name="connsiteY55" fmla="*/ 210369 h 681665"/>
                <a:gd name="connsiteX56" fmla="*/ 339807 w 1045661"/>
                <a:gd name="connsiteY56" fmla="*/ 202526 h 681665"/>
                <a:gd name="connsiteX57" fmla="*/ 326769 w 1045661"/>
                <a:gd name="connsiteY57" fmla="*/ 194651 h 681665"/>
                <a:gd name="connsiteX58" fmla="*/ 287656 w 1045661"/>
                <a:gd name="connsiteY58" fmla="*/ 185054 h 681665"/>
                <a:gd name="connsiteX59" fmla="*/ 291561 w 1045661"/>
                <a:gd name="connsiteY59" fmla="*/ 170858 h 681665"/>
                <a:gd name="connsiteX60" fmla="*/ 292620 w 1045661"/>
                <a:gd name="connsiteY60" fmla="*/ 153420 h 681665"/>
                <a:gd name="connsiteX61" fmla="*/ 283354 w 1045661"/>
                <a:gd name="connsiteY61" fmla="*/ 140184 h 681665"/>
                <a:gd name="connsiteX62" fmla="*/ 268431 w 1045661"/>
                <a:gd name="connsiteY62" fmla="*/ 128105 h 681665"/>
                <a:gd name="connsiteX63" fmla="*/ 252779 w 1045661"/>
                <a:gd name="connsiteY63" fmla="*/ 119568 h 681665"/>
                <a:gd name="connsiteX64" fmla="*/ 240337 w 1045661"/>
                <a:gd name="connsiteY64" fmla="*/ 103552 h 681665"/>
                <a:gd name="connsiteX65" fmla="*/ 239741 w 1045661"/>
                <a:gd name="connsiteY65" fmla="*/ 101468 h 681665"/>
                <a:gd name="connsiteX66" fmla="*/ 233123 w 1045661"/>
                <a:gd name="connsiteY66" fmla="*/ 100409 h 681665"/>
                <a:gd name="connsiteX67" fmla="*/ 228556 w 1045661"/>
                <a:gd name="connsiteY67" fmla="*/ 97695 h 681665"/>
                <a:gd name="connsiteX68" fmla="*/ 222534 w 1045661"/>
                <a:gd name="connsiteY68" fmla="*/ 108880 h 681665"/>
                <a:gd name="connsiteX69" fmla="*/ 215055 w 1045661"/>
                <a:gd name="connsiteY69" fmla="*/ 118476 h 681665"/>
                <a:gd name="connsiteX70" fmla="*/ 203672 w 1045661"/>
                <a:gd name="connsiteY70" fmla="*/ 131712 h 681665"/>
                <a:gd name="connsiteX71" fmla="*/ 206187 w 1045661"/>
                <a:gd name="connsiteY71" fmla="*/ 145577 h 681665"/>
                <a:gd name="connsiteX72" fmla="*/ 189642 w 1045661"/>
                <a:gd name="connsiteY72" fmla="*/ 151633 h 681665"/>
                <a:gd name="connsiteX73" fmla="*/ 173626 w 1045661"/>
                <a:gd name="connsiteY73" fmla="*/ 150210 h 681665"/>
                <a:gd name="connsiteX74" fmla="*/ 161879 w 1045661"/>
                <a:gd name="connsiteY74" fmla="*/ 150210 h 681665"/>
                <a:gd name="connsiteX75" fmla="*/ 151224 w 1045661"/>
                <a:gd name="connsiteY75" fmla="*/ 183665 h 681665"/>
                <a:gd name="connsiteX76" fmla="*/ 151224 w 1045661"/>
                <a:gd name="connsiteY76" fmla="*/ 191838 h 681665"/>
                <a:gd name="connsiteX77" fmla="*/ 138782 w 1045661"/>
                <a:gd name="connsiteY77" fmla="*/ 188529 h 681665"/>
                <a:gd name="connsiteX78" fmla="*/ 122402 w 1045661"/>
                <a:gd name="connsiteY78" fmla="*/ 191838 h 681665"/>
                <a:gd name="connsiteX79" fmla="*/ 112475 w 1045661"/>
                <a:gd name="connsiteY79" fmla="*/ 198621 h 681665"/>
                <a:gd name="connsiteX80" fmla="*/ 116346 w 1045661"/>
                <a:gd name="connsiteY80" fmla="*/ 213678 h 681665"/>
                <a:gd name="connsiteX81" fmla="*/ 123295 w 1045661"/>
                <a:gd name="connsiteY81" fmla="*/ 232936 h 681665"/>
                <a:gd name="connsiteX82" fmla="*/ 114030 w 1045661"/>
                <a:gd name="connsiteY82" fmla="*/ 246173 h 681665"/>
                <a:gd name="connsiteX83" fmla="*/ 112872 w 1045661"/>
                <a:gd name="connsiteY83" fmla="*/ 256960 h 681665"/>
                <a:gd name="connsiteX84" fmla="*/ 97452 w 1045661"/>
                <a:gd name="connsiteY84" fmla="*/ 264670 h 681665"/>
                <a:gd name="connsiteX85" fmla="*/ 83951 w 1045661"/>
                <a:gd name="connsiteY85" fmla="*/ 272380 h 681665"/>
                <a:gd name="connsiteX86" fmla="*/ 70086 w 1045661"/>
                <a:gd name="connsiteY86" fmla="*/ 280090 h 681665"/>
                <a:gd name="connsiteX87" fmla="*/ 54269 w 1045661"/>
                <a:gd name="connsiteY87" fmla="*/ 284723 h 681665"/>
                <a:gd name="connsiteX88" fmla="*/ 43878 w 1045661"/>
                <a:gd name="connsiteY88" fmla="*/ 291639 h 681665"/>
                <a:gd name="connsiteX89" fmla="*/ 33091 w 1045661"/>
                <a:gd name="connsiteY89" fmla="*/ 288330 h 681665"/>
                <a:gd name="connsiteX90" fmla="*/ 22667 w 1045661"/>
                <a:gd name="connsiteY90" fmla="*/ 291639 h 681665"/>
                <a:gd name="connsiteX91" fmla="*/ 13037 w 1045661"/>
                <a:gd name="connsiteY91" fmla="*/ 297827 h 681665"/>
                <a:gd name="connsiteX92" fmla="*/ 5328 w 1045661"/>
                <a:gd name="connsiteY92" fmla="*/ 302460 h 681665"/>
                <a:gd name="connsiteX93" fmla="*/ 2482 w 1045661"/>
                <a:gd name="connsiteY93" fmla="*/ 311063 h 681665"/>
                <a:gd name="connsiteX94" fmla="*/ 2482 w 1045661"/>
                <a:gd name="connsiteY94" fmla="*/ 311063 h 681665"/>
                <a:gd name="connsiteX95" fmla="*/ 5195 w 1045661"/>
                <a:gd name="connsiteY95" fmla="*/ 326152 h 681665"/>
                <a:gd name="connsiteX96" fmla="*/ 22369 w 1045661"/>
                <a:gd name="connsiteY96" fmla="*/ 337138 h 681665"/>
                <a:gd name="connsiteX97" fmla="*/ 25678 w 1045661"/>
                <a:gd name="connsiteY97" fmla="*/ 360467 h 681665"/>
                <a:gd name="connsiteX98" fmla="*/ 25182 w 1045661"/>
                <a:gd name="connsiteY98" fmla="*/ 360467 h 681665"/>
                <a:gd name="connsiteX99" fmla="*/ 40999 w 1045661"/>
                <a:gd name="connsiteY99" fmla="*/ 373307 h 681665"/>
                <a:gd name="connsiteX100" fmla="*/ 49868 w 1045661"/>
                <a:gd name="connsiteY100" fmla="*/ 386543 h 681665"/>
                <a:gd name="connsiteX101" fmla="*/ 63435 w 1045661"/>
                <a:gd name="connsiteY101" fmla="*/ 393756 h 681665"/>
                <a:gd name="connsiteX102" fmla="*/ 64096 w 1045661"/>
                <a:gd name="connsiteY102" fmla="*/ 392102 h 681665"/>
                <a:gd name="connsiteX103" fmla="*/ 70946 w 1045661"/>
                <a:gd name="connsiteY103" fmla="*/ 391407 h 681665"/>
                <a:gd name="connsiteX104" fmla="*/ 74884 w 1045661"/>
                <a:gd name="connsiteY104" fmla="*/ 394716 h 681665"/>
                <a:gd name="connsiteX105" fmla="*/ 94738 w 1045661"/>
                <a:gd name="connsiteY105" fmla="*/ 383432 h 681665"/>
                <a:gd name="connsiteX106" fmla="*/ 114593 w 1045661"/>
                <a:gd name="connsiteY106" fmla="*/ 399978 h 681665"/>
                <a:gd name="connsiteX107" fmla="*/ 97253 w 1045661"/>
                <a:gd name="connsiteY107" fmla="*/ 420758 h 681665"/>
                <a:gd name="connsiteX108" fmla="*/ 89841 w 1045661"/>
                <a:gd name="connsiteY108" fmla="*/ 421519 h 681665"/>
                <a:gd name="connsiteX109" fmla="*/ 88782 w 1045661"/>
                <a:gd name="connsiteY109" fmla="*/ 427741 h 681665"/>
                <a:gd name="connsiteX110" fmla="*/ 98378 w 1045661"/>
                <a:gd name="connsiteY110" fmla="*/ 442797 h 681665"/>
                <a:gd name="connsiteX111" fmla="*/ 88087 w 1045661"/>
                <a:gd name="connsiteY111" fmla="*/ 448985 h 681665"/>
                <a:gd name="connsiteX112" fmla="*/ 83984 w 1045661"/>
                <a:gd name="connsiteY112" fmla="*/ 456529 h 681665"/>
                <a:gd name="connsiteX113" fmla="*/ 90139 w 1045661"/>
                <a:gd name="connsiteY113" fmla="*/ 470262 h 681665"/>
                <a:gd name="connsiteX114" fmla="*/ 104566 w 1045661"/>
                <a:gd name="connsiteY114" fmla="*/ 480553 h 681665"/>
                <a:gd name="connsiteX115" fmla="*/ 114857 w 1045661"/>
                <a:gd name="connsiteY115" fmla="*/ 489454 h 681665"/>
                <a:gd name="connsiteX116" fmla="*/ 122402 w 1045661"/>
                <a:gd name="connsiteY116" fmla="*/ 497032 h 681665"/>
                <a:gd name="connsiteX117" fmla="*/ 122071 w 1045661"/>
                <a:gd name="connsiteY117" fmla="*/ 498091 h 681665"/>
                <a:gd name="connsiteX118" fmla="*/ 132726 w 1045661"/>
                <a:gd name="connsiteY118" fmla="*/ 494782 h 681665"/>
                <a:gd name="connsiteX119" fmla="*/ 146591 w 1045661"/>
                <a:gd name="connsiteY119" fmla="*/ 497462 h 681665"/>
                <a:gd name="connsiteX120" fmla="*/ 182064 w 1045661"/>
                <a:gd name="connsiteY120" fmla="*/ 523306 h 681665"/>
                <a:gd name="connsiteX121" fmla="*/ 215585 w 1045661"/>
                <a:gd name="connsiteY121" fmla="*/ 536807 h 681665"/>
                <a:gd name="connsiteX122" fmla="*/ 238351 w 1045661"/>
                <a:gd name="connsiteY122" fmla="*/ 541009 h 681665"/>
                <a:gd name="connsiteX123" fmla="*/ 242322 w 1045661"/>
                <a:gd name="connsiteY123" fmla="*/ 541009 h 681665"/>
                <a:gd name="connsiteX124" fmla="*/ 247980 w 1045661"/>
                <a:gd name="connsiteY124" fmla="*/ 536741 h 681665"/>
                <a:gd name="connsiteX125" fmla="*/ 253474 w 1045661"/>
                <a:gd name="connsiteY125" fmla="*/ 545642 h 681665"/>
                <a:gd name="connsiteX126" fmla="*/ 254466 w 1045661"/>
                <a:gd name="connsiteY126" fmla="*/ 553286 h 681665"/>
                <a:gd name="connsiteX127" fmla="*/ 258371 w 1045661"/>
                <a:gd name="connsiteY127" fmla="*/ 545940 h 681665"/>
                <a:gd name="connsiteX128" fmla="*/ 270714 w 1045661"/>
                <a:gd name="connsiteY128" fmla="*/ 535152 h 681665"/>
                <a:gd name="connsiteX129" fmla="*/ 284976 w 1045661"/>
                <a:gd name="connsiteY129" fmla="*/ 537469 h 681665"/>
                <a:gd name="connsiteX130" fmla="*/ 305062 w 1045661"/>
                <a:gd name="connsiteY130" fmla="*/ 542929 h 681665"/>
                <a:gd name="connsiteX131" fmla="*/ 311150 w 1045661"/>
                <a:gd name="connsiteY131" fmla="*/ 540844 h 681665"/>
                <a:gd name="connsiteX132" fmla="*/ 319357 w 1045661"/>
                <a:gd name="connsiteY132" fmla="*/ 533299 h 681665"/>
                <a:gd name="connsiteX133" fmla="*/ 326240 w 1045661"/>
                <a:gd name="connsiteY133" fmla="*/ 526417 h 681665"/>
                <a:gd name="connsiteX134" fmla="*/ 341329 w 1045661"/>
                <a:gd name="connsiteY134" fmla="*/ 516820 h 681665"/>
                <a:gd name="connsiteX135" fmla="*/ 361911 w 1045661"/>
                <a:gd name="connsiteY135" fmla="*/ 516125 h 681665"/>
                <a:gd name="connsiteX136" fmla="*/ 370846 w 1045661"/>
                <a:gd name="connsiteY136" fmla="*/ 514769 h 681665"/>
                <a:gd name="connsiteX137" fmla="*/ 377696 w 1045661"/>
                <a:gd name="connsiteY137" fmla="*/ 526417 h 681665"/>
                <a:gd name="connsiteX138" fmla="*/ 387623 w 1045661"/>
                <a:gd name="connsiteY138" fmla="*/ 531843 h 681665"/>
                <a:gd name="connsiteX139" fmla="*/ 390535 w 1045661"/>
                <a:gd name="connsiteY139" fmla="*/ 530123 h 681665"/>
                <a:gd name="connsiteX140" fmla="*/ 402083 w 1045661"/>
                <a:gd name="connsiteY140" fmla="*/ 535152 h 681665"/>
                <a:gd name="connsiteX141" fmla="*/ 405955 w 1045661"/>
                <a:gd name="connsiteY141" fmla="*/ 544782 h 681665"/>
                <a:gd name="connsiteX142" fmla="*/ 412904 w 1045661"/>
                <a:gd name="connsiteY142" fmla="*/ 553253 h 681665"/>
                <a:gd name="connsiteX143" fmla="*/ 408668 w 1045661"/>
                <a:gd name="connsiteY143" fmla="*/ 578700 h 681665"/>
                <a:gd name="connsiteX144" fmla="*/ 394406 w 1045661"/>
                <a:gd name="connsiteY144" fmla="*/ 602988 h 681665"/>
                <a:gd name="connsiteX145" fmla="*/ 397484 w 1045661"/>
                <a:gd name="connsiteY145" fmla="*/ 611459 h 681665"/>
                <a:gd name="connsiteX146" fmla="*/ 413268 w 1045661"/>
                <a:gd name="connsiteY146" fmla="*/ 614537 h 681665"/>
                <a:gd name="connsiteX147" fmla="*/ 418662 w 1045661"/>
                <a:gd name="connsiteY147" fmla="*/ 628799 h 681665"/>
                <a:gd name="connsiteX148" fmla="*/ 425280 w 1045661"/>
                <a:gd name="connsiteY148" fmla="*/ 636509 h 681665"/>
                <a:gd name="connsiteX149" fmla="*/ 425280 w 1045661"/>
                <a:gd name="connsiteY149" fmla="*/ 648091 h 681665"/>
                <a:gd name="connsiteX150" fmla="*/ 434942 w 1045661"/>
                <a:gd name="connsiteY150" fmla="*/ 652690 h 681665"/>
                <a:gd name="connsiteX151" fmla="*/ 445730 w 1045661"/>
                <a:gd name="connsiteY151" fmla="*/ 658481 h 681665"/>
                <a:gd name="connsiteX152" fmla="*/ 453539 w 1045661"/>
                <a:gd name="connsiteY152" fmla="*/ 656859 h 681665"/>
                <a:gd name="connsiteX153" fmla="*/ 462110 w 1045661"/>
                <a:gd name="connsiteY153" fmla="*/ 665033 h 681665"/>
                <a:gd name="connsiteX154" fmla="*/ 462804 w 1045661"/>
                <a:gd name="connsiteY154" fmla="*/ 651333 h 681665"/>
                <a:gd name="connsiteX155" fmla="*/ 465551 w 1045661"/>
                <a:gd name="connsiteY155" fmla="*/ 642399 h 681665"/>
                <a:gd name="connsiteX156" fmla="*/ 477199 w 1045661"/>
                <a:gd name="connsiteY156" fmla="*/ 638263 h 681665"/>
                <a:gd name="connsiteX157" fmla="*/ 490435 w 1045661"/>
                <a:gd name="connsiteY157" fmla="*/ 636906 h 681665"/>
                <a:gd name="connsiteX158" fmla="*/ 505524 w 1045661"/>
                <a:gd name="connsiteY158" fmla="*/ 636906 h 681665"/>
                <a:gd name="connsiteX159" fmla="*/ 517205 w 1045661"/>
                <a:gd name="connsiteY159" fmla="*/ 634854 h 681665"/>
                <a:gd name="connsiteX160" fmla="*/ 530905 w 1045661"/>
                <a:gd name="connsiteY160" fmla="*/ 625920 h 681665"/>
                <a:gd name="connsiteX161" fmla="*/ 545332 w 1045661"/>
                <a:gd name="connsiteY161" fmla="*/ 633464 h 681665"/>
                <a:gd name="connsiteX162" fmla="*/ 550130 w 1045661"/>
                <a:gd name="connsiteY162" fmla="*/ 643789 h 681665"/>
                <a:gd name="connsiteX163" fmla="*/ 567271 w 1045661"/>
                <a:gd name="connsiteY163" fmla="*/ 656793 h 681665"/>
                <a:gd name="connsiteX164" fmla="*/ 570845 w 1045661"/>
                <a:gd name="connsiteY164" fmla="*/ 659672 h 681665"/>
                <a:gd name="connsiteX165" fmla="*/ 581467 w 1045661"/>
                <a:gd name="connsiteY165" fmla="*/ 656826 h 681665"/>
                <a:gd name="connsiteX166" fmla="*/ 590964 w 1045661"/>
                <a:gd name="connsiteY166" fmla="*/ 657323 h 681665"/>
                <a:gd name="connsiteX167" fmla="*/ 600891 w 1045661"/>
                <a:gd name="connsiteY167" fmla="*/ 657323 h 681665"/>
                <a:gd name="connsiteX168" fmla="*/ 605524 w 1045661"/>
                <a:gd name="connsiteY168" fmla="*/ 664536 h 681665"/>
                <a:gd name="connsiteX169" fmla="*/ 609363 w 1045661"/>
                <a:gd name="connsiteY169" fmla="*/ 679692 h 681665"/>
                <a:gd name="connsiteX170" fmla="*/ 613995 w 1045661"/>
                <a:gd name="connsiteY170" fmla="*/ 672247 h 681665"/>
                <a:gd name="connsiteX171" fmla="*/ 638416 w 1045661"/>
                <a:gd name="connsiteY171" fmla="*/ 657588 h 681665"/>
                <a:gd name="connsiteX172" fmla="*/ 672334 w 1045661"/>
                <a:gd name="connsiteY172" fmla="*/ 637733 h 681665"/>
                <a:gd name="connsiteX173" fmla="*/ 689276 w 1045661"/>
                <a:gd name="connsiteY173" fmla="*/ 638263 h 681665"/>
                <a:gd name="connsiteX174" fmla="*/ 719356 w 1045661"/>
                <a:gd name="connsiteY174" fmla="*/ 633365 h 681665"/>
                <a:gd name="connsiteX175" fmla="*/ 729647 w 1045661"/>
                <a:gd name="connsiteY175" fmla="*/ 624364 h 681665"/>
                <a:gd name="connsiteX176" fmla="*/ 739905 w 1045661"/>
                <a:gd name="connsiteY176" fmla="*/ 616158 h 681665"/>
                <a:gd name="connsiteX177" fmla="*/ 749832 w 1045661"/>
                <a:gd name="connsiteY177" fmla="*/ 605602 h 681665"/>
                <a:gd name="connsiteX178" fmla="*/ 761645 w 1045661"/>
                <a:gd name="connsiteY178" fmla="*/ 598157 h 681665"/>
                <a:gd name="connsiteX179" fmla="*/ 770414 w 1045661"/>
                <a:gd name="connsiteY179" fmla="*/ 589686 h 681665"/>
                <a:gd name="connsiteX180" fmla="*/ 777859 w 1045661"/>
                <a:gd name="connsiteY180" fmla="*/ 583266 h 681665"/>
                <a:gd name="connsiteX181" fmla="*/ 780176 w 1045661"/>
                <a:gd name="connsiteY181" fmla="*/ 570030 h 681665"/>
                <a:gd name="connsiteX182" fmla="*/ 777859 w 1045661"/>
                <a:gd name="connsiteY182" fmla="*/ 561559 h 681665"/>
                <a:gd name="connsiteX183" fmla="*/ 789904 w 1045661"/>
                <a:gd name="connsiteY183" fmla="*/ 555900 h 681665"/>
                <a:gd name="connsiteX184" fmla="*/ 797913 w 1045661"/>
                <a:gd name="connsiteY184" fmla="*/ 543822 h 681665"/>
                <a:gd name="connsiteX185" fmla="*/ 809196 w 1045661"/>
                <a:gd name="connsiteY185" fmla="*/ 533299 h 681665"/>
                <a:gd name="connsiteX186" fmla="*/ 812803 w 1045661"/>
                <a:gd name="connsiteY186" fmla="*/ 519170 h 681665"/>
                <a:gd name="connsiteX187" fmla="*/ 815649 w 1045661"/>
                <a:gd name="connsiteY187" fmla="*/ 512552 h 681665"/>
                <a:gd name="connsiteX188" fmla="*/ 823061 w 1045661"/>
                <a:gd name="connsiteY188" fmla="*/ 502062 h 681665"/>
                <a:gd name="connsiteX189" fmla="*/ 815880 w 1045661"/>
                <a:gd name="connsiteY189" fmla="*/ 499977 h 681665"/>
                <a:gd name="connsiteX190" fmla="*/ 805953 w 1045661"/>
                <a:gd name="connsiteY190" fmla="*/ 496403 h 681665"/>
                <a:gd name="connsiteX191" fmla="*/ 799799 w 1045661"/>
                <a:gd name="connsiteY191" fmla="*/ 492797 h 681665"/>
                <a:gd name="connsiteX192" fmla="*/ 818031 w 1045661"/>
                <a:gd name="connsiteY192" fmla="*/ 483796 h 681665"/>
                <a:gd name="connsiteX193" fmla="*/ 807509 w 1045661"/>
                <a:gd name="connsiteY193" fmla="*/ 474299 h 681665"/>
                <a:gd name="connsiteX194" fmla="*/ 792089 w 1045661"/>
                <a:gd name="connsiteY194" fmla="*/ 462982 h 681665"/>
                <a:gd name="connsiteX195" fmla="*/ 802016 w 1045661"/>
                <a:gd name="connsiteY195" fmla="*/ 462486 h 681665"/>
                <a:gd name="connsiteX196" fmla="*/ 817436 w 1045661"/>
                <a:gd name="connsiteY196" fmla="*/ 465530 h 681665"/>
                <a:gd name="connsiteX197" fmla="*/ 802777 w 1045661"/>
                <a:gd name="connsiteY197" fmla="*/ 448985 h 681665"/>
                <a:gd name="connsiteX198" fmla="*/ 799699 w 1045661"/>
                <a:gd name="connsiteY198" fmla="*/ 438429 h 681665"/>
                <a:gd name="connsiteX199" fmla="*/ 788647 w 1045661"/>
                <a:gd name="connsiteY199" fmla="*/ 417383 h 681665"/>
                <a:gd name="connsiteX200" fmla="*/ 773227 w 1045661"/>
                <a:gd name="connsiteY200" fmla="*/ 406596 h 681665"/>
                <a:gd name="connsiteX201" fmla="*/ 781467 w 1045661"/>
                <a:gd name="connsiteY201" fmla="*/ 390381 h 681665"/>
                <a:gd name="connsiteX202" fmla="*/ 789673 w 1045661"/>
                <a:gd name="connsiteY202" fmla="*/ 381149 h 681665"/>
                <a:gd name="connsiteX203" fmla="*/ 799203 w 1045661"/>
                <a:gd name="connsiteY203" fmla="*/ 374531 h 681665"/>
                <a:gd name="connsiteX204" fmla="*/ 809726 w 1045661"/>
                <a:gd name="connsiteY204" fmla="*/ 369137 h 681665"/>
                <a:gd name="connsiteX205" fmla="*/ 829580 w 1045661"/>
                <a:gd name="connsiteY205" fmla="*/ 363214 h 681665"/>
                <a:gd name="connsiteX206" fmla="*/ 819653 w 1045661"/>
                <a:gd name="connsiteY206" fmla="*/ 352162 h 681665"/>
                <a:gd name="connsiteX207" fmla="*/ 802677 w 1045661"/>
                <a:gd name="connsiteY207" fmla="*/ 345213 h 681665"/>
                <a:gd name="connsiteX208" fmla="*/ 779514 w 1045661"/>
                <a:gd name="connsiteY208" fmla="*/ 360401 h 681665"/>
                <a:gd name="connsiteX209" fmla="*/ 768726 w 1045661"/>
                <a:gd name="connsiteY209" fmla="*/ 346503 h 681665"/>
                <a:gd name="connsiteX210" fmla="*/ 750758 w 1045661"/>
                <a:gd name="connsiteY210" fmla="*/ 340348 h 681665"/>
                <a:gd name="connsiteX211" fmla="*/ 750494 w 1045661"/>
                <a:gd name="connsiteY211" fmla="*/ 318773 h 681665"/>
                <a:gd name="connsiteX212" fmla="*/ 772102 w 1045661"/>
                <a:gd name="connsiteY212" fmla="*/ 312354 h 681665"/>
                <a:gd name="connsiteX213" fmla="*/ 792386 w 1045661"/>
                <a:gd name="connsiteY213" fmla="*/ 298224 h 681665"/>
                <a:gd name="connsiteX214" fmla="*/ 821936 w 1045661"/>
                <a:gd name="connsiteY214" fmla="*/ 286642 h 681665"/>
                <a:gd name="connsiteX215" fmla="*/ 810123 w 1045661"/>
                <a:gd name="connsiteY215" fmla="*/ 310269 h 681665"/>
                <a:gd name="connsiteX216" fmla="*/ 807542 w 1045661"/>
                <a:gd name="connsiteY216" fmla="*/ 323505 h 681665"/>
                <a:gd name="connsiteX217" fmla="*/ 819620 w 1045661"/>
                <a:gd name="connsiteY217" fmla="*/ 323241 h 681665"/>
                <a:gd name="connsiteX218" fmla="*/ 851751 w 1045661"/>
                <a:gd name="connsiteY218" fmla="*/ 305272 h 681665"/>
                <a:gd name="connsiteX219" fmla="*/ 860123 w 1045661"/>
                <a:gd name="connsiteY219" fmla="*/ 304213 h 681665"/>
                <a:gd name="connsiteX220" fmla="*/ 865053 w 1045661"/>
                <a:gd name="connsiteY220" fmla="*/ 296570 h 681665"/>
                <a:gd name="connsiteX221" fmla="*/ 897515 w 1045661"/>
                <a:gd name="connsiteY221" fmla="*/ 278668 h 681665"/>
                <a:gd name="connsiteX222" fmla="*/ 908700 w 1045661"/>
                <a:gd name="connsiteY222" fmla="*/ 266358 h 681665"/>
                <a:gd name="connsiteX223" fmla="*/ 919884 w 1045661"/>
                <a:gd name="connsiteY223" fmla="*/ 270825 h 681665"/>
                <a:gd name="connsiteX224" fmla="*/ 931102 w 1045661"/>
                <a:gd name="connsiteY224" fmla="*/ 267516 h 681665"/>
                <a:gd name="connsiteX225" fmla="*/ 937720 w 1045661"/>
                <a:gd name="connsiteY225" fmla="*/ 260898 h 681665"/>
                <a:gd name="connsiteX226" fmla="*/ 950030 w 1045661"/>
                <a:gd name="connsiteY226" fmla="*/ 251963 h 681665"/>
                <a:gd name="connsiteX227" fmla="*/ 959957 w 1045661"/>
                <a:gd name="connsiteY227" fmla="*/ 238529 h 681665"/>
                <a:gd name="connsiteX228" fmla="*/ 974517 w 1045661"/>
                <a:gd name="connsiteY228" fmla="*/ 244121 h 681665"/>
                <a:gd name="connsiteX229" fmla="*/ 979282 w 1045661"/>
                <a:gd name="connsiteY229" fmla="*/ 244816 h 681665"/>
                <a:gd name="connsiteX230" fmla="*/ 983517 w 1045661"/>
                <a:gd name="connsiteY230" fmla="*/ 241507 h 681665"/>
                <a:gd name="connsiteX231" fmla="*/ 982293 w 1045661"/>
                <a:gd name="connsiteY231" fmla="*/ 224962 h 681665"/>
                <a:gd name="connsiteX232" fmla="*/ 981234 w 1045661"/>
                <a:gd name="connsiteY232" fmla="*/ 210567 h 681665"/>
                <a:gd name="connsiteX233" fmla="*/ 983848 w 1045661"/>
                <a:gd name="connsiteY233" fmla="*/ 198224 h 681665"/>
                <a:gd name="connsiteX234" fmla="*/ 998210 w 1045661"/>
                <a:gd name="connsiteY234" fmla="*/ 191606 h 681665"/>
                <a:gd name="connsiteX235" fmla="*/ 1013630 w 1045661"/>
                <a:gd name="connsiteY235" fmla="*/ 191606 h 681665"/>
                <a:gd name="connsiteX236" fmla="*/ 1021869 w 1045661"/>
                <a:gd name="connsiteY236" fmla="*/ 180289 h 681665"/>
                <a:gd name="connsiteX237" fmla="*/ 1032128 w 1045661"/>
                <a:gd name="connsiteY237" fmla="*/ 167053 h 681665"/>
                <a:gd name="connsiteX238" fmla="*/ 1041393 w 1045661"/>
                <a:gd name="connsiteY238" fmla="*/ 144949 h 681665"/>
                <a:gd name="connsiteX239" fmla="*/ 1041029 w 1045661"/>
                <a:gd name="connsiteY239" fmla="*/ 129892 h 68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1045661" h="681665">
                  <a:moveTo>
                    <a:pt x="1041029" y="129892"/>
                  </a:moveTo>
                  <a:cubicBezTo>
                    <a:pt x="1041525" y="120627"/>
                    <a:pt x="1030738" y="123738"/>
                    <a:pt x="1027131" y="126285"/>
                  </a:cubicBezTo>
                  <a:cubicBezTo>
                    <a:pt x="1023524" y="128833"/>
                    <a:pt x="1013266" y="126285"/>
                    <a:pt x="1010155" y="132440"/>
                  </a:cubicBezTo>
                  <a:cubicBezTo>
                    <a:pt x="1007045" y="138595"/>
                    <a:pt x="1001949" y="135021"/>
                    <a:pt x="994768" y="136080"/>
                  </a:cubicBezTo>
                  <a:cubicBezTo>
                    <a:pt x="987587" y="137139"/>
                    <a:pt x="977263" y="133996"/>
                    <a:pt x="977793" y="129462"/>
                  </a:cubicBezTo>
                  <a:cubicBezTo>
                    <a:pt x="978322" y="124929"/>
                    <a:pt x="973656" y="120230"/>
                    <a:pt x="974186" y="114604"/>
                  </a:cubicBezTo>
                  <a:cubicBezTo>
                    <a:pt x="974715" y="108979"/>
                    <a:pt x="967005" y="111494"/>
                    <a:pt x="961843" y="106332"/>
                  </a:cubicBezTo>
                  <a:cubicBezTo>
                    <a:pt x="956681" y="101170"/>
                    <a:pt x="946456" y="97629"/>
                    <a:pt x="944371" y="98655"/>
                  </a:cubicBezTo>
                  <a:cubicBezTo>
                    <a:pt x="942287" y="99681"/>
                    <a:pt x="936165" y="92996"/>
                    <a:pt x="927396" y="92467"/>
                  </a:cubicBezTo>
                  <a:cubicBezTo>
                    <a:pt x="918627" y="91938"/>
                    <a:pt x="919719" y="86312"/>
                    <a:pt x="920778" y="82705"/>
                  </a:cubicBezTo>
                  <a:cubicBezTo>
                    <a:pt x="921836" y="79098"/>
                    <a:pt x="913564" y="67814"/>
                    <a:pt x="912042" y="61627"/>
                  </a:cubicBezTo>
                  <a:cubicBezTo>
                    <a:pt x="910520" y="55439"/>
                    <a:pt x="904331" y="54446"/>
                    <a:pt x="901751" y="41077"/>
                  </a:cubicBezTo>
                  <a:cubicBezTo>
                    <a:pt x="899170" y="27709"/>
                    <a:pt x="891824" y="31316"/>
                    <a:pt x="893544" y="25161"/>
                  </a:cubicBezTo>
                  <a:cubicBezTo>
                    <a:pt x="895265" y="19006"/>
                    <a:pt x="884808" y="15895"/>
                    <a:pt x="882227" y="12289"/>
                  </a:cubicBezTo>
                  <a:cubicBezTo>
                    <a:pt x="879646" y="8682"/>
                    <a:pt x="868991" y="10237"/>
                    <a:pt x="861149" y="6134"/>
                  </a:cubicBezTo>
                  <a:cubicBezTo>
                    <a:pt x="853306" y="2030"/>
                    <a:pt x="848806" y="5108"/>
                    <a:pt x="841625" y="3056"/>
                  </a:cubicBezTo>
                  <a:cubicBezTo>
                    <a:pt x="834444" y="1005"/>
                    <a:pt x="817965" y="5108"/>
                    <a:pt x="815947" y="5108"/>
                  </a:cubicBezTo>
                  <a:cubicBezTo>
                    <a:pt x="813928" y="5108"/>
                    <a:pt x="801023" y="2527"/>
                    <a:pt x="793842" y="12289"/>
                  </a:cubicBezTo>
                  <a:cubicBezTo>
                    <a:pt x="786662" y="22050"/>
                    <a:pt x="792287" y="21554"/>
                    <a:pt x="795364" y="21554"/>
                  </a:cubicBezTo>
                  <a:cubicBezTo>
                    <a:pt x="798442" y="21554"/>
                    <a:pt x="799997" y="30819"/>
                    <a:pt x="800494" y="33897"/>
                  </a:cubicBezTo>
                  <a:cubicBezTo>
                    <a:pt x="800990" y="36974"/>
                    <a:pt x="795364" y="41607"/>
                    <a:pt x="792783" y="42633"/>
                  </a:cubicBezTo>
                  <a:cubicBezTo>
                    <a:pt x="790202" y="43658"/>
                    <a:pt x="782856" y="54975"/>
                    <a:pt x="781996" y="59178"/>
                  </a:cubicBezTo>
                  <a:cubicBezTo>
                    <a:pt x="781135" y="63380"/>
                    <a:pt x="772764" y="73539"/>
                    <a:pt x="773789" y="77146"/>
                  </a:cubicBezTo>
                  <a:cubicBezTo>
                    <a:pt x="774815" y="80753"/>
                    <a:pt x="769686" y="84327"/>
                    <a:pt x="766079" y="84856"/>
                  </a:cubicBezTo>
                  <a:cubicBezTo>
                    <a:pt x="762472" y="85386"/>
                    <a:pt x="752843" y="92566"/>
                    <a:pt x="749534" y="93592"/>
                  </a:cubicBezTo>
                  <a:cubicBezTo>
                    <a:pt x="746225" y="94618"/>
                    <a:pt x="734114" y="92566"/>
                    <a:pt x="732559" y="88992"/>
                  </a:cubicBezTo>
                  <a:cubicBezTo>
                    <a:pt x="731683" y="87567"/>
                    <a:pt x="730299" y="86527"/>
                    <a:pt x="728687" y="86080"/>
                  </a:cubicBezTo>
                  <a:lnTo>
                    <a:pt x="714789" y="113876"/>
                  </a:lnTo>
                  <a:lnTo>
                    <a:pt x="713664" y="122844"/>
                  </a:lnTo>
                  <a:cubicBezTo>
                    <a:pt x="713664" y="122844"/>
                    <a:pt x="704729" y="125094"/>
                    <a:pt x="711414" y="131812"/>
                  </a:cubicBezTo>
                  <a:cubicBezTo>
                    <a:pt x="718098" y="138529"/>
                    <a:pt x="719256" y="132904"/>
                    <a:pt x="729349" y="132904"/>
                  </a:cubicBezTo>
                  <a:cubicBezTo>
                    <a:pt x="739441" y="132904"/>
                    <a:pt x="743909" y="140746"/>
                    <a:pt x="746159" y="135154"/>
                  </a:cubicBezTo>
                  <a:cubicBezTo>
                    <a:pt x="748377" y="130140"/>
                    <a:pt x="754240" y="127874"/>
                    <a:pt x="759254" y="130093"/>
                  </a:cubicBezTo>
                  <a:cubicBezTo>
                    <a:pt x="760686" y="130726"/>
                    <a:pt x="761948" y="131689"/>
                    <a:pt x="762936" y="132904"/>
                  </a:cubicBezTo>
                  <a:cubicBezTo>
                    <a:pt x="768528" y="139522"/>
                    <a:pt x="786463" y="150839"/>
                    <a:pt x="785338" y="156431"/>
                  </a:cubicBezTo>
                  <a:cubicBezTo>
                    <a:pt x="784213" y="162023"/>
                    <a:pt x="774153" y="160898"/>
                    <a:pt x="767436" y="158681"/>
                  </a:cubicBezTo>
                  <a:cubicBezTo>
                    <a:pt x="760719" y="156464"/>
                    <a:pt x="751751" y="163148"/>
                    <a:pt x="745034" y="163148"/>
                  </a:cubicBezTo>
                  <a:cubicBezTo>
                    <a:pt x="737029" y="163146"/>
                    <a:pt x="729360" y="166366"/>
                    <a:pt x="723756" y="172083"/>
                  </a:cubicBezTo>
                  <a:cubicBezTo>
                    <a:pt x="717138" y="178701"/>
                    <a:pt x="718164" y="185518"/>
                    <a:pt x="708072" y="186676"/>
                  </a:cubicBezTo>
                  <a:cubicBezTo>
                    <a:pt x="697979" y="187834"/>
                    <a:pt x="693512" y="186676"/>
                    <a:pt x="682327" y="194485"/>
                  </a:cubicBezTo>
                  <a:cubicBezTo>
                    <a:pt x="674044" y="200115"/>
                    <a:pt x="663409" y="200970"/>
                    <a:pt x="654333" y="196735"/>
                  </a:cubicBezTo>
                  <a:cubicBezTo>
                    <a:pt x="648600" y="193289"/>
                    <a:pt x="641159" y="195142"/>
                    <a:pt x="637713" y="200875"/>
                  </a:cubicBezTo>
                  <a:cubicBezTo>
                    <a:pt x="637648" y="200983"/>
                    <a:pt x="637584" y="201092"/>
                    <a:pt x="637523" y="201203"/>
                  </a:cubicBezTo>
                  <a:cubicBezTo>
                    <a:pt x="633055" y="209045"/>
                    <a:pt x="643115" y="212420"/>
                    <a:pt x="641990" y="221355"/>
                  </a:cubicBezTo>
                  <a:cubicBezTo>
                    <a:pt x="640864" y="230289"/>
                    <a:pt x="629680" y="227973"/>
                    <a:pt x="620712" y="238165"/>
                  </a:cubicBezTo>
                  <a:cubicBezTo>
                    <a:pt x="611745" y="248357"/>
                    <a:pt x="597218" y="252725"/>
                    <a:pt x="589376" y="251599"/>
                  </a:cubicBezTo>
                  <a:cubicBezTo>
                    <a:pt x="581533" y="250474"/>
                    <a:pt x="564724" y="246007"/>
                    <a:pt x="550197" y="252725"/>
                  </a:cubicBezTo>
                  <a:cubicBezTo>
                    <a:pt x="535670" y="259442"/>
                    <a:pt x="525544" y="269534"/>
                    <a:pt x="519952" y="268376"/>
                  </a:cubicBezTo>
                  <a:cubicBezTo>
                    <a:pt x="514359" y="267218"/>
                    <a:pt x="514359" y="260534"/>
                    <a:pt x="506517" y="261758"/>
                  </a:cubicBezTo>
                  <a:cubicBezTo>
                    <a:pt x="500193" y="262700"/>
                    <a:pt x="493755" y="261094"/>
                    <a:pt x="488615" y="257291"/>
                  </a:cubicBezTo>
                  <a:cubicBezTo>
                    <a:pt x="483023" y="253982"/>
                    <a:pt x="478688" y="259541"/>
                    <a:pt x="469588" y="252824"/>
                  </a:cubicBezTo>
                  <a:cubicBezTo>
                    <a:pt x="460488" y="246106"/>
                    <a:pt x="444935" y="247231"/>
                    <a:pt x="438218" y="246206"/>
                  </a:cubicBezTo>
                  <a:cubicBezTo>
                    <a:pt x="431501" y="245180"/>
                    <a:pt x="405756" y="246206"/>
                    <a:pt x="396789" y="245081"/>
                  </a:cubicBezTo>
                  <a:cubicBezTo>
                    <a:pt x="387821" y="243956"/>
                    <a:pt x="375512" y="247331"/>
                    <a:pt x="374387" y="242830"/>
                  </a:cubicBezTo>
                  <a:cubicBezTo>
                    <a:pt x="373261" y="238330"/>
                    <a:pt x="366544" y="234988"/>
                    <a:pt x="364459" y="224928"/>
                  </a:cubicBezTo>
                  <a:cubicBezTo>
                    <a:pt x="362375" y="214869"/>
                    <a:pt x="356617" y="211494"/>
                    <a:pt x="351024" y="210369"/>
                  </a:cubicBezTo>
                  <a:cubicBezTo>
                    <a:pt x="345432" y="209243"/>
                    <a:pt x="344737" y="203353"/>
                    <a:pt x="339807" y="202526"/>
                  </a:cubicBezTo>
                  <a:cubicBezTo>
                    <a:pt x="337424" y="202162"/>
                    <a:pt x="334612" y="194651"/>
                    <a:pt x="326769" y="194651"/>
                  </a:cubicBezTo>
                  <a:cubicBezTo>
                    <a:pt x="318927" y="194651"/>
                    <a:pt x="291561" y="191341"/>
                    <a:pt x="287656" y="185054"/>
                  </a:cubicBezTo>
                  <a:cubicBezTo>
                    <a:pt x="283751" y="178767"/>
                    <a:pt x="291561" y="177245"/>
                    <a:pt x="291561" y="170858"/>
                  </a:cubicBezTo>
                  <a:cubicBezTo>
                    <a:pt x="291561" y="164472"/>
                    <a:pt x="295830" y="155902"/>
                    <a:pt x="292620" y="153420"/>
                  </a:cubicBezTo>
                  <a:cubicBezTo>
                    <a:pt x="289410" y="150938"/>
                    <a:pt x="284082" y="145213"/>
                    <a:pt x="283354" y="140184"/>
                  </a:cubicBezTo>
                  <a:cubicBezTo>
                    <a:pt x="282627" y="135154"/>
                    <a:pt x="274122" y="128469"/>
                    <a:pt x="268431" y="128105"/>
                  </a:cubicBezTo>
                  <a:cubicBezTo>
                    <a:pt x="262739" y="127741"/>
                    <a:pt x="258106" y="124168"/>
                    <a:pt x="252779" y="119568"/>
                  </a:cubicBezTo>
                  <a:cubicBezTo>
                    <a:pt x="247451" y="114969"/>
                    <a:pt x="242455" y="115266"/>
                    <a:pt x="240337" y="103552"/>
                  </a:cubicBezTo>
                  <a:cubicBezTo>
                    <a:pt x="240337" y="102758"/>
                    <a:pt x="239940" y="102162"/>
                    <a:pt x="239741" y="101468"/>
                  </a:cubicBezTo>
                  <a:cubicBezTo>
                    <a:pt x="237623" y="101236"/>
                    <a:pt x="234877" y="100409"/>
                    <a:pt x="233123" y="100409"/>
                  </a:cubicBezTo>
                  <a:cubicBezTo>
                    <a:pt x="231322" y="100088"/>
                    <a:pt x="229699" y="99123"/>
                    <a:pt x="228556" y="97695"/>
                  </a:cubicBezTo>
                  <a:cubicBezTo>
                    <a:pt x="227167" y="102593"/>
                    <a:pt x="222534" y="105008"/>
                    <a:pt x="222534" y="108880"/>
                  </a:cubicBezTo>
                  <a:cubicBezTo>
                    <a:pt x="222534" y="112751"/>
                    <a:pt x="220780" y="118476"/>
                    <a:pt x="215055" y="118476"/>
                  </a:cubicBezTo>
                  <a:cubicBezTo>
                    <a:pt x="209331" y="118476"/>
                    <a:pt x="204036" y="122745"/>
                    <a:pt x="203672" y="131712"/>
                  </a:cubicBezTo>
                  <a:cubicBezTo>
                    <a:pt x="203308" y="140680"/>
                    <a:pt x="208669" y="141640"/>
                    <a:pt x="206187" y="145577"/>
                  </a:cubicBezTo>
                  <a:cubicBezTo>
                    <a:pt x="203705" y="149515"/>
                    <a:pt x="193348" y="153387"/>
                    <a:pt x="189642" y="151633"/>
                  </a:cubicBezTo>
                  <a:cubicBezTo>
                    <a:pt x="185936" y="149879"/>
                    <a:pt x="179318" y="150905"/>
                    <a:pt x="173626" y="150210"/>
                  </a:cubicBezTo>
                  <a:cubicBezTo>
                    <a:pt x="167935" y="149515"/>
                    <a:pt x="163699" y="142368"/>
                    <a:pt x="161879" y="150210"/>
                  </a:cubicBezTo>
                  <a:cubicBezTo>
                    <a:pt x="160059" y="158052"/>
                    <a:pt x="148378" y="181150"/>
                    <a:pt x="151224" y="183665"/>
                  </a:cubicBezTo>
                  <a:cubicBezTo>
                    <a:pt x="154069" y="186179"/>
                    <a:pt x="156187" y="191838"/>
                    <a:pt x="151224" y="191838"/>
                  </a:cubicBezTo>
                  <a:cubicBezTo>
                    <a:pt x="146260" y="191838"/>
                    <a:pt x="141297" y="191110"/>
                    <a:pt x="138782" y="188529"/>
                  </a:cubicBezTo>
                  <a:cubicBezTo>
                    <a:pt x="136267" y="185948"/>
                    <a:pt x="128127" y="192003"/>
                    <a:pt x="122402" y="191838"/>
                  </a:cubicBezTo>
                  <a:cubicBezTo>
                    <a:pt x="119755" y="191838"/>
                    <a:pt x="108570" y="196702"/>
                    <a:pt x="112475" y="198621"/>
                  </a:cubicBezTo>
                  <a:cubicBezTo>
                    <a:pt x="116379" y="200541"/>
                    <a:pt x="116346" y="209806"/>
                    <a:pt x="116346" y="213678"/>
                  </a:cubicBezTo>
                  <a:cubicBezTo>
                    <a:pt x="116346" y="217549"/>
                    <a:pt x="124817" y="229065"/>
                    <a:pt x="123295" y="232936"/>
                  </a:cubicBezTo>
                  <a:cubicBezTo>
                    <a:pt x="121773" y="236808"/>
                    <a:pt x="114030" y="241044"/>
                    <a:pt x="114030" y="246173"/>
                  </a:cubicBezTo>
                  <a:cubicBezTo>
                    <a:pt x="114030" y="251302"/>
                    <a:pt x="115585" y="255802"/>
                    <a:pt x="112872" y="256960"/>
                  </a:cubicBezTo>
                  <a:cubicBezTo>
                    <a:pt x="107512" y="259064"/>
                    <a:pt x="102351" y="261644"/>
                    <a:pt x="97452" y="264670"/>
                  </a:cubicBezTo>
                  <a:cubicBezTo>
                    <a:pt x="93216" y="267748"/>
                    <a:pt x="86267" y="267748"/>
                    <a:pt x="83951" y="272380"/>
                  </a:cubicBezTo>
                  <a:cubicBezTo>
                    <a:pt x="81822" y="277983"/>
                    <a:pt x="75968" y="281238"/>
                    <a:pt x="70086" y="280090"/>
                  </a:cubicBezTo>
                  <a:cubicBezTo>
                    <a:pt x="63137" y="279329"/>
                    <a:pt x="59662" y="278171"/>
                    <a:pt x="54269" y="284723"/>
                  </a:cubicBezTo>
                  <a:cubicBezTo>
                    <a:pt x="48875" y="291275"/>
                    <a:pt x="47650" y="288562"/>
                    <a:pt x="43878" y="291639"/>
                  </a:cubicBezTo>
                  <a:cubicBezTo>
                    <a:pt x="40106" y="294716"/>
                    <a:pt x="36168" y="289356"/>
                    <a:pt x="33091" y="288330"/>
                  </a:cubicBezTo>
                  <a:cubicBezTo>
                    <a:pt x="30013" y="287304"/>
                    <a:pt x="25745" y="291639"/>
                    <a:pt x="22667" y="291639"/>
                  </a:cubicBezTo>
                  <a:cubicBezTo>
                    <a:pt x="19589" y="291639"/>
                    <a:pt x="16909" y="296669"/>
                    <a:pt x="13037" y="297827"/>
                  </a:cubicBezTo>
                  <a:cubicBezTo>
                    <a:pt x="9166" y="298985"/>
                    <a:pt x="5328" y="297827"/>
                    <a:pt x="5328" y="302460"/>
                  </a:cubicBezTo>
                  <a:cubicBezTo>
                    <a:pt x="5421" y="305573"/>
                    <a:pt x="4413" y="308619"/>
                    <a:pt x="2482" y="311063"/>
                  </a:cubicBezTo>
                  <a:lnTo>
                    <a:pt x="2482" y="311063"/>
                  </a:lnTo>
                  <a:lnTo>
                    <a:pt x="5195" y="326152"/>
                  </a:lnTo>
                  <a:cubicBezTo>
                    <a:pt x="5195" y="326152"/>
                    <a:pt x="21740" y="331646"/>
                    <a:pt x="22369" y="337138"/>
                  </a:cubicBezTo>
                  <a:cubicBezTo>
                    <a:pt x="22998" y="342632"/>
                    <a:pt x="25678" y="360467"/>
                    <a:pt x="25678" y="360467"/>
                  </a:cubicBezTo>
                  <a:lnTo>
                    <a:pt x="25182" y="360467"/>
                  </a:lnTo>
                  <a:cubicBezTo>
                    <a:pt x="31800" y="365696"/>
                    <a:pt x="40999" y="371288"/>
                    <a:pt x="40999" y="373307"/>
                  </a:cubicBezTo>
                  <a:cubicBezTo>
                    <a:pt x="41056" y="379091"/>
                    <a:pt x="44540" y="384290"/>
                    <a:pt x="49868" y="386543"/>
                  </a:cubicBezTo>
                  <a:cubicBezTo>
                    <a:pt x="54546" y="388641"/>
                    <a:pt x="59079" y="391051"/>
                    <a:pt x="63435" y="393756"/>
                  </a:cubicBezTo>
                  <a:cubicBezTo>
                    <a:pt x="63865" y="392764"/>
                    <a:pt x="64096" y="392102"/>
                    <a:pt x="64096" y="392102"/>
                  </a:cubicBezTo>
                  <a:lnTo>
                    <a:pt x="70946" y="391407"/>
                  </a:lnTo>
                  <a:cubicBezTo>
                    <a:pt x="72378" y="392360"/>
                    <a:pt x="73698" y="393470"/>
                    <a:pt x="74884" y="394716"/>
                  </a:cubicBezTo>
                  <a:cubicBezTo>
                    <a:pt x="76572" y="389190"/>
                    <a:pt x="88418" y="383068"/>
                    <a:pt x="94738" y="383432"/>
                  </a:cubicBezTo>
                  <a:cubicBezTo>
                    <a:pt x="101058" y="383796"/>
                    <a:pt x="116313" y="395742"/>
                    <a:pt x="114593" y="399978"/>
                  </a:cubicBezTo>
                  <a:cubicBezTo>
                    <a:pt x="112872" y="404213"/>
                    <a:pt x="102283" y="419600"/>
                    <a:pt x="97253" y="420758"/>
                  </a:cubicBezTo>
                  <a:cubicBezTo>
                    <a:pt x="94811" y="421237"/>
                    <a:pt x="92330" y="421492"/>
                    <a:pt x="89841" y="421519"/>
                  </a:cubicBezTo>
                  <a:cubicBezTo>
                    <a:pt x="89361" y="423570"/>
                    <a:pt x="89008" y="425647"/>
                    <a:pt x="88782" y="427741"/>
                  </a:cubicBezTo>
                  <a:cubicBezTo>
                    <a:pt x="88782" y="431049"/>
                    <a:pt x="94937" y="436642"/>
                    <a:pt x="98378" y="442797"/>
                  </a:cubicBezTo>
                  <a:cubicBezTo>
                    <a:pt x="101820" y="448951"/>
                    <a:pt x="92885" y="453088"/>
                    <a:pt x="88087" y="448985"/>
                  </a:cubicBezTo>
                  <a:cubicBezTo>
                    <a:pt x="83289" y="444881"/>
                    <a:pt x="81237" y="453088"/>
                    <a:pt x="83984" y="456529"/>
                  </a:cubicBezTo>
                  <a:cubicBezTo>
                    <a:pt x="86730" y="459971"/>
                    <a:pt x="85340" y="469600"/>
                    <a:pt x="90139" y="470262"/>
                  </a:cubicBezTo>
                  <a:cubicBezTo>
                    <a:pt x="94937" y="470924"/>
                    <a:pt x="99073" y="480553"/>
                    <a:pt x="104566" y="480553"/>
                  </a:cubicBezTo>
                  <a:cubicBezTo>
                    <a:pt x="110059" y="480553"/>
                    <a:pt x="114857" y="489454"/>
                    <a:pt x="114857" y="489454"/>
                  </a:cubicBezTo>
                  <a:cubicBezTo>
                    <a:pt x="114857" y="489454"/>
                    <a:pt x="122402" y="494285"/>
                    <a:pt x="122402" y="497032"/>
                  </a:cubicBezTo>
                  <a:cubicBezTo>
                    <a:pt x="122374" y="497406"/>
                    <a:pt x="122261" y="497768"/>
                    <a:pt x="122071" y="498091"/>
                  </a:cubicBezTo>
                  <a:cubicBezTo>
                    <a:pt x="128060" y="497462"/>
                    <a:pt x="131998" y="497264"/>
                    <a:pt x="132726" y="494782"/>
                  </a:cubicBezTo>
                  <a:cubicBezTo>
                    <a:pt x="133454" y="492300"/>
                    <a:pt x="141197" y="492068"/>
                    <a:pt x="146591" y="497462"/>
                  </a:cubicBezTo>
                  <a:cubicBezTo>
                    <a:pt x="151985" y="502856"/>
                    <a:pt x="173957" y="516754"/>
                    <a:pt x="182064" y="523306"/>
                  </a:cubicBezTo>
                  <a:cubicBezTo>
                    <a:pt x="190171" y="529858"/>
                    <a:pt x="209033" y="537171"/>
                    <a:pt x="215585" y="536807"/>
                  </a:cubicBezTo>
                  <a:cubicBezTo>
                    <a:pt x="222137" y="536443"/>
                    <a:pt x="228325" y="541407"/>
                    <a:pt x="238351" y="541009"/>
                  </a:cubicBezTo>
                  <a:cubicBezTo>
                    <a:pt x="239674" y="540939"/>
                    <a:pt x="241000" y="540939"/>
                    <a:pt x="242322" y="541009"/>
                  </a:cubicBezTo>
                  <a:cubicBezTo>
                    <a:pt x="243745" y="539520"/>
                    <a:pt x="246161" y="539487"/>
                    <a:pt x="247980" y="536741"/>
                  </a:cubicBezTo>
                  <a:cubicBezTo>
                    <a:pt x="250727" y="532604"/>
                    <a:pt x="254864" y="540050"/>
                    <a:pt x="253474" y="545642"/>
                  </a:cubicBezTo>
                  <a:cubicBezTo>
                    <a:pt x="252946" y="548230"/>
                    <a:pt x="253295" y="550919"/>
                    <a:pt x="254466" y="553286"/>
                  </a:cubicBezTo>
                  <a:cubicBezTo>
                    <a:pt x="256027" y="550984"/>
                    <a:pt x="257336" y="548521"/>
                    <a:pt x="258371" y="545940"/>
                  </a:cubicBezTo>
                  <a:cubicBezTo>
                    <a:pt x="261680" y="537469"/>
                    <a:pt x="267239" y="537833"/>
                    <a:pt x="270714" y="535152"/>
                  </a:cubicBezTo>
                  <a:cubicBezTo>
                    <a:pt x="274188" y="532472"/>
                    <a:pt x="277663" y="533597"/>
                    <a:pt x="284976" y="537469"/>
                  </a:cubicBezTo>
                  <a:cubicBezTo>
                    <a:pt x="292289" y="541340"/>
                    <a:pt x="294704" y="533432"/>
                    <a:pt x="305062" y="542929"/>
                  </a:cubicBezTo>
                  <a:cubicBezTo>
                    <a:pt x="306980" y="541944"/>
                    <a:pt x="309031" y="541242"/>
                    <a:pt x="311150" y="540844"/>
                  </a:cubicBezTo>
                  <a:cubicBezTo>
                    <a:pt x="313169" y="540844"/>
                    <a:pt x="315949" y="536741"/>
                    <a:pt x="319357" y="533299"/>
                  </a:cubicBezTo>
                  <a:cubicBezTo>
                    <a:pt x="322765" y="529858"/>
                    <a:pt x="322103" y="525722"/>
                    <a:pt x="326240" y="526417"/>
                  </a:cubicBezTo>
                  <a:cubicBezTo>
                    <a:pt x="330376" y="527111"/>
                    <a:pt x="332394" y="521651"/>
                    <a:pt x="341329" y="516820"/>
                  </a:cubicBezTo>
                  <a:cubicBezTo>
                    <a:pt x="350263" y="511989"/>
                    <a:pt x="357874" y="519567"/>
                    <a:pt x="361911" y="516125"/>
                  </a:cubicBezTo>
                  <a:cubicBezTo>
                    <a:pt x="365948" y="512684"/>
                    <a:pt x="370846" y="511327"/>
                    <a:pt x="370846" y="514769"/>
                  </a:cubicBezTo>
                  <a:cubicBezTo>
                    <a:pt x="370846" y="518210"/>
                    <a:pt x="376339" y="522313"/>
                    <a:pt x="377696" y="526417"/>
                  </a:cubicBezTo>
                  <a:cubicBezTo>
                    <a:pt x="379052" y="530520"/>
                    <a:pt x="386133" y="531612"/>
                    <a:pt x="387623" y="531843"/>
                  </a:cubicBezTo>
                  <a:cubicBezTo>
                    <a:pt x="388640" y="531351"/>
                    <a:pt x="389613" y="530776"/>
                    <a:pt x="390535" y="530123"/>
                  </a:cubicBezTo>
                  <a:cubicBezTo>
                    <a:pt x="394770" y="527045"/>
                    <a:pt x="402083" y="530520"/>
                    <a:pt x="402083" y="535152"/>
                  </a:cubicBezTo>
                  <a:cubicBezTo>
                    <a:pt x="402083" y="539785"/>
                    <a:pt x="402480" y="544782"/>
                    <a:pt x="405955" y="544782"/>
                  </a:cubicBezTo>
                  <a:cubicBezTo>
                    <a:pt x="409429" y="544782"/>
                    <a:pt x="412904" y="544782"/>
                    <a:pt x="412904" y="553253"/>
                  </a:cubicBezTo>
                  <a:cubicBezTo>
                    <a:pt x="412904" y="561724"/>
                    <a:pt x="415981" y="571387"/>
                    <a:pt x="408668" y="578700"/>
                  </a:cubicBezTo>
                  <a:cubicBezTo>
                    <a:pt x="401355" y="586013"/>
                    <a:pt x="392851" y="599116"/>
                    <a:pt x="394406" y="602988"/>
                  </a:cubicBezTo>
                  <a:cubicBezTo>
                    <a:pt x="395962" y="606860"/>
                    <a:pt x="392090" y="614173"/>
                    <a:pt x="397484" y="611459"/>
                  </a:cubicBezTo>
                  <a:cubicBezTo>
                    <a:pt x="402877" y="608746"/>
                    <a:pt x="415220" y="611459"/>
                    <a:pt x="413268" y="614537"/>
                  </a:cubicBezTo>
                  <a:cubicBezTo>
                    <a:pt x="411315" y="617614"/>
                    <a:pt x="413665" y="628402"/>
                    <a:pt x="418662" y="628799"/>
                  </a:cubicBezTo>
                  <a:cubicBezTo>
                    <a:pt x="423658" y="629196"/>
                    <a:pt x="426769" y="631876"/>
                    <a:pt x="425280" y="636509"/>
                  </a:cubicBezTo>
                  <a:cubicBezTo>
                    <a:pt x="423791" y="641141"/>
                    <a:pt x="421044" y="648091"/>
                    <a:pt x="425280" y="648091"/>
                  </a:cubicBezTo>
                  <a:cubicBezTo>
                    <a:pt x="429515" y="648091"/>
                    <a:pt x="435703" y="648091"/>
                    <a:pt x="434942" y="652690"/>
                  </a:cubicBezTo>
                  <a:cubicBezTo>
                    <a:pt x="434181" y="657290"/>
                    <a:pt x="438020" y="661558"/>
                    <a:pt x="445730" y="658481"/>
                  </a:cubicBezTo>
                  <a:cubicBezTo>
                    <a:pt x="450263" y="656661"/>
                    <a:pt x="452348" y="655172"/>
                    <a:pt x="453539" y="656859"/>
                  </a:cubicBezTo>
                  <a:cubicBezTo>
                    <a:pt x="456617" y="656859"/>
                    <a:pt x="456848" y="663742"/>
                    <a:pt x="462110" y="665033"/>
                  </a:cubicBezTo>
                  <a:cubicBezTo>
                    <a:pt x="467371" y="666323"/>
                    <a:pt x="464889" y="653385"/>
                    <a:pt x="462804" y="651333"/>
                  </a:cubicBezTo>
                  <a:cubicBezTo>
                    <a:pt x="460720" y="649282"/>
                    <a:pt x="463499" y="640347"/>
                    <a:pt x="465551" y="642399"/>
                  </a:cubicBezTo>
                  <a:cubicBezTo>
                    <a:pt x="467602" y="644450"/>
                    <a:pt x="473790" y="642399"/>
                    <a:pt x="477199" y="638263"/>
                  </a:cubicBezTo>
                  <a:cubicBezTo>
                    <a:pt x="480607" y="634126"/>
                    <a:pt x="487523" y="641572"/>
                    <a:pt x="490435" y="636906"/>
                  </a:cubicBezTo>
                  <a:cubicBezTo>
                    <a:pt x="493347" y="632240"/>
                    <a:pt x="499337" y="640215"/>
                    <a:pt x="505524" y="636906"/>
                  </a:cubicBezTo>
                  <a:cubicBezTo>
                    <a:pt x="511712" y="633597"/>
                    <a:pt x="514459" y="639652"/>
                    <a:pt x="517205" y="634854"/>
                  </a:cubicBezTo>
                  <a:cubicBezTo>
                    <a:pt x="519952" y="630056"/>
                    <a:pt x="528853" y="623868"/>
                    <a:pt x="530905" y="625920"/>
                  </a:cubicBezTo>
                  <a:cubicBezTo>
                    <a:pt x="532956" y="627971"/>
                    <a:pt x="534214" y="632108"/>
                    <a:pt x="545332" y="633464"/>
                  </a:cubicBezTo>
                  <a:cubicBezTo>
                    <a:pt x="556451" y="634821"/>
                    <a:pt x="550130" y="640347"/>
                    <a:pt x="550130" y="643789"/>
                  </a:cubicBezTo>
                  <a:cubicBezTo>
                    <a:pt x="550130" y="647230"/>
                    <a:pt x="562473" y="656132"/>
                    <a:pt x="567271" y="656793"/>
                  </a:cubicBezTo>
                  <a:cubicBezTo>
                    <a:pt x="568711" y="657395"/>
                    <a:pt x="569950" y="658394"/>
                    <a:pt x="570845" y="659672"/>
                  </a:cubicBezTo>
                  <a:cubicBezTo>
                    <a:pt x="574154" y="658018"/>
                    <a:pt x="580143" y="660764"/>
                    <a:pt x="581467" y="656826"/>
                  </a:cubicBezTo>
                  <a:cubicBezTo>
                    <a:pt x="582989" y="652194"/>
                    <a:pt x="588648" y="653517"/>
                    <a:pt x="590964" y="657323"/>
                  </a:cubicBezTo>
                  <a:cubicBezTo>
                    <a:pt x="593280" y="661128"/>
                    <a:pt x="595828" y="661955"/>
                    <a:pt x="600891" y="657323"/>
                  </a:cubicBezTo>
                  <a:cubicBezTo>
                    <a:pt x="605954" y="652690"/>
                    <a:pt x="608601" y="661955"/>
                    <a:pt x="605524" y="664536"/>
                  </a:cubicBezTo>
                  <a:cubicBezTo>
                    <a:pt x="602446" y="667118"/>
                    <a:pt x="604498" y="675059"/>
                    <a:pt x="609363" y="679692"/>
                  </a:cubicBezTo>
                  <a:cubicBezTo>
                    <a:pt x="614227" y="684325"/>
                    <a:pt x="615021" y="676879"/>
                    <a:pt x="613995" y="672247"/>
                  </a:cubicBezTo>
                  <a:cubicBezTo>
                    <a:pt x="612969" y="667614"/>
                    <a:pt x="622234" y="662981"/>
                    <a:pt x="638416" y="657588"/>
                  </a:cubicBezTo>
                  <a:cubicBezTo>
                    <a:pt x="654597" y="652194"/>
                    <a:pt x="672069" y="640380"/>
                    <a:pt x="672334" y="637733"/>
                  </a:cubicBezTo>
                  <a:cubicBezTo>
                    <a:pt x="672599" y="635086"/>
                    <a:pt x="683882" y="642366"/>
                    <a:pt x="689276" y="638263"/>
                  </a:cubicBezTo>
                  <a:cubicBezTo>
                    <a:pt x="694670" y="634159"/>
                    <a:pt x="714226" y="633630"/>
                    <a:pt x="719356" y="633365"/>
                  </a:cubicBezTo>
                  <a:cubicBezTo>
                    <a:pt x="724484" y="633100"/>
                    <a:pt x="724220" y="628732"/>
                    <a:pt x="729647" y="624364"/>
                  </a:cubicBezTo>
                  <a:cubicBezTo>
                    <a:pt x="735074" y="619997"/>
                    <a:pt x="733750" y="617945"/>
                    <a:pt x="739905" y="616158"/>
                  </a:cubicBezTo>
                  <a:cubicBezTo>
                    <a:pt x="744939" y="614793"/>
                    <a:pt x="748778" y="610711"/>
                    <a:pt x="749832" y="605602"/>
                  </a:cubicBezTo>
                  <a:cubicBezTo>
                    <a:pt x="749832" y="602525"/>
                    <a:pt x="761414" y="601499"/>
                    <a:pt x="761645" y="598157"/>
                  </a:cubicBezTo>
                  <a:cubicBezTo>
                    <a:pt x="761877" y="594815"/>
                    <a:pt x="770414" y="593789"/>
                    <a:pt x="770414" y="589686"/>
                  </a:cubicBezTo>
                  <a:cubicBezTo>
                    <a:pt x="770414" y="585582"/>
                    <a:pt x="775543" y="586377"/>
                    <a:pt x="777859" y="583266"/>
                  </a:cubicBezTo>
                  <a:cubicBezTo>
                    <a:pt x="780176" y="580156"/>
                    <a:pt x="776040" y="571188"/>
                    <a:pt x="780176" y="570030"/>
                  </a:cubicBezTo>
                  <a:cubicBezTo>
                    <a:pt x="784312" y="568872"/>
                    <a:pt x="778620" y="563875"/>
                    <a:pt x="777859" y="561559"/>
                  </a:cubicBezTo>
                  <a:cubicBezTo>
                    <a:pt x="777098" y="559242"/>
                    <a:pt x="785570" y="558713"/>
                    <a:pt x="789904" y="555900"/>
                  </a:cubicBezTo>
                  <a:cubicBezTo>
                    <a:pt x="794178" y="553204"/>
                    <a:pt x="797093" y="548808"/>
                    <a:pt x="797913" y="543822"/>
                  </a:cubicBezTo>
                  <a:cubicBezTo>
                    <a:pt x="798674" y="538958"/>
                    <a:pt x="805854" y="534590"/>
                    <a:pt x="809196" y="533299"/>
                  </a:cubicBezTo>
                  <a:cubicBezTo>
                    <a:pt x="812538" y="532009"/>
                    <a:pt x="813829" y="525060"/>
                    <a:pt x="812803" y="519170"/>
                  </a:cubicBezTo>
                  <a:cubicBezTo>
                    <a:pt x="811777" y="513280"/>
                    <a:pt x="818726" y="514802"/>
                    <a:pt x="815649" y="512552"/>
                  </a:cubicBezTo>
                  <a:cubicBezTo>
                    <a:pt x="812571" y="510301"/>
                    <a:pt x="816906" y="503849"/>
                    <a:pt x="823061" y="502062"/>
                  </a:cubicBezTo>
                  <a:cubicBezTo>
                    <a:pt x="829216" y="500275"/>
                    <a:pt x="819223" y="497429"/>
                    <a:pt x="815880" y="499977"/>
                  </a:cubicBezTo>
                  <a:cubicBezTo>
                    <a:pt x="812538" y="502525"/>
                    <a:pt x="808932" y="492532"/>
                    <a:pt x="805953" y="496403"/>
                  </a:cubicBezTo>
                  <a:cubicBezTo>
                    <a:pt x="802975" y="500275"/>
                    <a:pt x="794140" y="494087"/>
                    <a:pt x="799799" y="492797"/>
                  </a:cubicBezTo>
                  <a:cubicBezTo>
                    <a:pt x="805457" y="491506"/>
                    <a:pt x="814193" y="485086"/>
                    <a:pt x="818031" y="483796"/>
                  </a:cubicBezTo>
                  <a:cubicBezTo>
                    <a:pt x="821870" y="482505"/>
                    <a:pt x="812373" y="474034"/>
                    <a:pt x="807509" y="474299"/>
                  </a:cubicBezTo>
                  <a:cubicBezTo>
                    <a:pt x="802644" y="474564"/>
                    <a:pt x="797217" y="462982"/>
                    <a:pt x="792089" y="462982"/>
                  </a:cubicBezTo>
                  <a:cubicBezTo>
                    <a:pt x="786959" y="462982"/>
                    <a:pt x="795927" y="459375"/>
                    <a:pt x="802016" y="462486"/>
                  </a:cubicBezTo>
                  <a:cubicBezTo>
                    <a:pt x="808104" y="465596"/>
                    <a:pt x="814855" y="468144"/>
                    <a:pt x="817436" y="465530"/>
                  </a:cubicBezTo>
                  <a:cubicBezTo>
                    <a:pt x="820017" y="462916"/>
                    <a:pt x="807509" y="452724"/>
                    <a:pt x="802777" y="448985"/>
                  </a:cubicBezTo>
                  <a:cubicBezTo>
                    <a:pt x="798045" y="445245"/>
                    <a:pt x="802512" y="440480"/>
                    <a:pt x="799699" y="438429"/>
                  </a:cubicBezTo>
                  <a:cubicBezTo>
                    <a:pt x="796887" y="436377"/>
                    <a:pt x="790699" y="423273"/>
                    <a:pt x="788647" y="417383"/>
                  </a:cubicBezTo>
                  <a:cubicBezTo>
                    <a:pt x="786595" y="411493"/>
                    <a:pt x="775808" y="410434"/>
                    <a:pt x="773227" y="406596"/>
                  </a:cubicBezTo>
                  <a:cubicBezTo>
                    <a:pt x="770646" y="402757"/>
                    <a:pt x="773492" y="393723"/>
                    <a:pt x="781467" y="390381"/>
                  </a:cubicBezTo>
                  <a:cubicBezTo>
                    <a:pt x="789441" y="387039"/>
                    <a:pt x="786066" y="380454"/>
                    <a:pt x="789673" y="381149"/>
                  </a:cubicBezTo>
                  <a:cubicBezTo>
                    <a:pt x="793280" y="381844"/>
                    <a:pt x="796291" y="380355"/>
                    <a:pt x="799203" y="374531"/>
                  </a:cubicBezTo>
                  <a:cubicBezTo>
                    <a:pt x="802115" y="368707"/>
                    <a:pt x="806913" y="372214"/>
                    <a:pt x="809726" y="369137"/>
                  </a:cubicBezTo>
                  <a:cubicBezTo>
                    <a:pt x="812538" y="366060"/>
                    <a:pt x="825146" y="366291"/>
                    <a:pt x="829580" y="363214"/>
                  </a:cubicBezTo>
                  <a:cubicBezTo>
                    <a:pt x="834014" y="360136"/>
                    <a:pt x="825477" y="350639"/>
                    <a:pt x="819653" y="352162"/>
                  </a:cubicBezTo>
                  <a:cubicBezTo>
                    <a:pt x="813092" y="353698"/>
                    <a:pt x="806278" y="350908"/>
                    <a:pt x="802677" y="345213"/>
                  </a:cubicBezTo>
                  <a:cubicBezTo>
                    <a:pt x="798574" y="339058"/>
                    <a:pt x="787787" y="356530"/>
                    <a:pt x="779514" y="360401"/>
                  </a:cubicBezTo>
                  <a:cubicBezTo>
                    <a:pt x="771241" y="364273"/>
                    <a:pt x="765914" y="353452"/>
                    <a:pt x="768726" y="346503"/>
                  </a:cubicBezTo>
                  <a:cubicBezTo>
                    <a:pt x="771539" y="339554"/>
                    <a:pt x="762307" y="339885"/>
                    <a:pt x="750758" y="340348"/>
                  </a:cubicBezTo>
                  <a:cubicBezTo>
                    <a:pt x="739210" y="340812"/>
                    <a:pt x="743545" y="319799"/>
                    <a:pt x="750494" y="318773"/>
                  </a:cubicBezTo>
                  <a:cubicBezTo>
                    <a:pt x="757443" y="317747"/>
                    <a:pt x="767701" y="325193"/>
                    <a:pt x="772102" y="312354"/>
                  </a:cubicBezTo>
                  <a:cubicBezTo>
                    <a:pt x="776503" y="299515"/>
                    <a:pt x="782592" y="309508"/>
                    <a:pt x="792386" y="298224"/>
                  </a:cubicBezTo>
                  <a:cubicBezTo>
                    <a:pt x="802181" y="286940"/>
                    <a:pt x="813465" y="279958"/>
                    <a:pt x="821936" y="286642"/>
                  </a:cubicBezTo>
                  <a:cubicBezTo>
                    <a:pt x="830407" y="293327"/>
                    <a:pt x="812935" y="303849"/>
                    <a:pt x="810123" y="310269"/>
                  </a:cubicBezTo>
                  <a:cubicBezTo>
                    <a:pt x="807310" y="316689"/>
                    <a:pt x="812671" y="318773"/>
                    <a:pt x="807542" y="323505"/>
                  </a:cubicBezTo>
                  <a:cubicBezTo>
                    <a:pt x="802413" y="328237"/>
                    <a:pt x="809594" y="329693"/>
                    <a:pt x="819620" y="323241"/>
                  </a:cubicBezTo>
                  <a:cubicBezTo>
                    <a:pt x="829802" y="316353"/>
                    <a:pt x="840551" y="310342"/>
                    <a:pt x="851751" y="305272"/>
                  </a:cubicBezTo>
                  <a:cubicBezTo>
                    <a:pt x="854424" y="304285"/>
                    <a:pt x="857288" y="303923"/>
                    <a:pt x="860123" y="304213"/>
                  </a:cubicBezTo>
                  <a:cubicBezTo>
                    <a:pt x="860879" y="301192"/>
                    <a:pt x="862612" y="298504"/>
                    <a:pt x="865053" y="296570"/>
                  </a:cubicBezTo>
                  <a:cubicBezTo>
                    <a:pt x="871671" y="293260"/>
                    <a:pt x="894140" y="283135"/>
                    <a:pt x="897515" y="278668"/>
                  </a:cubicBezTo>
                  <a:cubicBezTo>
                    <a:pt x="900890" y="274200"/>
                    <a:pt x="904133" y="266358"/>
                    <a:pt x="908700" y="266358"/>
                  </a:cubicBezTo>
                  <a:cubicBezTo>
                    <a:pt x="913266" y="266358"/>
                    <a:pt x="913167" y="270825"/>
                    <a:pt x="919884" y="270825"/>
                  </a:cubicBezTo>
                  <a:cubicBezTo>
                    <a:pt x="926602" y="270825"/>
                    <a:pt x="934444" y="273075"/>
                    <a:pt x="931102" y="267516"/>
                  </a:cubicBezTo>
                  <a:cubicBezTo>
                    <a:pt x="927760" y="261957"/>
                    <a:pt x="929977" y="261891"/>
                    <a:pt x="937720" y="260898"/>
                  </a:cubicBezTo>
                  <a:cubicBezTo>
                    <a:pt x="945463" y="259905"/>
                    <a:pt x="944338" y="251963"/>
                    <a:pt x="950030" y="251963"/>
                  </a:cubicBezTo>
                  <a:cubicBezTo>
                    <a:pt x="955721" y="251963"/>
                    <a:pt x="954497" y="238529"/>
                    <a:pt x="959957" y="238529"/>
                  </a:cubicBezTo>
                  <a:cubicBezTo>
                    <a:pt x="965417" y="238529"/>
                    <a:pt x="967799" y="246371"/>
                    <a:pt x="974517" y="244121"/>
                  </a:cubicBezTo>
                  <a:cubicBezTo>
                    <a:pt x="976137" y="243780"/>
                    <a:pt x="977826" y="244027"/>
                    <a:pt x="979282" y="244816"/>
                  </a:cubicBezTo>
                  <a:cubicBezTo>
                    <a:pt x="980705" y="243691"/>
                    <a:pt x="982127" y="242632"/>
                    <a:pt x="983517" y="241507"/>
                  </a:cubicBezTo>
                  <a:cubicBezTo>
                    <a:pt x="982856" y="234492"/>
                    <a:pt x="983517" y="228271"/>
                    <a:pt x="982293" y="224962"/>
                  </a:cubicBezTo>
                  <a:cubicBezTo>
                    <a:pt x="979712" y="218774"/>
                    <a:pt x="982293" y="214141"/>
                    <a:pt x="981234" y="210567"/>
                  </a:cubicBezTo>
                  <a:cubicBezTo>
                    <a:pt x="980175" y="206993"/>
                    <a:pt x="979712" y="198224"/>
                    <a:pt x="983848" y="198224"/>
                  </a:cubicBezTo>
                  <a:cubicBezTo>
                    <a:pt x="987984" y="198224"/>
                    <a:pt x="993081" y="187933"/>
                    <a:pt x="998210" y="191606"/>
                  </a:cubicBezTo>
                  <a:cubicBezTo>
                    <a:pt x="1003339" y="195279"/>
                    <a:pt x="1013630" y="196239"/>
                    <a:pt x="1013630" y="191606"/>
                  </a:cubicBezTo>
                  <a:cubicBezTo>
                    <a:pt x="1013630" y="186974"/>
                    <a:pt x="1020810" y="186477"/>
                    <a:pt x="1021869" y="180289"/>
                  </a:cubicBezTo>
                  <a:cubicBezTo>
                    <a:pt x="1022928" y="174101"/>
                    <a:pt x="1030605" y="172579"/>
                    <a:pt x="1032128" y="167053"/>
                  </a:cubicBezTo>
                  <a:cubicBezTo>
                    <a:pt x="1033650" y="161527"/>
                    <a:pt x="1036264" y="148026"/>
                    <a:pt x="1041393" y="144949"/>
                  </a:cubicBezTo>
                  <a:cubicBezTo>
                    <a:pt x="1046522" y="141871"/>
                    <a:pt x="1040499" y="139158"/>
                    <a:pt x="1041029" y="12989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543FA25-F539-1F42-B5E7-C30FC977A610}"/>
                </a:ext>
              </a:extLst>
            </p:cNvPr>
            <p:cNvSpPr/>
            <p:nvPr/>
          </p:nvSpPr>
          <p:spPr>
            <a:xfrm>
              <a:off x="6472940" y="2684706"/>
              <a:ext cx="36400" cy="59563"/>
            </a:xfrm>
            <a:custGeom>
              <a:avLst/>
              <a:gdLst>
                <a:gd name="connsiteX0" fmla="*/ 3885 w 36399"/>
                <a:gd name="connsiteY0" fmla="*/ 28507 h 59563"/>
                <a:gd name="connsiteX1" fmla="*/ 13117 w 36399"/>
                <a:gd name="connsiteY1" fmla="*/ 58289 h 59563"/>
                <a:gd name="connsiteX2" fmla="*/ 34725 w 36399"/>
                <a:gd name="connsiteY2" fmla="*/ 4318 h 59563"/>
                <a:gd name="connsiteX3" fmla="*/ 3885 w 36399"/>
                <a:gd name="connsiteY3" fmla="*/ 28507 h 5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99" h="59563">
                  <a:moveTo>
                    <a:pt x="3885" y="28507"/>
                  </a:moveTo>
                  <a:cubicBezTo>
                    <a:pt x="-1774" y="49057"/>
                    <a:pt x="11396" y="59546"/>
                    <a:pt x="13117" y="58289"/>
                  </a:cubicBezTo>
                  <a:cubicBezTo>
                    <a:pt x="18246" y="54682"/>
                    <a:pt x="39325" y="10506"/>
                    <a:pt x="34725" y="4318"/>
                  </a:cubicBezTo>
                  <a:cubicBezTo>
                    <a:pt x="30125" y="-1870"/>
                    <a:pt x="9510" y="7925"/>
                    <a:pt x="3885" y="2850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87441FE-AE53-C646-AFF9-13BC0C23656C}"/>
                </a:ext>
              </a:extLst>
            </p:cNvPr>
            <p:cNvSpPr/>
            <p:nvPr/>
          </p:nvSpPr>
          <p:spPr>
            <a:xfrm>
              <a:off x="6272354" y="2780020"/>
              <a:ext cx="43018" cy="33091"/>
            </a:xfrm>
            <a:custGeom>
              <a:avLst/>
              <a:gdLst>
                <a:gd name="connsiteX0" fmla="*/ 20983 w 43017"/>
                <a:gd name="connsiteY0" fmla="*/ 3081 h 33090"/>
                <a:gd name="connsiteX1" fmla="*/ 4008 w 43017"/>
                <a:gd name="connsiteY1" fmla="*/ 26708 h 33090"/>
                <a:gd name="connsiteX2" fmla="*/ 33293 w 43017"/>
                <a:gd name="connsiteY2" fmla="*/ 25152 h 33090"/>
                <a:gd name="connsiteX3" fmla="*/ 42558 w 43017"/>
                <a:gd name="connsiteY3" fmla="*/ 4603 h 33090"/>
                <a:gd name="connsiteX4" fmla="*/ 20983 w 43017"/>
                <a:gd name="connsiteY4" fmla="*/ 3081 h 3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17" h="33090">
                  <a:moveTo>
                    <a:pt x="20983" y="3081"/>
                  </a:moveTo>
                  <a:cubicBezTo>
                    <a:pt x="14365" y="3081"/>
                    <a:pt x="-2676" y="13008"/>
                    <a:pt x="4008" y="26708"/>
                  </a:cubicBezTo>
                  <a:cubicBezTo>
                    <a:pt x="10692" y="40407"/>
                    <a:pt x="32797" y="31307"/>
                    <a:pt x="33293" y="25152"/>
                  </a:cubicBezTo>
                  <a:cubicBezTo>
                    <a:pt x="33790" y="18998"/>
                    <a:pt x="43882" y="9269"/>
                    <a:pt x="42558" y="4603"/>
                  </a:cubicBezTo>
                  <a:cubicBezTo>
                    <a:pt x="41533" y="996"/>
                    <a:pt x="27667" y="3081"/>
                    <a:pt x="20983" y="308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628FDCD-B953-814C-BC58-7A4175CB47AB}"/>
                </a:ext>
              </a:extLst>
            </p:cNvPr>
            <p:cNvSpPr/>
            <p:nvPr/>
          </p:nvSpPr>
          <p:spPr>
            <a:xfrm>
              <a:off x="6423243" y="2808176"/>
              <a:ext cx="165453" cy="234943"/>
            </a:xfrm>
            <a:custGeom>
              <a:avLst/>
              <a:gdLst>
                <a:gd name="connsiteX0" fmla="*/ 89552 w 165452"/>
                <a:gd name="connsiteY0" fmla="*/ 90047 h 234942"/>
                <a:gd name="connsiteX1" fmla="*/ 110630 w 165452"/>
                <a:gd name="connsiteY1" fmla="*/ 105434 h 234942"/>
                <a:gd name="connsiteX2" fmla="*/ 115759 w 165452"/>
                <a:gd name="connsiteY2" fmla="*/ 120854 h 234942"/>
                <a:gd name="connsiteX3" fmla="*/ 122940 w 165452"/>
                <a:gd name="connsiteY3" fmla="*/ 128565 h 234942"/>
                <a:gd name="connsiteX4" fmla="*/ 131676 w 165452"/>
                <a:gd name="connsiteY4" fmla="*/ 150140 h 234942"/>
                <a:gd name="connsiteX5" fmla="*/ 137334 w 165452"/>
                <a:gd name="connsiteY5" fmla="*/ 145507 h 234942"/>
                <a:gd name="connsiteX6" fmla="*/ 145044 w 165452"/>
                <a:gd name="connsiteY6" fmla="*/ 135249 h 234942"/>
                <a:gd name="connsiteX7" fmla="*/ 140445 w 165452"/>
                <a:gd name="connsiteY7" fmla="*/ 114170 h 234942"/>
                <a:gd name="connsiteX8" fmla="*/ 120954 w 165452"/>
                <a:gd name="connsiteY8" fmla="*/ 100272 h 234942"/>
                <a:gd name="connsiteX9" fmla="*/ 109141 w 165452"/>
                <a:gd name="connsiteY9" fmla="*/ 84852 h 234942"/>
                <a:gd name="connsiteX10" fmla="*/ 84985 w 165452"/>
                <a:gd name="connsiteY10" fmla="*/ 80716 h 234942"/>
                <a:gd name="connsiteX11" fmla="*/ 76249 w 165452"/>
                <a:gd name="connsiteY11" fmla="*/ 64799 h 234942"/>
                <a:gd name="connsiteX12" fmla="*/ 88063 w 165452"/>
                <a:gd name="connsiteY12" fmla="*/ 40147 h 234942"/>
                <a:gd name="connsiteX13" fmla="*/ 87037 w 165452"/>
                <a:gd name="connsiteY13" fmla="*/ 11887 h 234942"/>
                <a:gd name="connsiteX14" fmla="*/ 83959 w 165452"/>
                <a:gd name="connsiteY14" fmla="*/ 5699 h 234942"/>
                <a:gd name="connsiteX15" fmla="*/ 58777 w 165452"/>
                <a:gd name="connsiteY15" fmla="*/ 3648 h 234942"/>
                <a:gd name="connsiteX16" fmla="*/ 55170 w 165452"/>
                <a:gd name="connsiteY16" fmla="*/ 44250 h 234942"/>
                <a:gd name="connsiteX17" fmla="*/ 46931 w 165452"/>
                <a:gd name="connsiteY17" fmla="*/ 42198 h 234942"/>
                <a:gd name="connsiteX18" fmla="*/ 51564 w 165452"/>
                <a:gd name="connsiteY18" fmla="*/ 65825 h 234942"/>
                <a:gd name="connsiteX19" fmla="*/ 56196 w 165452"/>
                <a:gd name="connsiteY19" fmla="*/ 79061 h 234942"/>
                <a:gd name="connsiteX20" fmla="*/ 73668 w 165452"/>
                <a:gd name="connsiteY20" fmla="*/ 84720 h 234942"/>
                <a:gd name="connsiteX21" fmla="*/ 89552 w 165452"/>
                <a:gd name="connsiteY21" fmla="*/ 90047 h 234942"/>
                <a:gd name="connsiteX22" fmla="*/ 56659 w 165452"/>
                <a:gd name="connsiteY22" fmla="*/ 94647 h 234942"/>
                <a:gd name="connsiteX23" fmla="*/ 73205 w 165452"/>
                <a:gd name="connsiteY23" fmla="*/ 113144 h 234942"/>
                <a:gd name="connsiteX24" fmla="*/ 56659 w 165452"/>
                <a:gd name="connsiteY24" fmla="*/ 94647 h 234942"/>
                <a:gd name="connsiteX25" fmla="*/ 85448 w 165452"/>
                <a:gd name="connsiteY25" fmla="*/ 144514 h 234942"/>
                <a:gd name="connsiteX26" fmla="*/ 94681 w 165452"/>
                <a:gd name="connsiteY26" fmla="*/ 139352 h 234942"/>
                <a:gd name="connsiteX27" fmla="*/ 96236 w 165452"/>
                <a:gd name="connsiteY27" fmla="*/ 153217 h 234942"/>
                <a:gd name="connsiteX28" fmla="*/ 98817 w 165452"/>
                <a:gd name="connsiteY28" fmla="*/ 172244 h 234942"/>
                <a:gd name="connsiteX29" fmla="*/ 117315 w 165452"/>
                <a:gd name="connsiteY29" fmla="*/ 144514 h 234942"/>
                <a:gd name="connsiteX30" fmla="*/ 110696 w 165452"/>
                <a:gd name="connsiteY30" fmla="*/ 141404 h 234942"/>
                <a:gd name="connsiteX31" fmla="*/ 84489 w 165452"/>
                <a:gd name="connsiteY31" fmla="*/ 120854 h 234942"/>
                <a:gd name="connsiteX32" fmla="*/ 85448 w 165452"/>
                <a:gd name="connsiteY32" fmla="*/ 144514 h 234942"/>
                <a:gd name="connsiteX33" fmla="*/ 24793 w 165452"/>
                <a:gd name="connsiteY33" fmla="*/ 154243 h 234942"/>
                <a:gd name="connsiteX34" fmla="*/ 2689 w 165452"/>
                <a:gd name="connsiteY34" fmla="*/ 183032 h 234942"/>
                <a:gd name="connsiteX35" fmla="*/ 34059 w 165452"/>
                <a:gd name="connsiteY35" fmla="*/ 153746 h 234942"/>
                <a:gd name="connsiteX36" fmla="*/ 38691 w 165452"/>
                <a:gd name="connsiteY36" fmla="*/ 135249 h 234942"/>
                <a:gd name="connsiteX37" fmla="*/ 24793 w 165452"/>
                <a:gd name="connsiteY37" fmla="*/ 154243 h 234942"/>
                <a:gd name="connsiteX38" fmla="*/ 116255 w 165452"/>
                <a:gd name="connsiteY38" fmla="*/ 164534 h 234942"/>
                <a:gd name="connsiteX39" fmla="*/ 129128 w 165452"/>
                <a:gd name="connsiteY39" fmla="*/ 156328 h 234942"/>
                <a:gd name="connsiteX40" fmla="*/ 116255 w 165452"/>
                <a:gd name="connsiteY40" fmla="*/ 164534 h 234942"/>
                <a:gd name="connsiteX41" fmla="*/ 162582 w 165452"/>
                <a:gd name="connsiteY41" fmla="*/ 204607 h 234942"/>
                <a:gd name="connsiteX42" fmla="*/ 158479 w 165452"/>
                <a:gd name="connsiteY42" fmla="*/ 166089 h 234942"/>
                <a:gd name="connsiteX43" fmla="*/ 146136 w 165452"/>
                <a:gd name="connsiteY43" fmla="*/ 165030 h 234942"/>
                <a:gd name="connsiteX44" fmla="*/ 136375 w 165452"/>
                <a:gd name="connsiteY44" fmla="*/ 174296 h 234942"/>
                <a:gd name="connsiteX45" fmla="*/ 126117 w 165452"/>
                <a:gd name="connsiteY45" fmla="*/ 182006 h 234942"/>
                <a:gd name="connsiteX46" fmla="*/ 110696 w 165452"/>
                <a:gd name="connsiteY46" fmla="*/ 178399 h 234942"/>
                <a:gd name="connsiteX47" fmla="*/ 90643 w 165452"/>
                <a:gd name="connsiteY47" fmla="*/ 190245 h 234942"/>
                <a:gd name="connsiteX48" fmla="*/ 84025 w 165452"/>
                <a:gd name="connsiteY48" fmla="*/ 208214 h 234942"/>
                <a:gd name="connsiteX49" fmla="*/ 99446 w 165452"/>
                <a:gd name="connsiteY49" fmla="*/ 200007 h 234942"/>
                <a:gd name="connsiteX50" fmla="*/ 112285 w 165452"/>
                <a:gd name="connsiteY50" fmla="*/ 195374 h 234942"/>
                <a:gd name="connsiteX51" fmla="*/ 126679 w 165452"/>
                <a:gd name="connsiteY51" fmla="*/ 225156 h 234942"/>
                <a:gd name="connsiteX52" fmla="*/ 144680 w 165452"/>
                <a:gd name="connsiteY52" fmla="*/ 234421 h 234942"/>
                <a:gd name="connsiteX53" fmla="*/ 144184 w 165452"/>
                <a:gd name="connsiteY53" fmla="*/ 212350 h 234942"/>
                <a:gd name="connsiteX54" fmla="*/ 162516 w 165452"/>
                <a:gd name="connsiteY54" fmla="*/ 204607 h 234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5452" h="234942">
                  <a:moveTo>
                    <a:pt x="89552" y="90047"/>
                  </a:moveTo>
                  <a:cubicBezTo>
                    <a:pt x="99479" y="88459"/>
                    <a:pt x="112715" y="100835"/>
                    <a:pt x="110630" y="105434"/>
                  </a:cubicBezTo>
                  <a:cubicBezTo>
                    <a:pt x="108545" y="110034"/>
                    <a:pt x="111127" y="124958"/>
                    <a:pt x="115759" y="120854"/>
                  </a:cubicBezTo>
                  <a:cubicBezTo>
                    <a:pt x="120392" y="116751"/>
                    <a:pt x="127573" y="121880"/>
                    <a:pt x="122940" y="128565"/>
                  </a:cubicBezTo>
                  <a:cubicBezTo>
                    <a:pt x="118307" y="135249"/>
                    <a:pt x="130154" y="141801"/>
                    <a:pt x="131676" y="150140"/>
                  </a:cubicBezTo>
                  <a:cubicBezTo>
                    <a:pt x="133198" y="158479"/>
                    <a:pt x="138294" y="151695"/>
                    <a:pt x="137334" y="145507"/>
                  </a:cubicBezTo>
                  <a:cubicBezTo>
                    <a:pt x="136375" y="139319"/>
                    <a:pt x="138360" y="139882"/>
                    <a:pt x="145044" y="135249"/>
                  </a:cubicBezTo>
                  <a:cubicBezTo>
                    <a:pt x="151729" y="130616"/>
                    <a:pt x="144548" y="122906"/>
                    <a:pt x="140445" y="114170"/>
                  </a:cubicBezTo>
                  <a:cubicBezTo>
                    <a:pt x="136342" y="105434"/>
                    <a:pt x="120954" y="108512"/>
                    <a:pt x="120954" y="100272"/>
                  </a:cubicBezTo>
                  <a:cubicBezTo>
                    <a:pt x="120954" y="92033"/>
                    <a:pt x="109670" y="89485"/>
                    <a:pt x="109141" y="84852"/>
                  </a:cubicBezTo>
                  <a:cubicBezTo>
                    <a:pt x="108612" y="80219"/>
                    <a:pt x="93721" y="75587"/>
                    <a:pt x="84985" y="80716"/>
                  </a:cubicBezTo>
                  <a:cubicBezTo>
                    <a:pt x="76249" y="85845"/>
                    <a:pt x="82404" y="71483"/>
                    <a:pt x="76249" y="64799"/>
                  </a:cubicBezTo>
                  <a:cubicBezTo>
                    <a:pt x="70094" y="58115"/>
                    <a:pt x="80882" y="48254"/>
                    <a:pt x="88063" y="40147"/>
                  </a:cubicBezTo>
                  <a:cubicBezTo>
                    <a:pt x="95243" y="32040"/>
                    <a:pt x="86011" y="18042"/>
                    <a:pt x="87037" y="11887"/>
                  </a:cubicBezTo>
                  <a:cubicBezTo>
                    <a:pt x="88063" y="5732"/>
                    <a:pt x="87566" y="3648"/>
                    <a:pt x="83959" y="5699"/>
                  </a:cubicBezTo>
                  <a:cubicBezTo>
                    <a:pt x="80352" y="7751"/>
                    <a:pt x="65461" y="-455"/>
                    <a:pt x="58777" y="3648"/>
                  </a:cubicBezTo>
                  <a:cubicBezTo>
                    <a:pt x="52093" y="7751"/>
                    <a:pt x="58281" y="41669"/>
                    <a:pt x="55170" y="44250"/>
                  </a:cubicBezTo>
                  <a:cubicBezTo>
                    <a:pt x="52060" y="46831"/>
                    <a:pt x="48089" y="38757"/>
                    <a:pt x="46931" y="42198"/>
                  </a:cubicBezTo>
                  <a:cubicBezTo>
                    <a:pt x="45409" y="46798"/>
                    <a:pt x="47460" y="65825"/>
                    <a:pt x="51564" y="65825"/>
                  </a:cubicBezTo>
                  <a:cubicBezTo>
                    <a:pt x="55667" y="65825"/>
                    <a:pt x="58777" y="70954"/>
                    <a:pt x="56196" y="79061"/>
                  </a:cubicBezTo>
                  <a:cubicBezTo>
                    <a:pt x="53615" y="87168"/>
                    <a:pt x="63906" y="88293"/>
                    <a:pt x="73668" y="84720"/>
                  </a:cubicBezTo>
                  <a:cubicBezTo>
                    <a:pt x="83430" y="81146"/>
                    <a:pt x="79790" y="91569"/>
                    <a:pt x="89552" y="90047"/>
                  </a:cubicBezTo>
                  <a:close/>
                  <a:moveTo>
                    <a:pt x="56659" y="94647"/>
                  </a:moveTo>
                  <a:cubicBezTo>
                    <a:pt x="58215" y="101860"/>
                    <a:pt x="61788" y="116751"/>
                    <a:pt x="73205" y="113144"/>
                  </a:cubicBezTo>
                  <a:cubicBezTo>
                    <a:pt x="84621" y="109538"/>
                    <a:pt x="55534" y="89485"/>
                    <a:pt x="56659" y="94647"/>
                  </a:cubicBezTo>
                  <a:close/>
                  <a:moveTo>
                    <a:pt x="85448" y="144514"/>
                  </a:moveTo>
                  <a:cubicBezTo>
                    <a:pt x="87996" y="143985"/>
                    <a:pt x="94184" y="144514"/>
                    <a:pt x="94681" y="139352"/>
                  </a:cubicBezTo>
                  <a:cubicBezTo>
                    <a:pt x="95177" y="134190"/>
                    <a:pt x="100835" y="148584"/>
                    <a:pt x="96236" y="153217"/>
                  </a:cubicBezTo>
                  <a:cubicBezTo>
                    <a:pt x="91636" y="157850"/>
                    <a:pt x="91603" y="170689"/>
                    <a:pt x="98817" y="172244"/>
                  </a:cubicBezTo>
                  <a:cubicBezTo>
                    <a:pt x="106031" y="173799"/>
                    <a:pt x="119366" y="149081"/>
                    <a:pt x="117315" y="144514"/>
                  </a:cubicBezTo>
                  <a:cubicBezTo>
                    <a:pt x="115263" y="139948"/>
                    <a:pt x="109075" y="147559"/>
                    <a:pt x="110696" y="141404"/>
                  </a:cubicBezTo>
                  <a:cubicBezTo>
                    <a:pt x="112318" y="135249"/>
                    <a:pt x="92199" y="119299"/>
                    <a:pt x="84489" y="120854"/>
                  </a:cubicBezTo>
                  <a:cubicBezTo>
                    <a:pt x="76779" y="122410"/>
                    <a:pt x="79360" y="145705"/>
                    <a:pt x="85448" y="144514"/>
                  </a:cubicBezTo>
                  <a:close/>
                  <a:moveTo>
                    <a:pt x="24793" y="154243"/>
                  </a:moveTo>
                  <a:cubicBezTo>
                    <a:pt x="17613" y="163508"/>
                    <a:pt x="405" y="178862"/>
                    <a:pt x="2689" y="183032"/>
                  </a:cubicBezTo>
                  <a:cubicBezTo>
                    <a:pt x="5766" y="188690"/>
                    <a:pt x="24793" y="160431"/>
                    <a:pt x="34059" y="153746"/>
                  </a:cubicBezTo>
                  <a:cubicBezTo>
                    <a:pt x="43324" y="147062"/>
                    <a:pt x="41769" y="141404"/>
                    <a:pt x="38691" y="135249"/>
                  </a:cubicBezTo>
                  <a:cubicBezTo>
                    <a:pt x="35614" y="129094"/>
                    <a:pt x="31974" y="145011"/>
                    <a:pt x="24793" y="154243"/>
                  </a:cubicBezTo>
                  <a:close/>
                  <a:moveTo>
                    <a:pt x="116255" y="164534"/>
                  </a:moveTo>
                  <a:cubicBezTo>
                    <a:pt x="118340" y="169663"/>
                    <a:pt x="133231" y="161457"/>
                    <a:pt x="129128" y="156328"/>
                  </a:cubicBezTo>
                  <a:cubicBezTo>
                    <a:pt x="125024" y="151199"/>
                    <a:pt x="114733" y="160696"/>
                    <a:pt x="116255" y="164534"/>
                  </a:cubicBezTo>
                  <a:close/>
                  <a:moveTo>
                    <a:pt x="162582" y="204607"/>
                  </a:moveTo>
                  <a:cubicBezTo>
                    <a:pt x="168770" y="197426"/>
                    <a:pt x="158479" y="178399"/>
                    <a:pt x="158479" y="166089"/>
                  </a:cubicBezTo>
                  <a:cubicBezTo>
                    <a:pt x="158479" y="153780"/>
                    <a:pt x="141537" y="157320"/>
                    <a:pt x="146136" y="165030"/>
                  </a:cubicBezTo>
                  <a:cubicBezTo>
                    <a:pt x="150736" y="172741"/>
                    <a:pt x="137400" y="166586"/>
                    <a:pt x="136375" y="174296"/>
                  </a:cubicBezTo>
                  <a:cubicBezTo>
                    <a:pt x="135349" y="182006"/>
                    <a:pt x="125587" y="175818"/>
                    <a:pt x="126117" y="182006"/>
                  </a:cubicBezTo>
                  <a:cubicBezTo>
                    <a:pt x="126646" y="188194"/>
                    <a:pt x="115825" y="182006"/>
                    <a:pt x="110696" y="178399"/>
                  </a:cubicBezTo>
                  <a:cubicBezTo>
                    <a:pt x="105567" y="174792"/>
                    <a:pt x="98354" y="188161"/>
                    <a:pt x="90643" y="190245"/>
                  </a:cubicBezTo>
                  <a:cubicBezTo>
                    <a:pt x="82933" y="192330"/>
                    <a:pt x="78830" y="208644"/>
                    <a:pt x="84025" y="208214"/>
                  </a:cubicBezTo>
                  <a:cubicBezTo>
                    <a:pt x="90180" y="207717"/>
                    <a:pt x="93258" y="199478"/>
                    <a:pt x="99446" y="200007"/>
                  </a:cubicBezTo>
                  <a:cubicBezTo>
                    <a:pt x="105633" y="200537"/>
                    <a:pt x="103549" y="193819"/>
                    <a:pt x="112285" y="195374"/>
                  </a:cubicBezTo>
                  <a:cubicBezTo>
                    <a:pt x="121021" y="196930"/>
                    <a:pt x="114866" y="223137"/>
                    <a:pt x="126679" y="225156"/>
                  </a:cubicBezTo>
                  <a:cubicBezTo>
                    <a:pt x="138493" y="227174"/>
                    <a:pt x="139022" y="234421"/>
                    <a:pt x="144680" y="234421"/>
                  </a:cubicBezTo>
                  <a:cubicBezTo>
                    <a:pt x="150339" y="234421"/>
                    <a:pt x="143654" y="217876"/>
                    <a:pt x="144184" y="212350"/>
                  </a:cubicBezTo>
                  <a:cubicBezTo>
                    <a:pt x="144714" y="206824"/>
                    <a:pt x="156361" y="211821"/>
                    <a:pt x="162516" y="20460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09DB6E3-2351-3A4B-8ECD-D2DEEB675228}"/>
                </a:ext>
              </a:extLst>
            </p:cNvPr>
            <p:cNvSpPr/>
            <p:nvPr/>
          </p:nvSpPr>
          <p:spPr>
            <a:xfrm>
              <a:off x="5787331" y="2965526"/>
              <a:ext cx="39709" cy="69490"/>
            </a:xfrm>
            <a:custGeom>
              <a:avLst/>
              <a:gdLst>
                <a:gd name="connsiteX0" fmla="*/ 10542 w 39708"/>
                <a:gd name="connsiteY0" fmla="*/ 2485 h 69490"/>
                <a:gd name="connsiteX1" fmla="*/ 4354 w 39708"/>
                <a:gd name="connsiteY1" fmla="*/ 19030 h 69490"/>
                <a:gd name="connsiteX2" fmla="*/ 3328 w 39708"/>
                <a:gd name="connsiteY2" fmla="*/ 42194 h 69490"/>
                <a:gd name="connsiteX3" fmla="*/ 12064 w 39708"/>
                <a:gd name="connsiteY3" fmla="*/ 67872 h 69490"/>
                <a:gd name="connsiteX4" fmla="*/ 38801 w 39708"/>
                <a:gd name="connsiteY4" fmla="*/ 43219 h 69490"/>
                <a:gd name="connsiteX5" fmla="*/ 10542 w 39708"/>
                <a:gd name="connsiteY5" fmla="*/ 2485 h 6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8" h="69490">
                  <a:moveTo>
                    <a:pt x="10542" y="2485"/>
                  </a:moveTo>
                  <a:cubicBezTo>
                    <a:pt x="5909" y="3014"/>
                    <a:pt x="6935" y="12412"/>
                    <a:pt x="4354" y="19030"/>
                  </a:cubicBezTo>
                  <a:cubicBezTo>
                    <a:pt x="1773" y="25648"/>
                    <a:pt x="2302" y="32266"/>
                    <a:pt x="3328" y="42194"/>
                  </a:cubicBezTo>
                  <a:cubicBezTo>
                    <a:pt x="4354" y="52121"/>
                    <a:pt x="3328" y="62246"/>
                    <a:pt x="12064" y="67872"/>
                  </a:cubicBezTo>
                  <a:cubicBezTo>
                    <a:pt x="21991" y="74490"/>
                    <a:pt x="38271" y="57614"/>
                    <a:pt x="38801" y="43219"/>
                  </a:cubicBezTo>
                  <a:cubicBezTo>
                    <a:pt x="39331" y="28825"/>
                    <a:pt x="14413" y="2154"/>
                    <a:pt x="10542" y="248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1D7B1C9-108F-0344-B009-03999CB56140}"/>
                </a:ext>
              </a:extLst>
            </p:cNvPr>
            <p:cNvSpPr/>
            <p:nvPr/>
          </p:nvSpPr>
          <p:spPr>
            <a:xfrm>
              <a:off x="5135499" y="2795609"/>
              <a:ext cx="208470" cy="125744"/>
            </a:xfrm>
            <a:custGeom>
              <a:avLst/>
              <a:gdLst>
                <a:gd name="connsiteX0" fmla="*/ 149073 w 208470"/>
                <a:gd name="connsiteY0" fmla="*/ 7346 h 125744"/>
                <a:gd name="connsiteX1" fmla="*/ 114824 w 208470"/>
                <a:gd name="connsiteY1" fmla="*/ 9298 h 125744"/>
                <a:gd name="connsiteX2" fmla="*/ 87988 w 208470"/>
                <a:gd name="connsiteY2" fmla="*/ 32660 h 125744"/>
                <a:gd name="connsiteX3" fmla="*/ 76076 w 208470"/>
                <a:gd name="connsiteY3" fmla="*/ 37128 h 125744"/>
                <a:gd name="connsiteX4" fmla="*/ 51754 w 208470"/>
                <a:gd name="connsiteY4" fmla="*/ 33157 h 125744"/>
                <a:gd name="connsiteX5" fmla="*/ 30377 w 208470"/>
                <a:gd name="connsiteY5" fmla="*/ 31171 h 125744"/>
                <a:gd name="connsiteX6" fmla="*/ 17472 w 208470"/>
                <a:gd name="connsiteY6" fmla="*/ 29186 h 125744"/>
                <a:gd name="connsiteX7" fmla="*/ 10027 w 208470"/>
                <a:gd name="connsiteY7" fmla="*/ 35638 h 125744"/>
                <a:gd name="connsiteX8" fmla="*/ 10523 w 208470"/>
                <a:gd name="connsiteY8" fmla="*/ 45102 h 125744"/>
                <a:gd name="connsiteX9" fmla="*/ 2482 w 208470"/>
                <a:gd name="connsiteY9" fmla="*/ 49470 h 125744"/>
                <a:gd name="connsiteX10" fmla="*/ 3971 w 208470"/>
                <a:gd name="connsiteY10" fmla="*/ 60192 h 125744"/>
                <a:gd name="connsiteX11" fmla="*/ 9100 w 208470"/>
                <a:gd name="connsiteY11" fmla="*/ 87921 h 125744"/>
                <a:gd name="connsiteX12" fmla="*/ 15023 w 208470"/>
                <a:gd name="connsiteY12" fmla="*/ 113401 h 125744"/>
                <a:gd name="connsiteX13" fmla="*/ 46625 w 208470"/>
                <a:gd name="connsiteY13" fmla="*/ 109761 h 125744"/>
                <a:gd name="connsiteX14" fmla="*/ 68994 w 208470"/>
                <a:gd name="connsiteY14" fmla="*/ 102845 h 125744"/>
                <a:gd name="connsiteX15" fmla="*/ 87988 w 208470"/>
                <a:gd name="connsiteY15" fmla="*/ 93580 h 125744"/>
                <a:gd name="connsiteX16" fmla="*/ 105228 w 208470"/>
                <a:gd name="connsiteY16" fmla="*/ 90767 h 125744"/>
                <a:gd name="connsiteX17" fmla="*/ 118828 w 208470"/>
                <a:gd name="connsiteY17" fmla="*/ 81535 h 125744"/>
                <a:gd name="connsiteX18" fmla="*/ 155592 w 208470"/>
                <a:gd name="connsiteY18" fmla="*/ 69424 h 125744"/>
                <a:gd name="connsiteX19" fmla="*/ 172138 w 208470"/>
                <a:gd name="connsiteY19" fmla="*/ 51952 h 125744"/>
                <a:gd name="connsiteX20" fmla="*/ 187028 w 208470"/>
                <a:gd name="connsiteY20" fmla="*/ 46360 h 125744"/>
                <a:gd name="connsiteX21" fmla="*/ 165718 w 208470"/>
                <a:gd name="connsiteY21" fmla="*/ 2482 h 125744"/>
                <a:gd name="connsiteX22" fmla="*/ 149073 w 208470"/>
                <a:gd name="connsiteY22" fmla="*/ 7346 h 125744"/>
                <a:gd name="connsiteX23" fmla="*/ 191429 w 208470"/>
                <a:gd name="connsiteY23" fmla="*/ 122468 h 125744"/>
                <a:gd name="connsiteX24" fmla="*/ 209133 w 208470"/>
                <a:gd name="connsiteY24" fmla="*/ 119159 h 125744"/>
                <a:gd name="connsiteX25" fmla="*/ 191429 w 208470"/>
                <a:gd name="connsiteY25" fmla="*/ 122468 h 12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8470" h="125744">
                  <a:moveTo>
                    <a:pt x="149073" y="7346"/>
                  </a:moveTo>
                  <a:cubicBezTo>
                    <a:pt x="140139" y="9298"/>
                    <a:pt x="117803" y="7842"/>
                    <a:pt x="114824" y="9298"/>
                  </a:cubicBezTo>
                  <a:cubicBezTo>
                    <a:pt x="111846" y="10754"/>
                    <a:pt x="90966" y="25844"/>
                    <a:pt x="87988" y="32660"/>
                  </a:cubicBezTo>
                  <a:cubicBezTo>
                    <a:pt x="85010" y="39477"/>
                    <a:pt x="80543" y="40602"/>
                    <a:pt x="76076" y="37128"/>
                  </a:cubicBezTo>
                  <a:cubicBezTo>
                    <a:pt x="71608" y="33653"/>
                    <a:pt x="53210" y="34646"/>
                    <a:pt x="51754" y="33157"/>
                  </a:cubicBezTo>
                  <a:cubicBezTo>
                    <a:pt x="50298" y="31667"/>
                    <a:pt x="36830" y="30179"/>
                    <a:pt x="30377" y="31171"/>
                  </a:cubicBezTo>
                  <a:cubicBezTo>
                    <a:pt x="23925" y="32164"/>
                    <a:pt x="20450" y="28193"/>
                    <a:pt x="17472" y="29186"/>
                  </a:cubicBezTo>
                  <a:cubicBezTo>
                    <a:pt x="14467" y="30647"/>
                    <a:pt x="11900" y="32872"/>
                    <a:pt x="10027" y="35638"/>
                  </a:cubicBezTo>
                  <a:cubicBezTo>
                    <a:pt x="8538" y="37624"/>
                    <a:pt x="11516" y="43084"/>
                    <a:pt x="10523" y="45102"/>
                  </a:cubicBezTo>
                  <a:cubicBezTo>
                    <a:pt x="8009" y="46846"/>
                    <a:pt x="5313" y="48311"/>
                    <a:pt x="2482" y="49470"/>
                  </a:cubicBezTo>
                  <a:cubicBezTo>
                    <a:pt x="4166" y="52776"/>
                    <a:pt x="4691" y="56552"/>
                    <a:pt x="3971" y="60192"/>
                  </a:cubicBezTo>
                  <a:cubicBezTo>
                    <a:pt x="1920" y="66115"/>
                    <a:pt x="3707" y="80046"/>
                    <a:pt x="9100" y="87921"/>
                  </a:cubicBezTo>
                  <a:cubicBezTo>
                    <a:pt x="14494" y="95797"/>
                    <a:pt x="12409" y="110555"/>
                    <a:pt x="15023" y="113401"/>
                  </a:cubicBezTo>
                  <a:cubicBezTo>
                    <a:pt x="17638" y="116247"/>
                    <a:pt x="37624" y="115684"/>
                    <a:pt x="46625" y="109761"/>
                  </a:cubicBezTo>
                  <a:cubicBezTo>
                    <a:pt x="53116" y="105055"/>
                    <a:pt x="60980" y="102624"/>
                    <a:pt x="68994" y="102845"/>
                  </a:cubicBezTo>
                  <a:cubicBezTo>
                    <a:pt x="76218" y="102088"/>
                    <a:pt x="82944" y="98807"/>
                    <a:pt x="87988" y="93580"/>
                  </a:cubicBezTo>
                  <a:cubicBezTo>
                    <a:pt x="90304" y="90503"/>
                    <a:pt x="100860" y="90271"/>
                    <a:pt x="105228" y="90767"/>
                  </a:cubicBezTo>
                  <a:cubicBezTo>
                    <a:pt x="109596" y="91264"/>
                    <a:pt x="113964" y="86399"/>
                    <a:pt x="118828" y="81535"/>
                  </a:cubicBezTo>
                  <a:cubicBezTo>
                    <a:pt x="123693" y="76671"/>
                    <a:pt x="139146" y="74586"/>
                    <a:pt x="155592" y="69424"/>
                  </a:cubicBezTo>
                  <a:cubicBezTo>
                    <a:pt x="172038" y="64262"/>
                    <a:pt x="168431" y="56585"/>
                    <a:pt x="172138" y="51952"/>
                  </a:cubicBezTo>
                  <a:cubicBezTo>
                    <a:pt x="175447" y="48080"/>
                    <a:pt x="179914" y="49206"/>
                    <a:pt x="187028" y="46360"/>
                  </a:cubicBezTo>
                  <a:cubicBezTo>
                    <a:pt x="179020" y="30013"/>
                    <a:pt x="170152" y="11681"/>
                    <a:pt x="165718" y="2482"/>
                  </a:cubicBezTo>
                  <a:cubicBezTo>
                    <a:pt x="157875" y="4897"/>
                    <a:pt x="151555" y="6949"/>
                    <a:pt x="149073" y="7346"/>
                  </a:cubicBezTo>
                  <a:close/>
                  <a:moveTo>
                    <a:pt x="191429" y="122468"/>
                  </a:moveTo>
                  <a:cubicBezTo>
                    <a:pt x="197187" y="128424"/>
                    <a:pt x="208504" y="121475"/>
                    <a:pt x="209133" y="119159"/>
                  </a:cubicBezTo>
                  <a:cubicBezTo>
                    <a:pt x="209761" y="116843"/>
                    <a:pt x="184944" y="115751"/>
                    <a:pt x="191429" y="12246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06513B9-AC92-6846-B636-BB0F3DCF74F0}"/>
                </a:ext>
              </a:extLst>
            </p:cNvPr>
            <p:cNvSpPr/>
            <p:nvPr/>
          </p:nvSpPr>
          <p:spPr>
            <a:xfrm>
              <a:off x="5315465" y="2337158"/>
              <a:ext cx="248179" cy="155526"/>
            </a:xfrm>
            <a:custGeom>
              <a:avLst/>
              <a:gdLst>
                <a:gd name="connsiteX0" fmla="*/ 247001 w 248179"/>
                <a:gd name="connsiteY0" fmla="*/ 100048 h 155525"/>
                <a:gd name="connsiteX1" fmla="*/ 231582 w 248179"/>
                <a:gd name="connsiteY1" fmla="*/ 94919 h 155525"/>
                <a:gd name="connsiteX2" fmla="*/ 213580 w 248179"/>
                <a:gd name="connsiteY2" fmla="*/ 83105 h 155525"/>
                <a:gd name="connsiteX3" fmla="*/ 193726 w 248179"/>
                <a:gd name="connsiteY3" fmla="*/ 71292 h 155525"/>
                <a:gd name="connsiteX4" fmla="*/ 176221 w 248179"/>
                <a:gd name="connsiteY4" fmla="*/ 58420 h 155525"/>
                <a:gd name="connsiteX5" fmla="*/ 168511 w 248179"/>
                <a:gd name="connsiteY5" fmla="*/ 44025 h 155525"/>
                <a:gd name="connsiteX6" fmla="*/ 161330 w 248179"/>
                <a:gd name="connsiteY6" fmla="*/ 32741 h 155525"/>
                <a:gd name="connsiteX7" fmla="*/ 135619 w 248179"/>
                <a:gd name="connsiteY7" fmla="*/ 29664 h 155525"/>
                <a:gd name="connsiteX8" fmla="*/ 129464 w 248179"/>
                <a:gd name="connsiteY8" fmla="*/ 11166 h 155525"/>
                <a:gd name="connsiteX9" fmla="*/ 116228 w 248179"/>
                <a:gd name="connsiteY9" fmla="*/ 6534 h 155525"/>
                <a:gd name="connsiteX10" fmla="*/ 103852 w 248179"/>
                <a:gd name="connsiteY10" fmla="*/ 3456 h 155525"/>
                <a:gd name="connsiteX11" fmla="*/ 96671 w 248179"/>
                <a:gd name="connsiteY11" fmla="*/ 7030 h 155525"/>
                <a:gd name="connsiteX12" fmla="*/ 90517 w 248179"/>
                <a:gd name="connsiteY12" fmla="*/ 13648 h 155525"/>
                <a:gd name="connsiteX13" fmla="*/ 78174 w 248179"/>
                <a:gd name="connsiteY13" fmla="*/ 22913 h 155525"/>
                <a:gd name="connsiteX14" fmla="*/ 72019 w 248179"/>
                <a:gd name="connsiteY14" fmla="*/ 31120 h 155525"/>
                <a:gd name="connsiteX15" fmla="*/ 59775 w 248179"/>
                <a:gd name="connsiteY15" fmla="*/ 28241 h 155525"/>
                <a:gd name="connsiteX16" fmla="*/ 47631 w 248179"/>
                <a:gd name="connsiteY16" fmla="*/ 25329 h 155525"/>
                <a:gd name="connsiteX17" fmla="*/ 26354 w 248179"/>
                <a:gd name="connsiteY17" fmla="*/ 8784 h 155525"/>
                <a:gd name="connsiteX18" fmla="*/ 8386 w 248179"/>
                <a:gd name="connsiteY18" fmla="*/ 18281 h 155525"/>
                <a:gd name="connsiteX19" fmla="*/ 16493 w 248179"/>
                <a:gd name="connsiteY19" fmla="*/ 15137 h 155525"/>
                <a:gd name="connsiteX20" fmla="*/ 29729 w 248179"/>
                <a:gd name="connsiteY20" fmla="*/ 31054 h 155525"/>
                <a:gd name="connsiteX21" fmla="*/ 37936 w 248179"/>
                <a:gd name="connsiteY21" fmla="*/ 41345 h 155525"/>
                <a:gd name="connsiteX22" fmla="*/ 20464 w 248179"/>
                <a:gd name="connsiteY22" fmla="*/ 44952 h 155525"/>
                <a:gd name="connsiteX23" fmla="*/ 4547 w 248179"/>
                <a:gd name="connsiteY23" fmla="*/ 44952 h 155525"/>
                <a:gd name="connsiteX24" fmla="*/ 8154 w 248179"/>
                <a:gd name="connsiteY24" fmla="*/ 59313 h 155525"/>
                <a:gd name="connsiteX25" fmla="*/ 9147 w 248179"/>
                <a:gd name="connsiteY25" fmla="*/ 70134 h 155525"/>
                <a:gd name="connsiteX26" fmla="*/ 19074 w 248179"/>
                <a:gd name="connsiteY26" fmla="*/ 74237 h 155525"/>
                <a:gd name="connsiteX27" fmla="*/ 22681 w 248179"/>
                <a:gd name="connsiteY27" fmla="*/ 88102 h 155525"/>
                <a:gd name="connsiteX28" fmla="*/ 22681 w 248179"/>
                <a:gd name="connsiteY28" fmla="*/ 111265 h 155525"/>
                <a:gd name="connsiteX29" fmla="*/ 37042 w 248179"/>
                <a:gd name="connsiteY29" fmla="*/ 108552 h 155525"/>
                <a:gd name="connsiteX30" fmla="*/ 52462 w 248179"/>
                <a:gd name="connsiteY30" fmla="*/ 97764 h 155525"/>
                <a:gd name="connsiteX31" fmla="*/ 64805 w 248179"/>
                <a:gd name="connsiteY31" fmla="*/ 96242 h 155525"/>
                <a:gd name="connsiteX32" fmla="*/ 84659 w 248179"/>
                <a:gd name="connsiteY32" fmla="*/ 96739 h 155525"/>
                <a:gd name="connsiteX33" fmla="*/ 97532 w 248179"/>
                <a:gd name="connsiteY33" fmla="*/ 102397 h 155525"/>
                <a:gd name="connsiteX34" fmla="*/ 105771 w 248179"/>
                <a:gd name="connsiteY34" fmla="*/ 106500 h 155525"/>
                <a:gd name="connsiteX35" fmla="*/ 120662 w 248179"/>
                <a:gd name="connsiteY35" fmla="*/ 111133 h 155525"/>
                <a:gd name="connsiteX36" fmla="*/ 128372 w 248179"/>
                <a:gd name="connsiteY36" fmla="*/ 117321 h 155525"/>
                <a:gd name="connsiteX37" fmla="*/ 140185 w 248179"/>
                <a:gd name="connsiteY37" fmla="*/ 127049 h 155525"/>
                <a:gd name="connsiteX38" fmla="*/ 152528 w 248179"/>
                <a:gd name="connsiteY38" fmla="*/ 129134 h 155525"/>
                <a:gd name="connsiteX39" fmla="*/ 155639 w 248179"/>
                <a:gd name="connsiteY39" fmla="*/ 150411 h 155525"/>
                <a:gd name="connsiteX40" fmla="*/ 159312 w 248179"/>
                <a:gd name="connsiteY40" fmla="*/ 150047 h 155525"/>
                <a:gd name="connsiteX41" fmla="*/ 171688 w 248179"/>
                <a:gd name="connsiteY41" fmla="*/ 153357 h 155525"/>
                <a:gd name="connsiteX42" fmla="*/ 186777 w 248179"/>
                <a:gd name="connsiteY42" fmla="*/ 147863 h 155525"/>
                <a:gd name="connsiteX43" fmla="*/ 211462 w 248179"/>
                <a:gd name="connsiteY43" fmla="*/ 133469 h 155525"/>
                <a:gd name="connsiteX44" fmla="*/ 221787 w 248179"/>
                <a:gd name="connsiteY44" fmla="*/ 116295 h 155525"/>
                <a:gd name="connsiteX45" fmla="*/ 235486 w 248179"/>
                <a:gd name="connsiteY45" fmla="*/ 108056 h 155525"/>
                <a:gd name="connsiteX46" fmla="*/ 248425 w 248179"/>
                <a:gd name="connsiteY46" fmla="*/ 111133 h 15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8179" h="155525">
                  <a:moveTo>
                    <a:pt x="247001" y="100048"/>
                  </a:moveTo>
                  <a:cubicBezTo>
                    <a:pt x="247001" y="100048"/>
                    <a:pt x="235685" y="94422"/>
                    <a:pt x="231582" y="94919"/>
                  </a:cubicBezTo>
                  <a:cubicBezTo>
                    <a:pt x="227478" y="95415"/>
                    <a:pt x="220794" y="85686"/>
                    <a:pt x="213580" y="83105"/>
                  </a:cubicBezTo>
                  <a:cubicBezTo>
                    <a:pt x="206367" y="80524"/>
                    <a:pt x="196638" y="75925"/>
                    <a:pt x="193726" y="71292"/>
                  </a:cubicBezTo>
                  <a:cubicBezTo>
                    <a:pt x="190814" y="66659"/>
                    <a:pt x="177776" y="62027"/>
                    <a:pt x="176221" y="58420"/>
                  </a:cubicBezTo>
                  <a:cubicBezTo>
                    <a:pt x="174255" y="53322"/>
                    <a:pt x="171666" y="48487"/>
                    <a:pt x="168511" y="44025"/>
                  </a:cubicBezTo>
                  <a:cubicBezTo>
                    <a:pt x="164937" y="39426"/>
                    <a:pt x="164937" y="33238"/>
                    <a:pt x="161330" y="32741"/>
                  </a:cubicBezTo>
                  <a:cubicBezTo>
                    <a:pt x="157723" y="32245"/>
                    <a:pt x="135619" y="32741"/>
                    <a:pt x="135619" y="29664"/>
                  </a:cubicBezTo>
                  <a:cubicBezTo>
                    <a:pt x="135619" y="26587"/>
                    <a:pt x="134097" y="12192"/>
                    <a:pt x="129464" y="11166"/>
                  </a:cubicBezTo>
                  <a:cubicBezTo>
                    <a:pt x="124831" y="10141"/>
                    <a:pt x="118677" y="9115"/>
                    <a:pt x="116228" y="6534"/>
                  </a:cubicBezTo>
                  <a:cubicBezTo>
                    <a:pt x="113779" y="3953"/>
                    <a:pt x="105407" y="875"/>
                    <a:pt x="103852" y="3456"/>
                  </a:cubicBezTo>
                  <a:cubicBezTo>
                    <a:pt x="102087" y="5628"/>
                    <a:pt x="99469" y="6931"/>
                    <a:pt x="96671" y="7030"/>
                  </a:cubicBezTo>
                  <a:cubicBezTo>
                    <a:pt x="95149" y="7030"/>
                    <a:pt x="95645" y="14244"/>
                    <a:pt x="90517" y="13648"/>
                  </a:cubicBezTo>
                  <a:cubicBezTo>
                    <a:pt x="85387" y="13052"/>
                    <a:pt x="78174" y="19307"/>
                    <a:pt x="78174" y="22913"/>
                  </a:cubicBezTo>
                  <a:cubicBezTo>
                    <a:pt x="78174" y="26520"/>
                    <a:pt x="78703" y="31649"/>
                    <a:pt x="72019" y="31120"/>
                  </a:cubicBezTo>
                  <a:cubicBezTo>
                    <a:pt x="67797" y="30906"/>
                    <a:pt x="63649" y="29931"/>
                    <a:pt x="59775" y="28241"/>
                  </a:cubicBezTo>
                  <a:cubicBezTo>
                    <a:pt x="58816" y="28969"/>
                    <a:pt x="53157" y="32841"/>
                    <a:pt x="47631" y="25329"/>
                  </a:cubicBezTo>
                  <a:cubicBezTo>
                    <a:pt x="41443" y="17090"/>
                    <a:pt x="31847" y="8784"/>
                    <a:pt x="26354" y="8784"/>
                  </a:cubicBezTo>
                  <a:cubicBezTo>
                    <a:pt x="21423" y="8784"/>
                    <a:pt x="4382" y="8784"/>
                    <a:pt x="8386" y="18281"/>
                  </a:cubicBezTo>
                  <a:cubicBezTo>
                    <a:pt x="9577" y="16163"/>
                    <a:pt x="11893" y="14740"/>
                    <a:pt x="16493" y="15137"/>
                  </a:cubicBezTo>
                  <a:cubicBezTo>
                    <a:pt x="28836" y="16163"/>
                    <a:pt x="23111" y="30557"/>
                    <a:pt x="29729" y="31054"/>
                  </a:cubicBezTo>
                  <a:cubicBezTo>
                    <a:pt x="36347" y="31550"/>
                    <a:pt x="44124" y="41874"/>
                    <a:pt x="37936" y="41345"/>
                  </a:cubicBezTo>
                  <a:cubicBezTo>
                    <a:pt x="31748" y="40815"/>
                    <a:pt x="26618" y="47003"/>
                    <a:pt x="20464" y="44952"/>
                  </a:cubicBezTo>
                  <a:cubicBezTo>
                    <a:pt x="14309" y="42900"/>
                    <a:pt x="6599" y="37738"/>
                    <a:pt x="4547" y="44952"/>
                  </a:cubicBezTo>
                  <a:cubicBezTo>
                    <a:pt x="2496" y="52166"/>
                    <a:pt x="-85" y="59843"/>
                    <a:pt x="8154" y="59313"/>
                  </a:cubicBezTo>
                  <a:cubicBezTo>
                    <a:pt x="16394" y="58784"/>
                    <a:pt x="14772" y="64475"/>
                    <a:pt x="9147" y="70134"/>
                  </a:cubicBezTo>
                  <a:cubicBezTo>
                    <a:pt x="3521" y="75792"/>
                    <a:pt x="17916" y="69075"/>
                    <a:pt x="19074" y="74237"/>
                  </a:cubicBezTo>
                  <a:cubicBezTo>
                    <a:pt x="20232" y="79399"/>
                    <a:pt x="24699" y="79895"/>
                    <a:pt x="22681" y="88102"/>
                  </a:cubicBezTo>
                  <a:cubicBezTo>
                    <a:pt x="21357" y="93297"/>
                    <a:pt x="22317" y="103688"/>
                    <a:pt x="22681" y="111265"/>
                  </a:cubicBezTo>
                  <a:cubicBezTo>
                    <a:pt x="28141" y="111265"/>
                    <a:pt x="35487" y="110769"/>
                    <a:pt x="37042" y="108552"/>
                  </a:cubicBezTo>
                  <a:cubicBezTo>
                    <a:pt x="39623" y="104978"/>
                    <a:pt x="47830" y="97764"/>
                    <a:pt x="52462" y="97764"/>
                  </a:cubicBezTo>
                  <a:cubicBezTo>
                    <a:pt x="57095" y="97764"/>
                    <a:pt x="62390" y="99816"/>
                    <a:pt x="64805" y="96242"/>
                  </a:cubicBezTo>
                  <a:cubicBezTo>
                    <a:pt x="67221" y="92668"/>
                    <a:pt x="82277" y="93661"/>
                    <a:pt x="84659" y="96739"/>
                  </a:cubicBezTo>
                  <a:cubicBezTo>
                    <a:pt x="88341" y="99784"/>
                    <a:pt x="92798" y="101743"/>
                    <a:pt x="97532" y="102397"/>
                  </a:cubicBezTo>
                  <a:cubicBezTo>
                    <a:pt x="99583" y="102397"/>
                    <a:pt x="100609" y="107030"/>
                    <a:pt x="105771" y="106500"/>
                  </a:cubicBezTo>
                  <a:cubicBezTo>
                    <a:pt x="110933" y="105971"/>
                    <a:pt x="120662" y="108056"/>
                    <a:pt x="120662" y="111133"/>
                  </a:cubicBezTo>
                  <a:cubicBezTo>
                    <a:pt x="121294" y="114850"/>
                    <a:pt x="124606" y="117508"/>
                    <a:pt x="128372" y="117321"/>
                  </a:cubicBezTo>
                  <a:cubicBezTo>
                    <a:pt x="132475" y="117321"/>
                    <a:pt x="136082" y="127579"/>
                    <a:pt x="140185" y="127049"/>
                  </a:cubicBezTo>
                  <a:cubicBezTo>
                    <a:pt x="144289" y="126520"/>
                    <a:pt x="152528" y="126553"/>
                    <a:pt x="152528" y="129134"/>
                  </a:cubicBezTo>
                  <a:cubicBezTo>
                    <a:pt x="152714" y="136325"/>
                    <a:pt x="153758" y="143468"/>
                    <a:pt x="155639" y="150411"/>
                  </a:cubicBezTo>
                  <a:cubicBezTo>
                    <a:pt x="156723" y="149677"/>
                    <a:pt x="158105" y="149540"/>
                    <a:pt x="159312" y="150047"/>
                  </a:cubicBezTo>
                  <a:cubicBezTo>
                    <a:pt x="161363" y="151437"/>
                    <a:pt x="170298" y="148691"/>
                    <a:pt x="171688" y="153357"/>
                  </a:cubicBezTo>
                  <a:cubicBezTo>
                    <a:pt x="173077" y="158022"/>
                    <a:pt x="187472" y="155408"/>
                    <a:pt x="186777" y="147863"/>
                  </a:cubicBezTo>
                  <a:cubicBezTo>
                    <a:pt x="186082" y="140319"/>
                    <a:pt x="209411" y="140319"/>
                    <a:pt x="211462" y="133469"/>
                  </a:cubicBezTo>
                  <a:cubicBezTo>
                    <a:pt x="213514" y="126619"/>
                    <a:pt x="216294" y="114243"/>
                    <a:pt x="221787" y="116295"/>
                  </a:cubicBezTo>
                  <a:cubicBezTo>
                    <a:pt x="227280" y="118347"/>
                    <a:pt x="230688" y="107394"/>
                    <a:pt x="235486" y="108056"/>
                  </a:cubicBezTo>
                  <a:cubicBezTo>
                    <a:pt x="240284" y="108717"/>
                    <a:pt x="243163" y="112126"/>
                    <a:pt x="248425" y="11113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3C6A511-DAC7-8A40-9532-3DF6094247E9}"/>
                </a:ext>
              </a:extLst>
            </p:cNvPr>
            <p:cNvSpPr/>
            <p:nvPr/>
          </p:nvSpPr>
          <p:spPr>
            <a:xfrm>
              <a:off x="5163754" y="2394296"/>
              <a:ext cx="340833" cy="291197"/>
            </a:xfrm>
            <a:custGeom>
              <a:avLst/>
              <a:gdLst>
                <a:gd name="connsiteX0" fmla="*/ 334252 w 340832"/>
                <a:gd name="connsiteY0" fmla="*/ 251678 h 291196"/>
                <a:gd name="connsiteX1" fmla="*/ 326045 w 340832"/>
                <a:gd name="connsiteY1" fmla="*/ 232452 h 291196"/>
                <a:gd name="connsiteX2" fmla="*/ 308176 w 340832"/>
                <a:gd name="connsiteY2" fmla="*/ 217363 h 291196"/>
                <a:gd name="connsiteX3" fmla="*/ 296528 w 340832"/>
                <a:gd name="connsiteY3" fmla="*/ 202241 h 291196"/>
                <a:gd name="connsiteX4" fmla="*/ 314364 w 340832"/>
                <a:gd name="connsiteY4" fmla="*/ 177555 h 291196"/>
                <a:gd name="connsiteX5" fmla="*/ 297190 w 340832"/>
                <a:gd name="connsiteY5" fmla="*/ 168621 h 291196"/>
                <a:gd name="connsiteX6" fmla="*/ 294477 w 340832"/>
                <a:gd name="connsiteY6" fmla="*/ 148766 h 291196"/>
                <a:gd name="connsiteX7" fmla="*/ 294477 w 340832"/>
                <a:gd name="connsiteY7" fmla="*/ 130236 h 291196"/>
                <a:gd name="connsiteX8" fmla="*/ 296528 w 340832"/>
                <a:gd name="connsiteY8" fmla="*/ 115146 h 291196"/>
                <a:gd name="connsiteX9" fmla="*/ 303378 w 340832"/>
                <a:gd name="connsiteY9" fmla="*/ 101414 h 291196"/>
                <a:gd name="connsiteX10" fmla="*/ 307250 w 340832"/>
                <a:gd name="connsiteY10" fmla="*/ 93538 h 291196"/>
                <a:gd name="connsiteX11" fmla="*/ 304140 w 340832"/>
                <a:gd name="connsiteY11" fmla="*/ 72261 h 291196"/>
                <a:gd name="connsiteX12" fmla="*/ 291797 w 340832"/>
                <a:gd name="connsiteY12" fmla="*/ 70176 h 291196"/>
                <a:gd name="connsiteX13" fmla="*/ 279983 w 340832"/>
                <a:gd name="connsiteY13" fmla="*/ 60448 h 291196"/>
                <a:gd name="connsiteX14" fmla="*/ 272273 w 340832"/>
                <a:gd name="connsiteY14" fmla="*/ 54260 h 291196"/>
                <a:gd name="connsiteX15" fmla="*/ 257382 w 340832"/>
                <a:gd name="connsiteY15" fmla="*/ 49627 h 291196"/>
                <a:gd name="connsiteX16" fmla="*/ 249143 w 340832"/>
                <a:gd name="connsiteY16" fmla="*/ 45524 h 291196"/>
                <a:gd name="connsiteX17" fmla="*/ 236271 w 340832"/>
                <a:gd name="connsiteY17" fmla="*/ 39865 h 291196"/>
                <a:gd name="connsiteX18" fmla="*/ 216416 w 340832"/>
                <a:gd name="connsiteY18" fmla="*/ 39369 h 291196"/>
                <a:gd name="connsiteX19" fmla="*/ 204074 w 340832"/>
                <a:gd name="connsiteY19" fmla="*/ 40891 h 291196"/>
                <a:gd name="connsiteX20" fmla="*/ 188653 w 340832"/>
                <a:gd name="connsiteY20" fmla="*/ 51679 h 291196"/>
                <a:gd name="connsiteX21" fmla="*/ 174292 w 340832"/>
                <a:gd name="connsiteY21" fmla="*/ 54392 h 291196"/>
                <a:gd name="connsiteX22" fmla="*/ 173762 w 340832"/>
                <a:gd name="connsiteY22" fmla="*/ 63525 h 291196"/>
                <a:gd name="connsiteX23" fmla="*/ 136238 w 340832"/>
                <a:gd name="connsiteY23" fmla="*/ 71732 h 291196"/>
                <a:gd name="connsiteX24" fmla="*/ 104372 w 340832"/>
                <a:gd name="connsiteY24" fmla="*/ 52738 h 291196"/>
                <a:gd name="connsiteX25" fmla="*/ 83326 w 340832"/>
                <a:gd name="connsiteY25" fmla="*/ 32188 h 291196"/>
                <a:gd name="connsiteX26" fmla="*/ 70884 w 340832"/>
                <a:gd name="connsiteY26" fmla="*/ 23188 h 291196"/>
                <a:gd name="connsiteX27" fmla="*/ 67575 w 340832"/>
                <a:gd name="connsiteY27" fmla="*/ 7403 h 291196"/>
                <a:gd name="connsiteX28" fmla="*/ 32565 w 340832"/>
                <a:gd name="connsiteY28" fmla="*/ 22493 h 291196"/>
                <a:gd name="connsiteX29" fmla="*/ 20884 w 340832"/>
                <a:gd name="connsiteY29" fmla="*/ 15643 h 291196"/>
                <a:gd name="connsiteX30" fmla="*/ 10593 w 340832"/>
                <a:gd name="connsiteY30" fmla="*/ 2605 h 291196"/>
                <a:gd name="connsiteX31" fmla="*/ 4438 w 340832"/>
                <a:gd name="connsiteY31" fmla="*/ 11507 h 291196"/>
                <a:gd name="connsiteX32" fmla="*/ 5133 w 340832"/>
                <a:gd name="connsiteY32" fmla="*/ 25934 h 291196"/>
                <a:gd name="connsiteX33" fmla="*/ 5133 w 340832"/>
                <a:gd name="connsiteY33" fmla="*/ 44432 h 291196"/>
                <a:gd name="connsiteX34" fmla="*/ 13340 w 340832"/>
                <a:gd name="connsiteY34" fmla="*/ 58198 h 291196"/>
                <a:gd name="connsiteX35" fmla="*/ 19527 w 340832"/>
                <a:gd name="connsiteY35" fmla="*/ 71897 h 291196"/>
                <a:gd name="connsiteX36" fmla="*/ 29124 w 340832"/>
                <a:gd name="connsiteY36" fmla="*/ 82188 h 291196"/>
                <a:gd name="connsiteX37" fmla="*/ 36006 w 340832"/>
                <a:gd name="connsiteY37" fmla="*/ 88376 h 291196"/>
                <a:gd name="connsiteX38" fmla="*/ 33922 w 340832"/>
                <a:gd name="connsiteY38" fmla="*/ 98667 h 291196"/>
                <a:gd name="connsiteX39" fmla="*/ 27072 w 340832"/>
                <a:gd name="connsiteY39" fmla="*/ 112400 h 291196"/>
                <a:gd name="connsiteX40" fmla="*/ 29124 w 340832"/>
                <a:gd name="connsiteY40" fmla="*/ 128184 h 291196"/>
                <a:gd name="connsiteX41" fmla="*/ 37363 w 340832"/>
                <a:gd name="connsiteY41" fmla="*/ 137780 h 291196"/>
                <a:gd name="connsiteX42" fmla="*/ 56589 w 340832"/>
                <a:gd name="connsiteY42" fmla="*/ 150818 h 291196"/>
                <a:gd name="connsiteX43" fmla="*/ 64829 w 340832"/>
                <a:gd name="connsiteY43" fmla="*/ 161109 h 291196"/>
                <a:gd name="connsiteX44" fmla="*/ 63439 w 340832"/>
                <a:gd name="connsiteY44" fmla="*/ 172757 h 291196"/>
                <a:gd name="connsiteX45" fmla="*/ 69627 w 340832"/>
                <a:gd name="connsiteY45" fmla="*/ 184438 h 291196"/>
                <a:gd name="connsiteX46" fmla="*/ 79554 w 340832"/>
                <a:gd name="connsiteY46" fmla="*/ 198138 h 291196"/>
                <a:gd name="connsiteX47" fmla="*/ 83789 w 340832"/>
                <a:gd name="connsiteY47" fmla="*/ 197376 h 291196"/>
                <a:gd name="connsiteX48" fmla="*/ 91731 w 340832"/>
                <a:gd name="connsiteY48" fmla="*/ 195325 h 291196"/>
                <a:gd name="connsiteX49" fmla="*/ 103842 w 340832"/>
                <a:gd name="connsiteY49" fmla="*/ 194795 h 291196"/>
                <a:gd name="connsiteX50" fmla="*/ 121546 w 340832"/>
                <a:gd name="connsiteY50" fmla="*/ 222029 h 291196"/>
                <a:gd name="connsiteX51" fmla="*/ 131473 w 340832"/>
                <a:gd name="connsiteY51" fmla="*/ 237978 h 291196"/>
                <a:gd name="connsiteX52" fmla="*/ 152519 w 340832"/>
                <a:gd name="connsiteY52" fmla="*/ 248534 h 291196"/>
                <a:gd name="connsiteX53" fmla="*/ 192227 w 340832"/>
                <a:gd name="connsiteY53" fmla="*/ 263657 h 291196"/>
                <a:gd name="connsiteX54" fmla="*/ 220255 w 340832"/>
                <a:gd name="connsiteY54" fmla="*/ 255947 h 291196"/>
                <a:gd name="connsiteX55" fmla="*/ 233491 w 340832"/>
                <a:gd name="connsiteY55" fmla="*/ 278845 h 291196"/>
                <a:gd name="connsiteX56" fmla="*/ 294146 w 340832"/>
                <a:gd name="connsiteY56" fmla="*/ 290162 h 291196"/>
                <a:gd name="connsiteX57" fmla="*/ 312346 w 340832"/>
                <a:gd name="connsiteY57" fmla="*/ 291717 h 291196"/>
                <a:gd name="connsiteX58" fmla="*/ 311916 w 340832"/>
                <a:gd name="connsiteY58" fmla="*/ 287383 h 291196"/>
                <a:gd name="connsiteX59" fmla="*/ 322901 w 340832"/>
                <a:gd name="connsiteY59" fmla="*/ 269547 h 291196"/>
                <a:gd name="connsiteX60" fmla="*/ 338686 w 340832"/>
                <a:gd name="connsiteY60" fmla="*/ 264749 h 291196"/>
                <a:gd name="connsiteX61" fmla="*/ 334252 w 340832"/>
                <a:gd name="connsiteY61" fmla="*/ 251678 h 291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40832" h="291196">
                  <a:moveTo>
                    <a:pt x="334252" y="251678"/>
                  </a:moveTo>
                  <a:cubicBezTo>
                    <a:pt x="330148" y="250288"/>
                    <a:pt x="334252" y="235861"/>
                    <a:pt x="326045" y="232452"/>
                  </a:cubicBezTo>
                  <a:cubicBezTo>
                    <a:pt x="317839" y="229044"/>
                    <a:pt x="310493" y="223452"/>
                    <a:pt x="308176" y="217363"/>
                  </a:cubicBezTo>
                  <a:cubicBezTo>
                    <a:pt x="306125" y="211870"/>
                    <a:pt x="295834" y="206377"/>
                    <a:pt x="296528" y="202241"/>
                  </a:cubicBezTo>
                  <a:cubicBezTo>
                    <a:pt x="297224" y="198104"/>
                    <a:pt x="317111" y="185100"/>
                    <a:pt x="314364" y="177555"/>
                  </a:cubicBezTo>
                  <a:cubicBezTo>
                    <a:pt x="311618" y="170011"/>
                    <a:pt x="298580" y="171400"/>
                    <a:pt x="297190" y="168621"/>
                  </a:cubicBezTo>
                  <a:cubicBezTo>
                    <a:pt x="295800" y="165841"/>
                    <a:pt x="297885" y="156278"/>
                    <a:pt x="294477" y="148766"/>
                  </a:cubicBezTo>
                  <a:cubicBezTo>
                    <a:pt x="291069" y="141255"/>
                    <a:pt x="297190" y="134339"/>
                    <a:pt x="294477" y="130236"/>
                  </a:cubicBezTo>
                  <a:cubicBezTo>
                    <a:pt x="291764" y="126132"/>
                    <a:pt x="295834" y="117893"/>
                    <a:pt x="296528" y="115146"/>
                  </a:cubicBezTo>
                  <a:cubicBezTo>
                    <a:pt x="297224" y="112400"/>
                    <a:pt x="304073" y="108297"/>
                    <a:pt x="303378" y="101414"/>
                  </a:cubicBezTo>
                  <a:cubicBezTo>
                    <a:pt x="302873" y="98234"/>
                    <a:pt x="304423" y="95080"/>
                    <a:pt x="307250" y="93538"/>
                  </a:cubicBezTo>
                  <a:cubicBezTo>
                    <a:pt x="305369" y="86595"/>
                    <a:pt x="304325" y="79452"/>
                    <a:pt x="304140" y="72261"/>
                  </a:cubicBezTo>
                  <a:cubicBezTo>
                    <a:pt x="304139" y="69680"/>
                    <a:pt x="295933" y="69680"/>
                    <a:pt x="291797" y="70176"/>
                  </a:cubicBezTo>
                  <a:cubicBezTo>
                    <a:pt x="287660" y="70673"/>
                    <a:pt x="284087" y="60448"/>
                    <a:pt x="279983" y="60448"/>
                  </a:cubicBezTo>
                  <a:cubicBezTo>
                    <a:pt x="276217" y="60635"/>
                    <a:pt x="272905" y="57977"/>
                    <a:pt x="272273" y="54260"/>
                  </a:cubicBezTo>
                  <a:cubicBezTo>
                    <a:pt x="272273" y="51182"/>
                    <a:pt x="262512" y="49131"/>
                    <a:pt x="257382" y="49627"/>
                  </a:cubicBezTo>
                  <a:cubicBezTo>
                    <a:pt x="252254" y="50123"/>
                    <a:pt x="251194" y="45524"/>
                    <a:pt x="249143" y="45524"/>
                  </a:cubicBezTo>
                  <a:cubicBezTo>
                    <a:pt x="244410" y="44870"/>
                    <a:pt x="239952" y="42911"/>
                    <a:pt x="236271" y="39865"/>
                  </a:cubicBezTo>
                  <a:cubicBezTo>
                    <a:pt x="233723" y="36788"/>
                    <a:pt x="218832" y="35762"/>
                    <a:pt x="216416" y="39369"/>
                  </a:cubicBezTo>
                  <a:cubicBezTo>
                    <a:pt x="214001" y="42976"/>
                    <a:pt x="208706" y="40891"/>
                    <a:pt x="204074" y="40891"/>
                  </a:cubicBezTo>
                  <a:cubicBezTo>
                    <a:pt x="199441" y="40891"/>
                    <a:pt x="191234" y="48105"/>
                    <a:pt x="188653" y="51679"/>
                  </a:cubicBezTo>
                  <a:cubicBezTo>
                    <a:pt x="187098" y="53896"/>
                    <a:pt x="179752" y="54359"/>
                    <a:pt x="174292" y="54392"/>
                  </a:cubicBezTo>
                  <a:cubicBezTo>
                    <a:pt x="174751" y="57440"/>
                    <a:pt x="174570" y="60550"/>
                    <a:pt x="173762" y="63525"/>
                  </a:cubicBezTo>
                  <a:cubicBezTo>
                    <a:pt x="171082" y="67562"/>
                    <a:pt x="151129" y="71235"/>
                    <a:pt x="136238" y="71732"/>
                  </a:cubicBezTo>
                  <a:cubicBezTo>
                    <a:pt x="121347" y="72228"/>
                    <a:pt x="120321" y="52738"/>
                    <a:pt x="104372" y="52738"/>
                  </a:cubicBezTo>
                  <a:cubicBezTo>
                    <a:pt x="92790" y="52738"/>
                    <a:pt x="83955" y="42116"/>
                    <a:pt x="83326" y="32188"/>
                  </a:cubicBezTo>
                  <a:cubicBezTo>
                    <a:pt x="76476" y="29574"/>
                    <a:pt x="70090" y="25074"/>
                    <a:pt x="70884" y="23188"/>
                  </a:cubicBezTo>
                  <a:cubicBezTo>
                    <a:pt x="72274" y="20441"/>
                    <a:pt x="75682" y="3333"/>
                    <a:pt x="67575" y="7403"/>
                  </a:cubicBezTo>
                  <a:cubicBezTo>
                    <a:pt x="59468" y="11474"/>
                    <a:pt x="47721" y="24544"/>
                    <a:pt x="32565" y="22493"/>
                  </a:cubicBezTo>
                  <a:cubicBezTo>
                    <a:pt x="17410" y="20441"/>
                    <a:pt x="28429" y="19184"/>
                    <a:pt x="20884" y="15643"/>
                  </a:cubicBezTo>
                  <a:cubicBezTo>
                    <a:pt x="13340" y="12102"/>
                    <a:pt x="18138" y="3962"/>
                    <a:pt x="10593" y="2605"/>
                  </a:cubicBezTo>
                  <a:cubicBezTo>
                    <a:pt x="3048" y="1249"/>
                    <a:pt x="8542" y="11507"/>
                    <a:pt x="4438" y="11507"/>
                  </a:cubicBezTo>
                  <a:cubicBezTo>
                    <a:pt x="335" y="11507"/>
                    <a:pt x="3743" y="23188"/>
                    <a:pt x="5133" y="25934"/>
                  </a:cubicBezTo>
                  <a:cubicBezTo>
                    <a:pt x="6523" y="28681"/>
                    <a:pt x="2354" y="43770"/>
                    <a:pt x="5133" y="44432"/>
                  </a:cubicBezTo>
                  <a:cubicBezTo>
                    <a:pt x="7913" y="45094"/>
                    <a:pt x="14034" y="56113"/>
                    <a:pt x="13340" y="58198"/>
                  </a:cubicBezTo>
                  <a:cubicBezTo>
                    <a:pt x="12645" y="60282"/>
                    <a:pt x="19527" y="67099"/>
                    <a:pt x="19527" y="71897"/>
                  </a:cubicBezTo>
                  <a:cubicBezTo>
                    <a:pt x="20302" y="76976"/>
                    <a:pt x="24111" y="81061"/>
                    <a:pt x="29124" y="82188"/>
                  </a:cubicBezTo>
                  <a:cubicBezTo>
                    <a:pt x="32433" y="82188"/>
                    <a:pt x="37363" y="84273"/>
                    <a:pt x="36006" y="88376"/>
                  </a:cubicBezTo>
                  <a:cubicBezTo>
                    <a:pt x="34650" y="92479"/>
                    <a:pt x="38058" y="98667"/>
                    <a:pt x="33922" y="98667"/>
                  </a:cubicBezTo>
                  <a:cubicBezTo>
                    <a:pt x="29785" y="98667"/>
                    <a:pt x="30613" y="110348"/>
                    <a:pt x="27072" y="112400"/>
                  </a:cubicBezTo>
                  <a:cubicBezTo>
                    <a:pt x="23531" y="114451"/>
                    <a:pt x="26411" y="126794"/>
                    <a:pt x="29124" y="128184"/>
                  </a:cubicBezTo>
                  <a:cubicBezTo>
                    <a:pt x="31837" y="129574"/>
                    <a:pt x="38058" y="132982"/>
                    <a:pt x="37363" y="137780"/>
                  </a:cubicBezTo>
                  <a:cubicBezTo>
                    <a:pt x="36669" y="142578"/>
                    <a:pt x="51791" y="150123"/>
                    <a:pt x="56589" y="150818"/>
                  </a:cubicBezTo>
                  <a:cubicBezTo>
                    <a:pt x="61387" y="151513"/>
                    <a:pt x="62049" y="158363"/>
                    <a:pt x="64829" y="161109"/>
                  </a:cubicBezTo>
                  <a:cubicBezTo>
                    <a:pt x="67608" y="163856"/>
                    <a:pt x="62744" y="169349"/>
                    <a:pt x="63439" y="172757"/>
                  </a:cubicBezTo>
                  <a:cubicBezTo>
                    <a:pt x="64133" y="176165"/>
                    <a:pt x="70321" y="178945"/>
                    <a:pt x="69627" y="184438"/>
                  </a:cubicBezTo>
                  <a:cubicBezTo>
                    <a:pt x="69230" y="187747"/>
                    <a:pt x="74789" y="193306"/>
                    <a:pt x="79554" y="198138"/>
                  </a:cubicBezTo>
                  <a:cubicBezTo>
                    <a:pt x="80919" y="197673"/>
                    <a:pt x="82347" y="197416"/>
                    <a:pt x="83789" y="197376"/>
                  </a:cubicBezTo>
                  <a:cubicBezTo>
                    <a:pt x="88422" y="197376"/>
                    <a:pt x="88157" y="192247"/>
                    <a:pt x="91731" y="195325"/>
                  </a:cubicBezTo>
                  <a:cubicBezTo>
                    <a:pt x="95305" y="198402"/>
                    <a:pt x="100235" y="195060"/>
                    <a:pt x="103842" y="194795"/>
                  </a:cubicBezTo>
                  <a:cubicBezTo>
                    <a:pt x="107449" y="194531"/>
                    <a:pt x="117078" y="213061"/>
                    <a:pt x="121546" y="222029"/>
                  </a:cubicBezTo>
                  <a:cubicBezTo>
                    <a:pt x="126013" y="230996"/>
                    <a:pt x="125682" y="234140"/>
                    <a:pt x="131473" y="237978"/>
                  </a:cubicBezTo>
                  <a:cubicBezTo>
                    <a:pt x="137264" y="241817"/>
                    <a:pt x="144047" y="239765"/>
                    <a:pt x="152519" y="248534"/>
                  </a:cubicBezTo>
                  <a:cubicBezTo>
                    <a:pt x="160990" y="257303"/>
                    <a:pt x="182829" y="263193"/>
                    <a:pt x="192227" y="263657"/>
                  </a:cubicBezTo>
                  <a:cubicBezTo>
                    <a:pt x="201625" y="264120"/>
                    <a:pt x="208409" y="253730"/>
                    <a:pt x="220255" y="255947"/>
                  </a:cubicBezTo>
                  <a:cubicBezTo>
                    <a:pt x="232101" y="258164"/>
                    <a:pt x="229222" y="273419"/>
                    <a:pt x="233491" y="278845"/>
                  </a:cubicBezTo>
                  <a:cubicBezTo>
                    <a:pt x="237760" y="284272"/>
                    <a:pt x="285940" y="287846"/>
                    <a:pt x="294146" y="290162"/>
                  </a:cubicBezTo>
                  <a:cubicBezTo>
                    <a:pt x="300154" y="291226"/>
                    <a:pt x="306245" y="291747"/>
                    <a:pt x="312346" y="291717"/>
                  </a:cubicBezTo>
                  <a:cubicBezTo>
                    <a:pt x="312181" y="289997"/>
                    <a:pt x="312015" y="288409"/>
                    <a:pt x="311916" y="287383"/>
                  </a:cubicBezTo>
                  <a:cubicBezTo>
                    <a:pt x="311783" y="279803"/>
                    <a:pt x="316073" y="272839"/>
                    <a:pt x="322901" y="269547"/>
                  </a:cubicBezTo>
                  <a:cubicBezTo>
                    <a:pt x="327835" y="267021"/>
                    <a:pt x="333180" y="265396"/>
                    <a:pt x="338686" y="264749"/>
                  </a:cubicBezTo>
                  <a:cubicBezTo>
                    <a:pt x="343881" y="264021"/>
                    <a:pt x="338388" y="253035"/>
                    <a:pt x="334252" y="25167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902F6DC-A467-0449-8722-90491494580B}"/>
                </a:ext>
              </a:extLst>
            </p:cNvPr>
            <p:cNvSpPr/>
            <p:nvPr/>
          </p:nvSpPr>
          <p:spPr>
            <a:xfrm>
              <a:off x="5206693" y="2049922"/>
              <a:ext cx="711447" cy="330906"/>
            </a:xfrm>
            <a:custGeom>
              <a:avLst/>
              <a:gdLst>
                <a:gd name="connsiteX0" fmla="*/ 705772 w 711446"/>
                <a:gd name="connsiteY0" fmla="*/ 137549 h 330905"/>
                <a:gd name="connsiteX1" fmla="*/ 699618 w 711446"/>
                <a:gd name="connsiteY1" fmla="*/ 137019 h 330905"/>
                <a:gd name="connsiteX2" fmla="*/ 685720 w 711446"/>
                <a:gd name="connsiteY2" fmla="*/ 139600 h 330905"/>
                <a:gd name="connsiteX3" fmla="*/ 677017 w 711446"/>
                <a:gd name="connsiteY3" fmla="*/ 132387 h 330905"/>
                <a:gd name="connsiteX4" fmla="*/ 673278 w 711446"/>
                <a:gd name="connsiteY4" fmla="*/ 125769 h 330905"/>
                <a:gd name="connsiteX5" fmla="*/ 662490 w 711446"/>
                <a:gd name="connsiteY5" fmla="*/ 116900 h 330905"/>
                <a:gd name="connsiteX6" fmla="*/ 651305 w 711446"/>
                <a:gd name="connsiteY6" fmla="*/ 107668 h 330905"/>
                <a:gd name="connsiteX7" fmla="*/ 633966 w 711446"/>
                <a:gd name="connsiteY7" fmla="*/ 112665 h 330905"/>
                <a:gd name="connsiteX8" fmla="*/ 616991 w 711446"/>
                <a:gd name="connsiteY8" fmla="*/ 109984 h 330905"/>
                <a:gd name="connsiteX9" fmla="*/ 603490 w 711446"/>
                <a:gd name="connsiteY9" fmla="*/ 100355 h 330905"/>
                <a:gd name="connsiteX10" fmla="*/ 593563 w 711446"/>
                <a:gd name="connsiteY10" fmla="*/ 111507 h 330905"/>
                <a:gd name="connsiteX11" fmla="*/ 575462 w 711446"/>
                <a:gd name="connsiteY11" fmla="*/ 80302 h 330905"/>
                <a:gd name="connsiteX12" fmla="*/ 543464 w 711446"/>
                <a:gd name="connsiteY12" fmla="*/ 42513 h 330905"/>
                <a:gd name="connsiteX13" fmla="*/ 538467 w 711446"/>
                <a:gd name="connsiteY13" fmla="*/ 29276 h 330905"/>
                <a:gd name="connsiteX14" fmla="*/ 526885 w 711446"/>
                <a:gd name="connsiteY14" fmla="*/ 28118 h 330905"/>
                <a:gd name="connsiteX15" fmla="*/ 511101 w 711446"/>
                <a:gd name="connsiteY15" fmla="*/ 36987 h 330905"/>
                <a:gd name="connsiteX16" fmla="*/ 492206 w 711446"/>
                <a:gd name="connsiteY16" fmla="*/ 44697 h 330905"/>
                <a:gd name="connsiteX17" fmla="*/ 478970 w 711446"/>
                <a:gd name="connsiteY17" fmla="*/ 47774 h 330905"/>
                <a:gd name="connsiteX18" fmla="*/ 485125 w 711446"/>
                <a:gd name="connsiteY18" fmla="*/ 36623 h 330905"/>
                <a:gd name="connsiteX19" fmla="*/ 475859 w 711446"/>
                <a:gd name="connsiteY19" fmla="*/ 35464 h 330905"/>
                <a:gd name="connsiteX20" fmla="*/ 467785 w 711446"/>
                <a:gd name="connsiteY20" fmla="*/ 34306 h 330905"/>
                <a:gd name="connsiteX21" fmla="*/ 462756 w 711446"/>
                <a:gd name="connsiteY21" fmla="*/ 33148 h 330905"/>
                <a:gd name="connsiteX22" fmla="*/ 456137 w 711446"/>
                <a:gd name="connsiteY22" fmla="*/ 28913 h 330905"/>
                <a:gd name="connsiteX23" fmla="*/ 440353 w 711446"/>
                <a:gd name="connsiteY23" fmla="*/ 31593 h 330905"/>
                <a:gd name="connsiteX24" fmla="*/ 442272 w 711446"/>
                <a:gd name="connsiteY24" fmla="*/ 24280 h 330905"/>
                <a:gd name="connsiteX25" fmla="*/ 439195 w 711446"/>
                <a:gd name="connsiteY25" fmla="*/ 11937 h 330905"/>
                <a:gd name="connsiteX26" fmla="*/ 428011 w 711446"/>
                <a:gd name="connsiteY26" fmla="*/ 4988 h 330905"/>
                <a:gd name="connsiteX27" fmla="*/ 414509 w 711446"/>
                <a:gd name="connsiteY27" fmla="*/ 3069 h 330905"/>
                <a:gd name="connsiteX28" fmla="*/ 392935 w 711446"/>
                <a:gd name="connsiteY28" fmla="*/ 8099 h 330905"/>
                <a:gd name="connsiteX29" fmla="*/ 367488 w 711446"/>
                <a:gd name="connsiteY29" fmla="*/ 16570 h 330905"/>
                <a:gd name="connsiteX30" fmla="*/ 342835 w 711446"/>
                <a:gd name="connsiteY30" fmla="*/ 21202 h 330905"/>
                <a:gd name="connsiteX31" fmla="*/ 325099 w 711446"/>
                <a:gd name="connsiteY31" fmla="*/ 26596 h 330905"/>
                <a:gd name="connsiteX32" fmla="*/ 298891 w 711446"/>
                <a:gd name="connsiteY32" fmla="*/ 31990 h 330905"/>
                <a:gd name="connsiteX33" fmla="*/ 278077 w 711446"/>
                <a:gd name="connsiteY33" fmla="*/ 34306 h 330905"/>
                <a:gd name="connsiteX34" fmla="*/ 263418 w 711446"/>
                <a:gd name="connsiteY34" fmla="*/ 35067 h 330905"/>
                <a:gd name="connsiteX35" fmla="*/ 264179 w 711446"/>
                <a:gd name="connsiteY35" fmla="*/ 49726 h 330905"/>
                <a:gd name="connsiteX36" fmla="*/ 279599 w 711446"/>
                <a:gd name="connsiteY36" fmla="*/ 57437 h 330905"/>
                <a:gd name="connsiteX37" fmla="*/ 261102 w 711446"/>
                <a:gd name="connsiteY37" fmla="*/ 60514 h 330905"/>
                <a:gd name="connsiteX38" fmla="*/ 257991 w 711446"/>
                <a:gd name="connsiteY38" fmla="*/ 72824 h 330905"/>
                <a:gd name="connsiteX39" fmla="*/ 247204 w 711446"/>
                <a:gd name="connsiteY39" fmla="*/ 82089 h 330905"/>
                <a:gd name="connsiteX40" fmla="*/ 251836 w 711446"/>
                <a:gd name="connsiteY40" fmla="*/ 91354 h 330905"/>
                <a:gd name="connsiteX41" fmla="*/ 264179 w 711446"/>
                <a:gd name="connsiteY41" fmla="*/ 95193 h 330905"/>
                <a:gd name="connsiteX42" fmla="*/ 268812 w 711446"/>
                <a:gd name="connsiteY42" fmla="*/ 107536 h 330905"/>
                <a:gd name="connsiteX43" fmla="*/ 257991 w 711446"/>
                <a:gd name="connsiteY43" fmla="*/ 113691 h 330905"/>
                <a:gd name="connsiteX44" fmla="*/ 244755 w 711446"/>
                <a:gd name="connsiteY44" fmla="*/ 108297 h 330905"/>
                <a:gd name="connsiteX45" fmla="*/ 238567 w 711446"/>
                <a:gd name="connsiteY45" fmla="*/ 116768 h 330905"/>
                <a:gd name="connsiteX46" fmla="*/ 230096 w 711446"/>
                <a:gd name="connsiteY46" fmla="*/ 111374 h 330905"/>
                <a:gd name="connsiteX47" fmla="*/ 218547 w 711446"/>
                <a:gd name="connsiteY47" fmla="*/ 105980 h 330905"/>
                <a:gd name="connsiteX48" fmla="*/ 201572 w 711446"/>
                <a:gd name="connsiteY48" fmla="*/ 105219 h 330905"/>
                <a:gd name="connsiteX49" fmla="*/ 191645 w 711446"/>
                <a:gd name="connsiteY49" fmla="*/ 104458 h 330905"/>
                <a:gd name="connsiteX50" fmla="*/ 174702 w 711446"/>
                <a:gd name="connsiteY50" fmla="*/ 109852 h 330905"/>
                <a:gd name="connsiteX51" fmla="*/ 158488 w 711446"/>
                <a:gd name="connsiteY51" fmla="*/ 111374 h 330905"/>
                <a:gd name="connsiteX52" fmla="*/ 148561 w 711446"/>
                <a:gd name="connsiteY52" fmla="*/ 111374 h 330905"/>
                <a:gd name="connsiteX53" fmla="*/ 143961 w 711446"/>
                <a:gd name="connsiteY53" fmla="*/ 109058 h 330905"/>
                <a:gd name="connsiteX54" fmla="*/ 129302 w 711446"/>
                <a:gd name="connsiteY54" fmla="*/ 96748 h 330905"/>
                <a:gd name="connsiteX55" fmla="*/ 109249 w 711446"/>
                <a:gd name="connsiteY55" fmla="*/ 90560 h 330905"/>
                <a:gd name="connsiteX56" fmla="*/ 96939 w 711446"/>
                <a:gd name="connsiteY56" fmla="*/ 90560 h 330905"/>
                <a:gd name="connsiteX57" fmla="*/ 87674 w 711446"/>
                <a:gd name="connsiteY57" fmla="*/ 90560 h 330905"/>
                <a:gd name="connsiteX58" fmla="*/ 74438 w 711446"/>
                <a:gd name="connsiteY58" fmla="*/ 94432 h 330905"/>
                <a:gd name="connsiteX59" fmla="*/ 55940 w 711446"/>
                <a:gd name="connsiteY59" fmla="*/ 102903 h 330905"/>
                <a:gd name="connsiteX60" fmla="*/ 46675 w 711446"/>
                <a:gd name="connsiteY60" fmla="*/ 111374 h 330905"/>
                <a:gd name="connsiteX61" fmla="*/ 42042 w 711446"/>
                <a:gd name="connsiteY61" fmla="*/ 120640 h 330905"/>
                <a:gd name="connsiteX62" fmla="*/ 40520 w 711446"/>
                <a:gd name="connsiteY62" fmla="*/ 131427 h 330905"/>
                <a:gd name="connsiteX63" fmla="*/ 26622 w 711446"/>
                <a:gd name="connsiteY63" fmla="*/ 119845 h 330905"/>
                <a:gd name="connsiteX64" fmla="*/ 16695 w 711446"/>
                <a:gd name="connsiteY64" fmla="*/ 126033 h 330905"/>
                <a:gd name="connsiteX65" fmla="*/ 7463 w 711446"/>
                <a:gd name="connsiteY65" fmla="*/ 136821 h 330905"/>
                <a:gd name="connsiteX66" fmla="*/ 12856 w 711446"/>
                <a:gd name="connsiteY66" fmla="*/ 145292 h 330905"/>
                <a:gd name="connsiteX67" fmla="*/ 6701 w 711446"/>
                <a:gd name="connsiteY67" fmla="*/ 150686 h 330905"/>
                <a:gd name="connsiteX68" fmla="*/ 2830 w 711446"/>
                <a:gd name="connsiteY68" fmla="*/ 161473 h 330905"/>
                <a:gd name="connsiteX69" fmla="*/ 12757 w 711446"/>
                <a:gd name="connsiteY69" fmla="*/ 168422 h 330905"/>
                <a:gd name="connsiteX70" fmla="*/ 15834 w 711446"/>
                <a:gd name="connsiteY70" fmla="*/ 177688 h 330905"/>
                <a:gd name="connsiteX71" fmla="*/ 28177 w 711446"/>
                <a:gd name="connsiteY71" fmla="*/ 176894 h 330905"/>
                <a:gd name="connsiteX72" fmla="*/ 38965 w 711446"/>
                <a:gd name="connsiteY72" fmla="*/ 189236 h 330905"/>
                <a:gd name="connsiteX73" fmla="*/ 41281 w 711446"/>
                <a:gd name="connsiteY73" fmla="*/ 200024 h 330905"/>
                <a:gd name="connsiteX74" fmla="*/ 45153 w 711446"/>
                <a:gd name="connsiteY74" fmla="*/ 207734 h 330905"/>
                <a:gd name="connsiteX75" fmla="*/ 50745 w 711446"/>
                <a:gd name="connsiteY75" fmla="*/ 211043 h 330905"/>
                <a:gd name="connsiteX76" fmla="*/ 54054 w 711446"/>
                <a:gd name="connsiteY76" fmla="*/ 208693 h 330905"/>
                <a:gd name="connsiteX77" fmla="*/ 90454 w 711446"/>
                <a:gd name="connsiteY77" fmla="*/ 196880 h 330905"/>
                <a:gd name="connsiteX78" fmla="*/ 117191 w 711446"/>
                <a:gd name="connsiteY78" fmla="*/ 202042 h 330905"/>
                <a:gd name="connsiteX79" fmla="*/ 119242 w 711446"/>
                <a:gd name="connsiteY79" fmla="*/ 227721 h 330905"/>
                <a:gd name="connsiteX80" fmla="*/ 102300 w 711446"/>
                <a:gd name="connsiteY80" fmla="*/ 232353 h 330905"/>
                <a:gd name="connsiteX81" fmla="*/ 80692 w 711446"/>
                <a:gd name="connsiteY81" fmla="*/ 240030 h 330905"/>
                <a:gd name="connsiteX82" fmla="*/ 78111 w 711446"/>
                <a:gd name="connsiteY82" fmla="*/ 249957 h 330905"/>
                <a:gd name="connsiteX83" fmla="*/ 69408 w 711446"/>
                <a:gd name="connsiteY83" fmla="*/ 255583 h 330905"/>
                <a:gd name="connsiteX84" fmla="*/ 82644 w 711446"/>
                <a:gd name="connsiteY84" fmla="*/ 266900 h 330905"/>
                <a:gd name="connsiteX85" fmla="*/ 88303 w 711446"/>
                <a:gd name="connsiteY85" fmla="*/ 280136 h 330905"/>
                <a:gd name="connsiteX86" fmla="*/ 100645 w 711446"/>
                <a:gd name="connsiteY86" fmla="*/ 287317 h 330905"/>
                <a:gd name="connsiteX87" fmla="*/ 108885 w 711446"/>
                <a:gd name="connsiteY87" fmla="*/ 296086 h 330905"/>
                <a:gd name="connsiteX88" fmla="*/ 114511 w 711446"/>
                <a:gd name="connsiteY88" fmla="*/ 317131 h 330905"/>
                <a:gd name="connsiteX89" fmla="*/ 116694 w 711446"/>
                <a:gd name="connsiteY89" fmla="*/ 305384 h 330905"/>
                <a:gd name="connsiteX90" fmla="*/ 134663 w 711446"/>
                <a:gd name="connsiteY90" fmla="*/ 295887 h 330905"/>
                <a:gd name="connsiteX91" fmla="*/ 155940 w 711446"/>
                <a:gd name="connsiteY91" fmla="*/ 312432 h 330905"/>
                <a:gd name="connsiteX92" fmla="*/ 168283 w 711446"/>
                <a:gd name="connsiteY92" fmla="*/ 315179 h 330905"/>
                <a:gd name="connsiteX93" fmla="*/ 170334 w 711446"/>
                <a:gd name="connsiteY93" fmla="*/ 238310 h 330905"/>
                <a:gd name="connsiteX94" fmla="*/ 214311 w 711446"/>
                <a:gd name="connsiteY94" fmla="*/ 226595 h 330905"/>
                <a:gd name="connsiteX95" fmla="*/ 215767 w 711446"/>
                <a:gd name="connsiteY95" fmla="*/ 223684 h 330905"/>
                <a:gd name="connsiteX96" fmla="*/ 231717 w 711446"/>
                <a:gd name="connsiteY96" fmla="*/ 224180 h 330905"/>
                <a:gd name="connsiteX97" fmla="*/ 238898 w 711446"/>
                <a:gd name="connsiteY97" fmla="*/ 215973 h 330905"/>
                <a:gd name="connsiteX98" fmla="*/ 243034 w 711446"/>
                <a:gd name="connsiteY98" fmla="*/ 226232 h 330905"/>
                <a:gd name="connsiteX99" fmla="*/ 252267 w 711446"/>
                <a:gd name="connsiteY99" fmla="*/ 249031 h 330905"/>
                <a:gd name="connsiteX100" fmla="*/ 272584 w 711446"/>
                <a:gd name="connsiteY100" fmla="*/ 271268 h 330905"/>
                <a:gd name="connsiteX101" fmla="*/ 295251 w 711446"/>
                <a:gd name="connsiteY101" fmla="*/ 269878 h 330905"/>
                <a:gd name="connsiteX102" fmla="*/ 330261 w 711446"/>
                <a:gd name="connsiteY102" fmla="*/ 271268 h 330905"/>
                <a:gd name="connsiteX103" fmla="*/ 343960 w 711446"/>
                <a:gd name="connsiteY103" fmla="*/ 281526 h 330905"/>
                <a:gd name="connsiteX104" fmla="*/ 348097 w 711446"/>
                <a:gd name="connsiteY104" fmla="*/ 298071 h 330905"/>
                <a:gd name="connsiteX105" fmla="*/ 357693 w 711446"/>
                <a:gd name="connsiteY105" fmla="*/ 315940 h 330905"/>
                <a:gd name="connsiteX106" fmla="*/ 372815 w 711446"/>
                <a:gd name="connsiteY106" fmla="*/ 320043 h 330905"/>
                <a:gd name="connsiteX107" fmla="*/ 387210 w 711446"/>
                <a:gd name="connsiteY107" fmla="*/ 328978 h 330905"/>
                <a:gd name="connsiteX108" fmla="*/ 395450 w 711446"/>
                <a:gd name="connsiteY108" fmla="*/ 326231 h 330905"/>
                <a:gd name="connsiteX109" fmla="*/ 413285 w 711446"/>
                <a:gd name="connsiteY109" fmla="*/ 312499 h 330905"/>
                <a:gd name="connsiteX110" fmla="*/ 423212 w 711446"/>
                <a:gd name="connsiteY110" fmla="*/ 311539 h 330905"/>
                <a:gd name="connsiteX111" fmla="*/ 428474 w 711446"/>
                <a:gd name="connsiteY111" fmla="*/ 301843 h 330905"/>
                <a:gd name="connsiteX112" fmla="*/ 439261 w 711446"/>
                <a:gd name="connsiteY112" fmla="*/ 290030 h 330905"/>
                <a:gd name="connsiteX113" fmla="*/ 462888 w 711446"/>
                <a:gd name="connsiteY113" fmla="*/ 289501 h 330905"/>
                <a:gd name="connsiteX114" fmla="*/ 478308 w 711446"/>
                <a:gd name="connsiteY114" fmla="*/ 286953 h 330905"/>
                <a:gd name="connsiteX115" fmla="*/ 496309 w 711446"/>
                <a:gd name="connsiteY115" fmla="*/ 279739 h 330905"/>
                <a:gd name="connsiteX116" fmla="*/ 519473 w 711446"/>
                <a:gd name="connsiteY116" fmla="*/ 286357 h 330905"/>
                <a:gd name="connsiteX117" fmla="*/ 564178 w 711446"/>
                <a:gd name="connsiteY117" fmla="*/ 288938 h 330905"/>
                <a:gd name="connsiteX118" fmla="*/ 580723 w 711446"/>
                <a:gd name="connsiteY118" fmla="*/ 293571 h 330905"/>
                <a:gd name="connsiteX119" fmla="*/ 595283 w 711446"/>
                <a:gd name="connsiteY119" fmla="*/ 299196 h 330905"/>
                <a:gd name="connsiteX120" fmla="*/ 594853 w 711446"/>
                <a:gd name="connsiteY120" fmla="*/ 292148 h 330905"/>
                <a:gd name="connsiteX121" fmla="*/ 604118 w 711446"/>
                <a:gd name="connsiteY121" fmla="*/ 278912 h 330905"/>
                <a:gd name="connsiteX122" fmla="*/ 597169 w 711446"/>
                <a:gd name="connsiteY122" fmla="*/ 259653 h 330905"/>
                <a:gd name="connsiteX123" fmla="*/ 593298 w 711446"/>
                <a:gd name="connsiteY123" fmla="*/ 244597 h 330905"/>
                <a:gd name="connsiteX124" fmla="*/ 603225 w 711446"/>
                <a:gd name="connsiteY124" fmla="*/ 237813 h 330905"/>
                <a:gd name="connsiteX125" fmla="*/ 619605 w 711446"/>
                <a:gd name="connsiteY125" fmla="*/ 234504 h 330905"/>
                <a:gd name="connsiteX126" fmla="*/ 632047 w 711446"/>
                <a:gd name="connsiteY126" fmla="*/ 237813 h 330905"/>
                <a:gd name="connsiteX127" fmla="*/ 632047 w 711446"/>
                <a:gd name="connsiteY127" fmla="*/ 229640 h 330905"/>
                <a:gd name="connsiteX128" fmla="*/ 642702 w 711446"/>
                <a:gd name="connsiteY128" fmla="*/ 196185 h 330905"/>
                <a:gd name="connsiteX129" fmla="*/ 654449 w 711446"/>
                <a:gd name="connsiteY129" fmla="*/ 196185 h 330905"/>
                <a:gd name="connsiteX130" fmla="*/ 670465 w 711446"/>
                <a:gd name="connsiteY130" fmla="*/ 197608 h 330905"/>
                <a:gd name="connsiteX131" fmla="*/ 687010 w 711446"/>
                <a:gd name="connsiteY131" fmla="*/ 191553 h 330905"/>
                <a:gd name="connsiteX132" fmla="*/ 684495 w 711446"/>
                <a:gd name="connsiteY132" fmla="*/ 177688 h 330905"/>
                <a:gd name="connsiteX133" fmla="*/ 695878 w 711446"/>
                <a:gd name="connsiteY133" fmla="*/ 164451 h 330905"/>
                <a:gd name="connsiteX134" fmla="*/ 703357 w 711446"/>
                <a:gd name="connsiteY134" fmla="*/ 154855 h 330905"/>
                <a:gd name="connsiteX135" fmla="*/ 709380 w 711446"/>
                <a:gd name="connsiteY135" fmla="*/ 143671 h 330905"/>
                <a:gd name="connsiteX136" fmla="*/ 705773 w 711446"/>
                <a:gd name="connsiteY136" fmla="*/ 137549 h 330905"/>
                <a:gd name="connsiteX137" fmla="*/ 265900 w 711446"/>
                <a:gd name="connsiteY137" fmla="*/ 212863 h 330905"/>
                <a:gd name="connsiteX138" fmla="*/ 241843 w 711446"/>
                <a:gd name="connsiteY138" fmla="*/ 206245 h 330905"/>
                <a:gd name="connsiteX139" fmla="*/ 265900 w 711446"/>
                <a:gd name="connsiteY139" fmla="*/ 212863 h 330905"/>
                <a:gd name="connsiteX140" fmla="*/ 557758 w 711446"/>
                <a:gd name="connsiteY140" fmla="*/ 211010 h 330905"/>
                <a:gd name="connsiteX141" fmla="*/ 498659 w 711446"/>
                <a:gd name="connsiteY141" fmla="*/ 217628 h 330905"/>
                <a:gd name="connsiteX142" fmla="*/ 489393 w 711446"/>
                <a:gd name="connsiteY142" fmla="*/ 239732 h 330905"/>
                <a:gd name="connsiteX143" fmla="*/ 487342 w 711446"/>
                <a:gd name="connsiteY143" fmla="*/ 211473 h 330905"/>
                <a:gd name="connsiteX144" fmla="*/ 532047 w 711446"/>
                <a:gd name="connsiteY144" fmla="*/ 204855 h 330905"/>
                <a:gd name="connsiteX145" fmla="*/ 575760 w 711446"/>
                <a:gd name="connsiteY145" fmla="*/ 202803 h 330905"/>
                <a:gd name="connsiteX146" fmla="*/ 557758 w 711446"/>
                <a:gd name="connsiteY146" fmla="*/ 211010 h 3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711446" h="330905">
                  <a:moveTo>
                    <a:pt x="705772" y="137549"/>
                  </a:moveTo>
                  <a:cubicBezTo>
                    <a:pt x="705276" y="133942"/>
                    <a:pt x="702166" y="135497"/>
                    <a:pt x="699618" y="137019"/>
                  </a:cubicBezTo>
                  <a:cubicBezTo>
                    <a:pt x="695163" y="138657"/>
                    <a:pt x="690465" y="139530"/>
                    <a:pt x="685720" y="139600"/>
                  </a:cubicBezTo>
                  <a:cubicBezTo>
                    <a:pt x="682642" y="139600"/>
                    <a:pt x="677017" y="135497"/>
                    <a:pt x="677017" y="132387"/>
                  </a:cubicBezTo>
                  <a:cubicBezTo>
                    <a:pt x="677017" y="129276"/>
                    <a:pt x="676355" y="125769"/>
                    <a:pt x="673278" y="125769"/>
                  </a:cubicBezTo>
                  <a:cubicBezTo>
                    <a:pt x="670200" y="125769"/>
                    <a:pt x="665567" y="124213"/>
                    <a:pt x="662490" y="116900"/>
                  </a:cubicBezTo>
                  <a:cubicBezTo>
                    <a:pt x="659413" y="109587"/>
                    <a:pt x="654780" y="109587"/>
                    <a:pt x="651305" y="107668"/>
                  </a:cubicBezTo>
                  <a:cubicBezTo>
                    <a:pt x="647831" y="105749"/>
                    <a:pt x="638069" y="111143"/>
                    <a:pt x="633966" y="112665"/>
                  </a:cubicBezTo>
                  <a:cubicBezTo>
                    <a:pt x="629863" y="114187"/>
                    <a:pt x="622384" y="111143"/>
                    <a:pt x="616991" y="109984"/>
                  </a:cubicBezTo>
                  <a:cubicBezTo>
                    <a:pt x="611597" y="108826"/>
                    <a:pt x="608519" y="99197"/>
                    <a:pt x="603490" y="100355"/>
                  </a:cubicBezTo>
                  <a:cubicBezTo>
                    <a:pt x="598460" y="101513"/>
                    <a:pt x="597335" y="111507"/>
                    <a:pt x="593563" y="111507"/>
                  </a:cubicBezTo>
                  <a:cubicBezTo>
                    <a:pt x="589790" y="111507"/>
                    <a:pt x="582775" y="91652"/>
                    <a:pt x="575462" y="80302"/>
                  </a:cubicBezTo>
                  <a:cubicBezTo>
                    <a:pt x="568149" y="68952"/>
                    <a:pt x="555045" y="46781"/>
                    <a:pt x="543464" y="42513"/>
                  </a:cubicBezTo>
                  <a:cubicBezTo>
                    <a:pt x="531882" y="38244"/>
                    <a:pt x="535356" y="32586"/>
                    <a:pt x="538467" y="29276"/>
                  </a:cubicBezTo>
                  <a:cubicBezTo>
                    <a:pt x="541577" y="25967"/>
                    <a:pt x="531518" y="25438"/>
                    <a:pt x="526885" y="28118"/>
                  </a:cubicBezTo>
                  <a:cubicBezTo>
                    <a:pt x="522252" y="30799"/>
                    <a:pt x="516495" y="35828"/>
                    <a:pt x="511101" y="36987"/>
                  </a:cubicBezTo>
                  <a:cubicBezTo>
                    <a:pt x="505707" y="38145"/>
                    <a:pt x="497865" y="46649"/>
                    <a:pt x="492206" y="44697"/>
                  </a:cubicBezTo>
                  <a:cubicBezTo>
                    <a:pt x="486547" y="42744"/>
                    <a:pt x="483702" y="52010"/>
                    <a:pt x="478970" y="47774"/>
                  </a:cubicBezTo>
                  <a:cubicBezTo>
                    <a:pt x="474238" y="43539"/>
                    <a:pt x="485125" y="40461"/>
                    <a:pt x="485125" y="36623"/>
                  </a:cubicBezTo>
                  <a:cubicBezTo>
                    <a:pt x="485125" y="32784"/>
                    <a:pt x="477812" y="37781"/>
                    <a:pt x="475859" y="35464"/>
                  </a:cubicBezTo>
                  <a:cubicBezTo>
                    <a:pt x="473907" y="33148"/>
                    <a:pt x="467785" y="30832"/>
                    <a:pt x="467785" y="34306"/>
                  </a:cubicBezTo>
                  <a:cubicBezTo>
                    <a:pt x="467785" y="37781"/>
                    <a:pt x="462756" y="35828"/>
                    <a:pt x="462756" y="33148"/>
                  </a:cubicBezTo>
                  <a:cubicBezTo>
                    <a:pt x="462756" y="30468"/>
                    <a:pt x="459447" y="25438"/>
                    <a:pt x="456137" y="28913"/>
                  </a:cubicBezTo>
                  <a:cubicBezTo>
                    <a:pt x="452828" y="32387"/>
                    <a:pt x="442669" y="34306"/>
                    <a:pt x="440353" y="31593"/>
                  </a:cubicBezTo>
                  <a:cubicBezTo>
                    <a:pt x="438037" y="28879"/>
                    <a:pt x="441875" y="27754"/>
                    <a:pt x="442272" y="24280"/>
                  </a:cubicBezTo>
                  <a:cubicBezTo>
                    <a:pt x="442669" y="20805"/>
                    <a:pt x="438434" y="16173"/>
                    <a:pt x="439195" y="11937"/>
                  </a:cubicBezTo>
                  <a:cubicBezTo>
                    <a:pt x="439956" y="7701"/>
                    <a:pt x="431849" y="3466"/>
                    <a:pt x="428011" y="4988"/>
                  </a:cubicBezTo>
                  <a:cubicBezTo>
                    <a:pt x="424172" y="6510"/>
                    <a:pt x="418745" y="4988"/>
                    <a:pt x="414509" y="3069"/>
                  </a:cubicBezTo>
                  <a:cubicBezTo>
                    <a:pt x="410274" y="1150"/>
                    <a:pt x="393696" y="4227"/>
                    <a:pt x="392935" y="8099"/>
                  </a:cubicBezTo>
                  <a:cubicBezTo>
                    <a:pt x="392173" y="11970"/>
                    <a:pt x="371359" y="15014"/>
                    <a:pt x="367488" y="16570"/>
                  </a:cubicBezTo>
                  <a:cubicBezTo>
                    <a:pt x="359374" y="18622"/>
                    <a:pt x="351141" y="20169"/>
                    <a:pt x="342835" y="21202"/>
                  </a:cubicBezTo>
                  <a:cubicBezTo>
                    <a:pt x="337409" y="21963"/>
                    <a:pt x="332015" y="26596"/>
                    <a:pt x="325099" y="26596"/>
                  </a:cubicBezTo>
                  <a:cubicBezTo>
                    <a:pt x="318183" y="26596"/>
                    <a:pt x="305046" y="27357"/>
                    <a:pt x="298891" y="31990"/>
                  </a:cubicBezTo>
                  <a:cubicBezTo>
                    <a:pt x="292736" y="36623"/>
                    <a:pt x="282677" y="32751"/>
                    <a:pt x="278077" y="34306"/>
                  </a:cubicBezTo>
                  <a:cubicBezTo>
                    <a:pt x="273477" y="35862"/>
                    <a:pt x="265734" y="33512"/>
                    <a:pt x="263418" y="35067"/>
                  </a:cubicBezTo>
                  <a:cubicBezTo>
                    <a:pt x="261102" y="36623"/>
                    <a:pt x="261863" y="45855"/>
                    <a:pt x="264179" y="49726"/>
                  </a:cubicBezTo>
                  <a:cubicBezTo>
                    <a:pt x="266495" y="53598"/>
                    <a:pt x="278838" y="55120"/>
                    <a:pt x="279599" y="57437"/>
                  </a:cubicBezTo>
                  <a:cubicBezTo>
                    <a:pt x="280360" y="59753"/>
                    <a:pt x="267256" y="59720"/>
                    <a:pt x="261102" y="60514"/>
                  </a:cubicBezTo>
                  <a:cubicBezTo>
                    <a:pt x="254947" y="61308"/>
                    <a:pt x="256469" y="68985"/>
                    <a:pt x="257991" y="72824"/>
                  </a:cubicBezTo>
                  <a:cubicBezTo>
                    <a:pt x="259513" y="76662"/>
                    <a:pt x="251836" y="80567"/>
                    <a:pt x="247204" y="82089"/>
                  </a:cubicBezTo>
                  <a:cubicBezTo>
                    <a:pt x="242571" y="83611"/>
                    <a:pt x="247204" y="91354"/>
                    <a:pt x="251836" y="91354"/>
                  </a:cubicBezTo>
                  <a:cubicBezTo>
                    <a:pt x="256469" y="91354"/>
                    <a:pt x="260341" y="95193"/>
                    <a:pt x="264179" y="95193"/>
                  </a:cubicBezTo>
                  <a:cubicBezTo>
                    <a:pt x="268018" y="95193"/>
                    <a:pt x="268812" y="102903"/>
                    <a:pt x="268812" y="107536"/>
                  </a:cubicBezTo>
                  <a:cubicBezTo>
                    <a:pt x="268812" y="112168"/>
                    <a:pt x="264179" y="113691"/>
                    <a:pt x="257991" y="113691"/>
                  </a:cubicBezTo>
                  <a:cubicBezTo>
                    <a:pt x="251803" y="113691"/>
                    <a:pt x="248759" y="109058"/>
                    <a:pt x="244755" y="108297"/>
                  </a:cubicBezTo>
                  <a:cubicBezTo>
                    <a:pt x="240751" y="107536"/>
                    <a:pt x="241644" y="115246"/>
                    <a:pt x="238567" y="116768"/>
                  </a:cubicBezTo>
                  <a:cubicBezTo>
                    <a:pt x="235489" y="118290"/>
                    <a:pt x="234728" y="111374"/>
                    <a:pt x="230096" y="111374"/>
                  </a:cubicBezTo>
                  <a:cubicBezTo>
                    <a:pt x="225463" y="111374"/>
                    <a:pt x="220169" y="110613"/>
                    <a:pt x="218547" y="105980"/>
                  </a:cubicBezTo>
                  <a:cubicBezTo>
                    <a:pt x="216926" y="101348"/>
                    <a:pt x="206204" y="100587"/>
                    <a:pt x="201572" y="105219"/>
                  </a:cubicBezTo>
                  <a:cubicBezTo>
                    <a:pt x="196939" y="109852"/>
                    <a:pt x="195384" y="107536"/>
                    <a:pt x="191645" y="104458"/>
                  </a:cubicBezTo>
                  <a:cubicBezTo>
                    <a:pt x="187905" y="101381"/>
                    <a:pt x="176225" y="105980"/>
                    <a:pt x="174702" y="109852"/>
                  </a:cubicBezTo>
                  <a:cubicBezTo>
                    <a:pt x="173180" y="113724"/>
                    <a:pt x="164775" y="115246"/>
                    <a:pt x="158488" y="111374"/>
                  </a:cubicBezTo>
                  <a:cubicBezTo>
                    <a:pt x="152201" y="107503"/>
                    <a:pt x="148561" y="105980"/>
                    <a:pt x="148561" y="111374"/>
                  </a:cubicBezTo>
                  <a:cubicBezTo>
                    <a:pt x="148561" y="116768"/>
                    <a:pt x="143961" y="112135"/>
                    <a:pt x="143961" y="109058"/>
                  </a:cubicBezTo>
                  <a:cubicBezTo>
                    <a:pt x="143961" y="105980"/>
                    <a:pt x="134034" y="99826"/>
                    <a:pt x="129302" y="96748"/>
                  </a:cubicBezTo>
                  <a:cubicBezTo>
                    <a:pt x="124570" y="93671"/>
                    <a:pt x="110010" y="93671"/>
                    <a:pt x="109249" y="90560"/>
                  </a:cubicBezTo>
                  <a:cubicBezTo>
                    <a:pt x="108488" y="87450"/>
                    <a:pt x="99322" y="85166"/>
                    <a:pt x="96939" y="90560"/>
                  </a:cubicBezTo>
                  <a:cubicBezTo>
                    <a:pt x="94557" y="95954"/>
                    <a:pt x="90751" y="92116"/>
                    <a:pt x="87674" y="90560"/>
                  </a:cubicBezTo>
                  <a:cubicBezTo>
                    <a:pt x="84597" y="89005"/>
                    <a:pt x="77747" y="92877"/>
                    <a:pt x="74438" y="94432"/>
                  </a:cubicBezTo>
                  <a:cubicBezTo>
                    <a:pt x="71129" y="95987"/>
                    <a:pt x="61202" y="102903"/>
                    <a:pt x="55940" y="102903"/>
                  </a:cubicBezTo>
                  <a:cubicBezTo>
                    <a:pt x="50679" y="102903"/>
                    <a:pt x="53591" y="109852"/>
                    <a:pt x="46675" y="111374"/>
                  </a:cubicBezTo>
                  <a:cubicBezTo>
                    <a:pt x="39759" y="112896"/>
                    <a:pt x="41281" y="117562"/>
                    <a:pt x="42042" y="120640"/>
                  </a:cubicBezTo>
                  <a:cubicBezTo>
                    <a:pt x="42803" y="123717"/>
                    <a:pt x="46675" y="129111"/>
                    <a:pt x="40520" y="131427"/>
                  </a:cubicBezTo>
                  <a:cubicBezTo>
                    <a:pt x="34365" y="133743"/>
                    <a:pt x="32016" y="123717"/>
                    <a:pt x="26622" y="119845"/>
                  </a:cubicBezTo>
                  <a:cubicBezTo>
                    <a:pt x="21228" y="115974"/>
                    <a:pt x="16695" y="120640"/>
                    <a:pt x="16695" y="126033"/>
                  </a:cubicBezTo>
                  <a:cubicBezTo>
                    <a:pt x="16695" y="131427"/>
                    <a:pt x="10540" y="131427"/>
                    <a:pt x="7463" y="136821"/>
                  </a:cubicBezTo>
                  <a:cubicBezTo>
                    <a:pt x="4385" y="142215"/>
                    <a:pt x="12856" y="142976"/>
                    <a:pt x="12856" y="145292"/>
                  </a:cubicBezTo>
                  <a:cubicBezTo>
                    <a:pt x="12856" y="147608"/>
                    <a:pt x="8224" y="149925"/>
                    <a:pt x="6701" y="150686"/>
                  </a:cubicBezTo>
                  <a:cubicBezTo>
                    <a:pt x="5179" y="151447"/>
                    <a:pt x="1308" y="159190"/>
                    <a:pt x="2830" y="161473"/>
                  </a:cubicBezTo>
                  <a:cubicBezTo>
                    <a:pt x="4352" y="163757"/>
                    <a:pt x="13618" y="163029"/>
                    <a:pt x="12757" y="168422"/>
                  </a:cubicBezTo>
                  <a:cubicBezTo>
                    <a:pt x="11897" y="173816"/>
                    <a:pt x="11202" y="179210"/>
                    <a:pt x="15834" y="177688"/>
                  </a:cubicBezTo>
                  <a:cubicBezTo>
                    <a:pt x="19869" y="176693"/>
                    <a:pt x="24048" y="176424"/>
                    <a:pt x="28177" y="176894"/>
                  </a:cubicBezTo>
                  <a:cubicBezTo>
                    <a:pt x="31255" y="176894"/>
                    <a:pt x="33571" y="183081"/>
                    <a:pt x="38965" y="189236"/>
                  </a:cubicBezTo>
                  <a:cubicBezTo>
                    <a:pt x="44358" y="195391"/>
                    <a:pt x="46675" y="198502"/>
                    <a:pt x="41281" y="200024"/>
                  </a:cubicBezTo>
                  <a:cubicBezTo>
                    <a:pt x="35887" y="201546"/>
                    <a:pt x="38204" y="204656"/>
                    <a:pt x="45153" y="207734"/>
                  </a:cubicBezTo>
                  <a:cubicBezTo>
                    <a:pt x="47115" y="208661"/>
                    <a:pt x="48988" y="209768"/>
                    <a:pt x="50745" y="211043"/>
                  </a:cubicBezTo>
                  <a:cubicBezTo>
                    <a:pt x="51894" y="210327"/>
                    <a:pt x="52999" y="209542"/>
                    <a:pt x="54054" y="208693"/>
                  </a:cubicBezTo>
                  <a:cubicBezTo>
                    <a:pt x="62757" y="201016"/>
                    <a:pt x="78706" y="193803"/>
                    <a:pt x="90454" y="196880"/>
                  </a:cubicBezTo>
                  <a:cubicBezTo>
                    <a:pt x="102201" y="199958"/>
                    <a:pt x="112062" y="194829"/>
                    <a:pt x="117191" y="202042"/>
                  </a:cubicBezTo>
                  <a:cubicBezTo>
                    <a:pt x="122320" y="209256"/>
                    <a:pt x="117191" y="222592"/>
                    <a:pt x="119242" y="227721"/>
                  </a:cubicBezTo>
                  <a:cubicBezTo>
                    <a:pt x="121294" y="232850"/>
                    <a:pt x="109977" y="233379"/>
                    <a:pt x="102300" y="232353"/>
                  </a:cubicBezTo>
                  <a:cubicBezTo>
                    <a:pt x="94623" y="231327"/>
                    <a:pt x="78640" y="235431"/>
                    <a:pt x="80692" y="240030"/>
                  </a:cubicBezTo>
                  <a:cubicBezTo>
                    <a:pt x="82744" y="244630"/>
                    <a:pt x="88402" y="255484"/>
                    <a:pt x="78111" y="249957"/>
                  </a:cubicBezTo>
                  <a:cubicBezTo>
                    <a:pt x="67820" y="244431"/>
                    <a:pt x="63749" y="255583"/>
                    <a:pt x="69408" y="255583"/>
                  </a:cubicBezTo>
                  <a:cubicBezTo>
                    <a:pt x="75067" y="255583"/>
                    <a:pt x="82644" y="262201"/>
                    <a:pt x="82644" y="266900"/>
                  </a:cubicBezTo>
                  <a:cubicBezTo>
                    <a:pt x="82644" y="271599"/>
                    <a:pt x="83174" y="281824"/>
                    <a:pt x="88303" y="280136"/>
                  </a:cubicBezTo>
                  <a:cubicBezTo>
                    <a:pt x="93432" y="278448"/>
                    <a:pt x="93465" y="287846"/>
                    <a:pt x="100645" y="287317"/>
                  </a:cubicBezTo>
                  <a:cubicBezTo>
                    <a:pt x="107826" y="286787"/>
                    <a:pt x="114511" y="289401"/>
                    <a:pt x="108885" y="296086"/>
                  </a:cubicBezTo>
                  <a:cubicBezTo>
                    <a:pt x="103260" y="302770"/>
                    <a:pt x="112459" y="321268"/>
                    <a:pt x="114511" y="317131"/>
                  </a:cubicBezTo>
                  <a:cubicBezTo>
                    <a:pt x="115801" y="314550"/>
                    <a:pt x="114511" y="308925"/>
                    <a:pt x="116694" y="305384"/>
                  </a:cubicBezTo>
                  <a:cubicBezTo>
                    <a:pt x="112690" y="295920"/>
                    <a:pt x="129732" y="295887"/>
                    <a:pt x="134663" y="295887"/>
                  </a:cubicBezTo>
                  <a:cubicBezTo>
                    <a:pt x="140156" y="295887"/>
                    <a:pt x="149752" y="304127"/>
                    <a:pt x="155940" y="312432"/>
                  </a:cubicBezTo>
                  <a:cubicBezTo>
                    <a:pt x="162128" y="320738"/>
                    <a:pt x="168283" y="315179"/>
                    <a:pt x="168283" y="315179"/>
                  </a:cubicBezTo>
                  <a:lnTo>
                    <a:pt x="170334" y="238310"/>
                  </a:lnTo>
                  <a:lnTo>
                    <a:pt x="214311" y="226595"/>
                  </a:lnTo>
                  <a:cubicBezTo>
                    <a:pt x="214690" y="225575"/>
                    <a:pt x="215177" y="224598"/>
                    <a:pt x="215767" y="223684"/>
                  </a:cubicBezTo>
                  <a:cubicBezTo>
                    <a:pt x="221426" y="215444"/>
                    <a:pt x="229004" y="222261"/>
                    <a:pt x="231717" y="224180"/>
                  </a:cubicBezTo>
                  <a:cubicBezTo>
                    <a:pt x="234431" y="226099"/>
                    <a:pt x="232710" y="215477"/>
                    <a:pt x="238898" y="215973"/>
                  </a:cubicBezTo>
                  <a:cubicBezTo>
                    <a:pt x="245086" y="216470"/>
                    <a:pt x="238368" y="226232"/>
                    <a:pt x="243034" y="226232"/>
                  </a:cubicBezTo>
                  <a:cubicBezTo>
                    <a:pt x="246608" y="226232"/>
                    <a:pt x="254847" y="239004"/>
                    <a:pt x="252267" y="249031"/>
                  </a:cubicBezTo>
                  <a:cubicBezTo>
                    <a:pt x="259116" y="254689"/>
                    <a:pt x="271492" y="267926"/>
                    <a:pt x="272584" y="271268"/>
                  </a:cubicBezTo>
                  <a:cubicBezTo>
                    <a:pt x="273974" y="275371"/>
                    <a:pt x="291810" y="268521"/>
                    <a:pt x="295251" y="269878"/>
                  </a:cubicBezTo>
                  <a:cubicBezTo>
                    <a:pt x="298692" y="271235"/>
                    <a:pt x="325430" y="271268"/>
                    <a:pt x="330261" y="271268"/>
                  </a:cubicBezTo>
                  <a:cubicBezTo>
                    <a:pt x="335092" y="271268"/>
                    <a:pt x="338467" y="280169"/>
                    <a:pt x="343960" y="281526"/>
                  </a:cubicBezTo>
                  <a:cubicBezTo>
                    <a:pt x="349454" y="282883"/>
                    <a:pt x="347269" y="291850"/>
                    <a:pt x="348097" y="298071"/>
                  </a:cubicBezTo>
                  <a:cubicBezTo>
                    <a:pt x="348924" y="304292"/>
                    <a:pt x="357031" y="310447"/>
                    <a:pt x="357693" y="315940"/>
                  </a:cubicBezTo>
                  <a:cubicBezTo>
                    <a:pt x="358355" y="321433"/>
                    <a:pt x="367323" y="318686"/>
                    <a:pt x="372815" y="320043"/>
                  </a:cubicBezTo>
                  <a:cubicBezTo>
                    <a:pt x="378308" y="321400"/>
                    <a:pt x="386515" y="323352"/>
                    <a:pt x="387210" y="328978"/>
                  </a:cubicBezTo>
                  <a:cubicBezTo>
                    <a:pt x="387905" y="334603"/>
                    <a:pt x="394754" y="330334"/>
                    <a:pt x="395450" y="326231"/>
                  </a:cubicBezTo>
                  <a:cubicBezTo>
                    <a:pt x="396144" y="322128"/>
                    <a:pt x="402994" y="316635"/>
                    <a:pt x="413285" y="312499"/>
                  </a:cubicBezTo>
                  <a:cubicBezTo>
                    <a:pt x="416349" y="310920"/>
                    <a:pt x="419902" y="310577"/>
                    <a:pt x="423212" y="311539"/>
                  </a:cubicBezTo>
                  <a:cubicBezTo>
                    <a:pt x="425132" y="306608"/>
                    <a:pt x="427084" y="302439"/>
                    <a:pt x="428474" y="301843"/>
                  </a:cubicBezTo>
                  <a:cubicBezTo>
                    <a:pt x="432047" y="300321"/>
                    <a:pt x="438732" y="295225"/>
                    <a:pt x="439261" y="290030"/>
                  </a:cubicBezTo>
                  <a:cubicBezTo>
                    <a:pt x="439791" y="284835"/>
                    <a:pt x="453656" y="284901"/>
                    <a:pt x="462888" y="289501"/>
                  </a:cubicBezTo>
                  <a:cubicBezTo>
                    <a:pt x="472120" y="294100"/>
                    <a:pt x="477812" y="294166"/>
                    <a:pt x="478308" y="286953"/>
                  </a:cubicBezTo>
                  <a:cubicBezTo>
                    <a:pt x="478804" y="279739"/>
                    <a:pt x="492173" y="277687"/>
                    <a:pt x="496309" y="279739"/>
                  </a:cubicBezTo>
                  <a:cubicBezTo>
                    <a:pt x="500446" y="281791"/>
                    <a:pt x="513252" y="289004"/>
                    <a:pt x="519473" y="286357"/>
                  </a:cubicBezTo>
                  <a:cubicBezTo>
                    <a:pt x="525694" y="283710"/>
                    <a:pt x="556468" y="286886"/>
                    <a:pt x="564178" y="288938"/>
                  </a:cubicBezTo>
                  <a:cubicBezTo>
                    <a:pt x="571888" y="290990"/>
                    <a:pt x="573940" y="285861"/>
                    <a:pt x="580723" y="293571"/>
                  </a:cubicBezTo>
                  <a:cubicBezTo>
                    <a:pt x="586316" y="300023"/>
                    <a:pt x="589062" y="294233"/>
                    <a:pt x="595283" y="299196"/>
                  </a:cubicBezTo>
                  <a:cubicBezTo>
                    <a:pt x="595283" y="297244"/>
                    <a:pt x="594853" y="294762"/>
                    <a:pt x="594853" y="292148"/>
                  </a:cubicBezTo>
                  <a:cubicBezTo>
                    <a:pt x="594853" y="287151"/>
                    <a:pt x="602563" y="282883"/>
                    <a:pt x="604118" y="278912"/>
                  </a:cubicBezTo>
                  <a:cubicBezTo>
                    <a:pt x="605673" y="274941"/>
                    <a:pt x="597169" y="263491"/>
                    <a:pt x="597169" y="259653"/>
                  </a:cubicBezTo>
                  <a:cubicBezTo>
                    <a:pt x="597169" y="255814"/>
                    <a:pt x="597169" y="246417"/>
                    <a:pt x="593298" y="244597"/>
                  </a:cubicBezTo>
                  <a:cubicBezTo>
                    <a:pt x="589426" y="242777"/>
                    <a:pt x="600644" y="237681"/>
                    <a:pt x="603225" y="237813"/>
                  </a:cubicBezTo>
                  <a:cubicBezTo>
                    <a:pt x="608949" y="238078"/>
                    <a:pt x="617090" y="232122"/>
                    <a:pt x="619605" y="234504"/>
                  </a:cubicBezTo>
                  <a:cubicBezTo>
                    <a:pt x="622120" y="236887"/>
                    <a:pt x="627050" y="237813"/>
                    <a:pt x="632047" y="237813"/>
                  </a:cubicBezTo>
                  <a:cubicBezTo>
                    <a:pt x="637043" y="237813"/>
                    <a:pt x="634893" y="232122"/>
                    <a:pt x="632047" y="229640"/>
                  </a:cubicBezTo>
                  <a:cubicBezTo>
                    <a:pt x="629201" y="227158"/>
                    <a:pt x="640948" y="204028"/>
                    <a:pt x="642702" y="196185"/>
                  </a:cubicBezTo>
                  <a:cubicBezTo>
                    <a:pt x="644456" y="188343"/>
                    <a:pt x="648757" y="195490"/>
                    <a:pt x="654449" y="196185"/>
                  </a:cubicBezTo>
                  <a:cubicBezTo>
                    <a:pt x="660141" y="196880"/>
                    <a:pt x="666891" y="195821"/>
                    <a:pt x="670465" y="197608"/>
                  </a:cubicBezTo>
                  <a:cubicBezTo>
                    <a:pt x="674039" y="199395"/>
                    <a:pt x="684330" y="195490"/>
                    <a:pt x="687010" y="191553"/>
                  </a:cubicBezTo>
                  <a:cubicBezTo>
                    <a:pt x="689690" y="187615"/>
                    <a:pt x="684131" y="186589"/>
                    <a:pt x="684495" y="177688"/>
                  </a:cubicBezTo>
                  <a:cubicBezTo>
                    <a:pt x="684859" y="168786"/>
                    <a:pt x="690187" y="164451"/>
                    <a:pt x="695878" y="164451"/>
                  </a:cubicBezTo>
                  <a:cubicBezTo>
                    <a:pt x="701570" y="164451"/>
                    <a:pt x="703357" y="159124"/>
                    <a:pt x="703357" y="154855"/>
                  </a:cubicBezTo>
                  <a:cubicBezTo>
                    <a:pt x="703357" y="150586"/>
                    <a:pt x="707990" y="148568"/>
                    <a:pt x="709380" y="143671"/>
                  </a:cubicBezTo>
                  <a:cubicBezTo>
                    <a:pt x="707674" y="141971"/>
                    <a:pt x="706432" y="139864"/>
                    <a:pt x="705773" y="137549"/>
                  </a:cubicBezTo>
                  <a:close/>
                  <a:moveTo>
                    <a:pt x="265900" y="212863"/>
                  </a:moveTo>
                  <a:cubicBezTo>
                    <a:pt x="263848" y="215676"/>
                    <a:pt x="243531" y="210414"/>
                    <a:pt x="241843" y="206245"/>
                  </a:cubicBezTo>
                  <a:cubicBezTo>
                    <a:pt x="240155" y="202075"/>
                    <a:pt x="270334" y="206807"/>
                    <a:pt x="265900" y="212863"/>
                  </a:cubicBezTo>
                  <a:close/>
                  <a:moveTo>
                    <a:pt x="557758" y="211010"/>
                  </a:moveTo>
                  <a:cubicBezTo>
                    <a:pt x="543364" y="211010"/>
                    <a:pt x="511432" y="203829"/>
                    <a:pt x="498659" y="217628"/>
                  </a:cubicBezTo>
                  <a:cubicBezTo>
                    <a:pt x="485886" y="231427"/>
                    <a:pt x="495052" y="238707"/>
                    <a:pt x="489393" y="239732"/>
                  </a:cubicBezTo>
                  <a:cubicBezTo>
                    <a:pt x="483735" y="240758"/>
                    <a:pt x="480161" y="218654"/>
                    <a:pt x="487342" y="211473"/>
                  </a:cubicBezTo>
                  <a:cubicBezTo>
                    <a:pt x="494522" y="204292"/>
                    <a:pt x="517686" y="201215"/>
                    <a:pt x="532047" y="204855"/>
                  </a:cubicBezTo>
                  <a:cubicBezTo>
                    <a:pt x="546409" y="208495"/>
                    <a:pt x="572153" y="201778"/>
                    <a:pt x="575760" y="202803"/>
                  </a:cubicBezTo>
                  <a:cubicBezTo>
                    <a:pt x="579367" y="203829"/>
                    <a:pt x="572153" y="211010"/>
                    <a:pt x="557758" y="21101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380A5C9-8FC5-B341-9D83-244A2E137FD1}"/>
                </a:ext>
              </a:extLst>
            </p:cNvPr>
            <p:cNvSpPr/>
            <p:nvPr/>
          </p:nvSpPr>
          <p:spPr>
            <a:xfrm>
              <a:off x="5578512" y="2374848"/>
              <a:ext cx="135671" cy="92654"/>
            </a:xfrm>
            <a:custGeom>
              <a:avLst/>
              <a:gdLst>
                <a:gd name="connsiteX0" fmla="*/ 110394 w 135671"/>
                <a:gd name="connsiteY0" fmla="*/ 74105 h 92653"/>
                <a:gd name="connsiteX1" fmla="*/ 117012 w 135671"/>
                <a:gd name="connsiteY1" fmla="*/ 78969 h 92653"/>
                <a:gd name="connsiteX2" fmla="*/ 129156 w 135671"/>
                <a:gd name="connsiteY2" fmla="*/ 82774 h 92653"/>
                <a:gd name="connsiteX3" fmla="*/ 134947 w 135671"/>
                <a:gd name="connsiteY3" fmla="*/ 81715 h 92653"/>
                <a:gd name="connsiteX4" fmla="*/ 131637 w 135671"/>
                <a:gd name="connsiteY4" fmla="*/ 58387 h 92653"/>
                <a:gd name="connsiteX5" fmla="*/ 114464 w 135671"/>
                <a:gd name="connsiteY5" fmla="*/ 47400 h 92653"/>
                <a:gd name="connsiteX6" fmla="*/ 111750 w 135671"/>
                <a:gd name="connsiteY6" fmla="*/ 32311 h 92653"/>
                <a:gd name="connsiteX7" fmla="*/ 89083 w 135671"/>
                <a:gd name="connsiteY7" fmla="*/ 33668 h 92653"/>
                <a:gd name="connsiteX8" fmla="*/ 74689 w 135671"/>
                <a:gd name="connsiteY8" fmla="*/ 30921 h 92653"/>
                <a:gd name="connsiteX9" fmla="*/ 58905 w 135671"/>
                <a:gd name="connsiteY9" fmla="*/ 30260 h 92653"/>
                <a:gd name="connsiteX10" fmla="*/ 34186 w 135671"/>
                <a:gd name="connsiteY10" fmla="*/ 28208 h 92653"/>
                <a:gd name="connsiteX11" fmla="*/ 46529 w 135671"/>
                <a:gd name="connsiteY11" fmla="*/ 17917 h 92653"/>
                <a:gd name="connsiteX12" fmla="*/ 51889 w 135671"/>
                <a:gd name="connsiteY12" fmla="*/ 17917 h 92653"/>
                <a:gd name="connsiteX13" fmla="*/ 58011 w 135671"/>
                <a:gd name="connsiteY13" fmla="*/ 3655 h 92653"/>
                <a:gd name="connsiteX14" fmla="*/ 46198 w 135671"/>
                <a:gd name="connsiteY14" fmla="*/ 6203 h 92653"/>
                <a:gd name="connsiteX15" fmla="*/ 32962 w 135671"/>
                <a:gd name="connsiteY15" fmla="*/ 9313 h 92653"/>
                <a:gd name="connsiteX16" fmla="*/ 24755 w 135671"/>
                <a:gd name="connsiteY16" fmla="*/ 18545 h 92653"/>
                <a:gd name="connsiteX17" fmla="*/ 19096 w 135671"/>
                <a:gd name="connsiteY17" fmla="*/ 28307 h 92653"/>
                <a:gd name="connsiteX18" fmla="*/ 2551 w 135671"/>
                <a:gd name="connsiteY18" fmla="*/ 34495 h 92653"/>
                <a:gd name="connsiteX19" fmla="*/ 13339 w 135671"/>
                <a:gd name="connsiteY19" fmla="*/ 47731 h 92653"/>
                <a:gd name="connsiteX20" fmla="*/ 15423 w 135671"/>
                <a:gd name="connsiteY20" fmla="*/ 63118 h 92653"/>
                <a:gd name="connsiteX21" fmla="*/ 8243 w 135671"/>
                <a:gd name="connsiteY21" fmla="*/ 81285 h 92653"/>
                <a:gd name="connsiteX22" fmla="*/ 16383 w 135671"/>
                <a:gd name="connsiteY22" fmla="*/ 82145 h 92653"/>
                <a:gd name="connsiteX23" fmla="*/ 34219 w 135671"/>
                <a:gd name="connsiteY23" fmla="*/ 77347 h 92653"/>
                <a:gd name="connsiteX24" fmla="*/ 50764 w 135671"/>
                <a:gd name="connsiteY24" fmla="*/ 69108 h 92653"/>
                <a:gd name="connsiteX25" fmla="*/ 66549 w 135671"/>
                <a:gd name="connsiteY25" fmla="*/ 54019 h 92653"/>
                <a:gd name="connsiteX26" fmla="*/ 73398 w 135671"/>
                <a:gd name="connsiteY26" fmla="*/ 68413 h 92653"/>
                <a:gd name="connsiteX27" fmla="*/ 74093 w 135671"/>
                <a:gd name="connsiteY27" fmla="*/ 88995 h 92653"/>
                <a:gd name="connsiteX28" fmla="*/ 82300 w 135671"/>
                <a:gd name="connsiteY28" fmla="*/ 89392 h 92653"/>
                <a:gd name="connsiteX29" fmla="*/ 91565 w 135671"/>
                <a:gd name="connsiteY29" fmla="*/ 86282 h 92653"/>
                <a:gd name="connsiteX30" fmla="*/ 110394 w 135671"/>
                <a:gd name="connsiteY30" fmla="*/ 74105 h 9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5671" h="92653">
                  <a:moveTo>
                    <a:pt x="110394" y="74105"/>
                  </a:moveTo>
                  <a:cubicBezTo>
                    <a:pt x="114265" y="76388"/>
                    <a:pt x="113471" y="79498"/>
                    <a:pt x="117012" y="78969"/>
                  </a:cubicBezTo>
                  <a:cubicBezTo>
                    <a:pt x="121390" y="78701"/>
                    <a:pt x="125714" y="80055"/>
                    <a:pt x="129156" y="82774"/>
                  </a:cubicBezTo>
                  <a:cubicBezTo>
                    <a:pt x="131065" y="82313"/>
                    <a:pt x="132998" y="81959"/>
                    <a:pt x="134947" y="81715"/>
                  </a:cubicBezTo>
                  <a:cubicBezTo>
                    <a:pt x="134947" y="81715"/>
                    <a:pt x="132200" y="63879"/>
                    <a:pt x="131637" y="58387"/>
                  </a:cubicBezTo>
                  <a:cubicBezTo>
                    <a:pt x="131075" y="52893"/>
                    <a:pt x="114464" y="47400"/>
                    <a:pt x="114464" y="47400"/>
                  </a:cubicBezTo>
                  <a:lnTo>
                    <a:pt x="111750" y="32311"/>
                  </a:lnTo>
                  <a:cubicBezTo>
                    <a:pt x="111750" y="32311"/>
                    <a:pt x="92525" y="35058"/>
                    <a:pt x="89083" y="33668"/>
                  </a:cubicBezTo>
                  <a:cubicBezTo>
                    <a:pt x="85642" y="32278"/>
                    <a:pt x="78097" y="35752"/>
                    <a:pt x="74689" y="30921"/>
                  </a:cubicBezTo>
                  <a:cubicBezTo>
                    <a:pt x="71280" y="26090"/>
                    <a:pt x="65059" y="34230"/>
                    <a:pt x="58905" y="30260"/>
                  </a:cubicBezTo>
                  <a:cubicBezTo>
                    <a:pt x="52750" y="26289"/>
                    <a:pt x="34881" y="31616"/>
                    <a:pt x="34186" y="28208"/>
                  </a:cubicBezTo>
                  <a:cubicBezTo>
                    <a:pt x="33491" y="24800"/>
                    <a:pt x="41731" y="17222"/>
                    <a:pt x="46529" y="17917"/>
                  </a:cubicBezTo>
                  <a:cubicBezTo>
                    <a:pt x="48314" y="18033"/>
                    <a:pt x="50104" y="18033"/>
                    <a:pt x="51889" y="17917"/>
                  </a:cubicBezTo>
                  <a:cubicBezTo>
                    <a:pt x="54140" y="14277"/>
                    <a:pt x="59268" y="5673"/>
                    <a:pt x="58011" y="3655"/>
                  </a:cubicBezTo>
                  <a:cubicBezTo>
                    <a:pt x="56489" y="1074"/>
                    <a:pt x="50301" y="3125"/>
                    <a:pt x="46198" y="6203"/>
                  </a:cubicBezTo>
                  <a:cubicBezTo>
                    <a:pt x="42095" y="9280"/>
                    <a:pt x="34385" y="4680"/>
                    <a:pt x="32962" y="9313"/>
                  </a:cubicBezTo>
                  <a:cubicBezTo>
                    <a:pt x="31539" y="13946"/>
                    <a:pt x="29388" y="18545"/>
                    <a:pt x="24755" y="18545"/>
                  </a:cubicBezTo>
                  <a:cubicBezTo>
                    <a:pt x="20122" y="18545"/>
                    <a:pt x="23729" y="26255"/>
                    <a:pt x="19096" y="28307"/>
                  </a:cubicBezTo>
                  <a:cubicBezTo>
                    <a:pt x="14464" y="30359"/>
                    <a:pt x="3677" y="29862"/>
                    <a:pt x="2551" y="34495"/>
                  </a:cubicBezTo>
                  <a:cubicBezTo>
                    <a:pt x="1426" y="39128"/>
                    <a:pt x="14365" y="42205"/>
                    <a:pt x="13339" y="47731"/>
                  </a:cubicBezTo>
                  <a:cubicBezTo>
                    <a:pt x="12313" y="53257"/>
                    <a:pt x="19957" y="59545"/>
                    <a:pt x="15423" y="63118"/>
                  </a:cubicBezTo>
                  <a:cubicBezTo>
                    <a:pt x="11453" y="66196"/>
                    <a:pt x="7879" y="71226"/>
                    <a:pt x="8243" y="81285"/>
                  </a:cubicBezTo>
                  <a:cubicBezTo>
                    <a:pt x="11552" y="83436"/>
                    <a:pt x="14861" y="85322"/>
                    <a:pt x="16383" y="82145"/>
                  </a:cubicBezTo>
                  <a:cubicBezTo>
                    <a:pt x="19130" y="76652"/>
                    <a:pt x="34219" y="82145"/>
                    <a:pt x="34219" y="77347"/>
                  </a:cubicBezTo>
                  <a:cubicBezTo>
                    <a:pt x="34219" y="72549"/>
                    <a:pt x="50764" y="74038"/>
                    <a:pt x="50764" y="69108"/>
                  </a:cubicBezTo>
                  <a:cubicBezTo>
                    <a:pt x="50764" y="64177"/>
                    <a:pt x="60361" y="53324"/>
                    <a:pt x="66549" y="54019"/>
                  </a:cubicBezTo>
                  <a:cubicBezTo>
                    <a:pt x="72737" y="54713"/>
                    <a:pt x="65853" y="64971"/>
                    <a:pt x="73398" y="68413"/>
                  </a:cubicBezTo>
                  <a:cubicBezTo>
                    <a:pt x="80943" y="71854"/>
                    <a:pt x="70089" y="84197"/>
                    <a:pt x="74093" y="88995"/>
                  </a:cubicBezTo>
                  <a:cubicBezTo>
                    <a:pt x="75649" y="90782"/>
                    <a:pt x="78627" y="90484"/>
                    <a:pt x="82300" y="89392"/>
                  </a:cubicBezTo>
                  <a:cubicBezTo>
                    <a:pt x="85112" y="88598"/>
                    <a:pt x="88289" y="87374"/>
                    <a:pt x="91565" y="86282"/>
                  </a:cubicBezTo>
                  <a:cubicBezTo>
                    <a:pt x="98150" y="80590"/>
                    <a:pt x="107316" y="72251"/>
                    <a:pt x="110394" y="7410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02546850-7E2F-6449-A86F-025320FAA8A2}"/>
                </a:ext>
              </a:extLst>
            </p:cNvPr>
            <p:cNvSpPr/>
            <p:nvPr/>
          </p:nvSpPr>
          <p:spPr>
            <a:xfrm>
              <a:off x="5149563" y="2364919"/>
              <a:ext cx="62872" cy="52945"/>
            </a:xfrm>
            <a:custGeom>
              <a:avLst/>
              <a:gdLst>
                <a:gd name="connsiteX0" fmla="*/ 57246 w 62872"/>
                <a:gd name="connsiteY0" fmla="*/ 40949 h 52944"/>
                <a:gd name="connsiteX1" fmla="*/ 46459 w 62872"/>
                <a:gd name="connsiteY1" fmla="*/ 28110 h 52944"/>
                <a:gd name="connsiteX2" fmla="*/ 40271 w 62872"/>
                <a:gd name="connsiteY2" fmla="*/ 14245 h 52944"/>
                <a:gd name="connsiteX3" fmla="*/ 35506 w 62872"/>
                <a:gd name="connsiteY3" fmla="*/ 4153 h 52944"/>
                <a:gd name="connsiteX4" fmla="*/ 20086 w 62872"/>
                <a:gd name="connsiteY4" fmla="*/ 2564 h 52944"/>
                <a:gd name="connsiteX5" fmla="*/ 2482 w 62872"/>
                <a:gd name="connsiteY5" fmla="*/ 6138 h 52944"/>
                <a:gd name="connsiteX6" fmla="*/ 6353 w 62872"/>
                <a:gd name="connsiteY6" fmla="*/ 19871 h 52944"/>
                <a:gd name="connsiteX7" fmla="*/ 19589 w 62872"/>
                <a:gd name="connsiteY7" fmla="*/ 25529 h 52944"/>
                <a:gd name="connsiteX8" fmla="*/ 22898 w 62872"/>
                <a:gd name="connsiteY8" fmla="*/ 31916 h 52944"/>
                <a:gd name="connsiteX9" fmla="*/ 24520 w 62872"/>
                <a:gd name="connsiteY9" fmla="*/ 31916 h 52944"/>
                <a:gd name="connsiteX10" fmla="*/ 29119 w 62872"/>
                <a:gd name="connsiteY10" fmla="*/ 35754 h 52944"/>
                <a:gd name="connsiteX11" fmla="*/ 37591 w 62872"/>
                <a:gd name="connsiteY11" fmla="*/ 39758 h 52944"/>
                <a:gd name="connsiteX12" fmla="*/ 45764 w 62872"/>
                <a:gd name="connsiteY12" fmla="*/ 42703 h 52944"/>
                <a:gd name="connsiteX13" fmla="*/ 49470 w 62872"/>
                <a:gd name="connsiteY13" fmla="*/ 51969 h 52944"/>
                <a:gd name="connsiteX14" fmla="*/ 60688 w 62872"/>
                <a:gd name="connsiteY14" fmla="*/ 49586 h 52944"/>
                <a:gd name="connsiteX15" fmla="*/ 57246 w 62872"/>
                <a:gd name="connsiteY15" fmla="*/ 40950 h 5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872" h="52944">
                  <a:moveTo>
                    <a:pt x="57246" y="40949"/>
                  </a:moveTo>
                  <a:cubicBezTo>
                    <a:pt x="57246" y="36846"/>
                    <a:pt x="46459" y="33239"/>
                    <a:pt x="46459" y="28110"/>
                  </a:cubicBezTo>
                  <a:cubicBezTo>
                    <a:pt x="46459" y="22981"/>
                    <a:pt x="39245" y="18349"/>
                    <a:pt x="40271" y="14245"/>
                  </a:cubicBezTo>
                  <a:cubicBezTo>
                    <a:pt x="40999" y="11400"/>
                    <a:pt x="37359" y="7396"/>
                    <a:pt x="35506" y="4153"/>
                  </a:cubicBezTo>
                  <a:cubicBezTo>
                    <a:pt x="30485" y="2797"/>
                    <a:pt x="25278" y="2260"/>
                    <a:pt x="20086" y="2564"/>
                  </a:cubicBezTo>
                  <a:cubicBezTo>
                    <a:pt x="13633" y="3325"/>
                    <a:pt x="8835" y="5145"/>
                    <a:pt x="2482" y="6138"/>
                  </a:cubicBezTo>
                  <a:cubicBezTo>
                    <a:pt x="5791" y="11267"/>
                    <a:pt x="3474" y="12756"/>
                    <a:pt x="6353" y="19871"/>
                  </a:cubicBezTo>
                  <a:cubicBezTo>
                    <a:pt x="9431" y="27581"/>
                    <a:pt x="17141" y="23478"/>
                    <a:pt x="19589" y="25529"/>
                  </a:cubicBezTo>
                  <a:cubicBezTo>
                    <a:pt x="21105" y="27418"/>
                    <a:pt x="22229" y="29589"/>
                    <a:pt x="22898" y="31916"/>
                  </a:cubicBezTo>
                  <a:cubicBezTo>
                    <a:pt x="23436" y="31834"/>
                    <a:pt x="23983" y="31834"/>
                    <a:pt x="24520" y="31916"/>
                  </a:cubicBezTo>
                  <a:cubicBezTo>
                    <a:pt x="26695" y="32130"/>
                    <a:pt x="28519" y="33652"/>
                    <a:pt x="29119" y="35754"/>
                  </a:cubicBezTo>
                  <a:cubicBezTo>
                    <a:pt x="32098" y="36733"/>
                    <a:pt x="34943" y="38078"/>
                    <a:pt x="37591" y="39758"/>
                  </a:cubicBezTo>
                  <a:cubicBezTo>
                    <a:pt x="39841" y="40718"/>
                    <a:pt x="41297" y="37773"/>
                    <a:pt x="45764" y="42703"/>
                  </a:cubicBezTo>
                  <a:cubicBezTo>
                    <a:pt x="49636" y="47038"/>
                    <a:pt x="49934" y="48130"/>
                    <a:pt x="49470" y="51969"/>
                  </a:cubicBezTo>
                  <a:cubicBezTo>
                    <a:pt x="53334" y="51958"/>
                    <a:pt x="57154" y="51147"/>
                    <a:pt x="60688" y="49586"/>
                  </a:cubicBezTo>
                  <a:cubicBezTo>
                    <a:pt x="58981" y="46963"/>
                    <a:pt x="57811" y="44028"/>
                    <a:pt x="57246" y="4095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9D9A7176-6CDA-B941-B79D-129B775CF7CD}"/>
                </a:ext>
              </a:extLst>
            </p:cNvPr>
            <p:cNvSpPr/>
            <p:nvPr/>
          </p:nvSpPr>
          <p:spPr>
            <a:xfrm>
              <a:off x="5176233" y="2353354"/>
              <a:ext cx="86035" cy="72799"/>
            </a:xfrm>
            <a:custGeom>
              <a:avLst/>
              <a:gdLst>
                <a:gd name="connsiteX0" fmla="*/ 84050 w 86035"/>
                <a:gd name="connsiteY0" fmla="*/ 25811 h 72799"/>
                <a:gd name="connsiteX1" fmla="*/ 68531 w 86035"/>
                <a:gd name="connsiteY1" fmla="*/ 5758 h 72799"/>
                <a:gd name="connsiteX2" fmla="*/ 57313 w 86035"/>
                <a:gd name="connsiteY2" fmla="*/ 13964 h 72799"/>
                <a:gd name="connsiteX3" fmla="*/ 49603 w 86035"/>
                <a:gd name="connsiteY3" fmla="*/ 13964 h 72799"/>
                <a:gd name="connsiteX4" fmla="*/ 36366 w 86035"/>
                <a:gd name="connsiteY4" fmla="*/ 4732 h 72799"/>
                <a:gd name="connsiteX5" fmla="*/ 31105 w 86035"/>
                <a:gd name="connsiteY5" fmla="*/ 2482 h 72799"/>
                <a:gd name="connsiteX6" fmla="*/ 27796 w 86035"/>
                <a:gd name="connsiteY6" fmla="*/ 8802 h 72799"/>
                <a:gd name="connsiteX7" fmla="*/ 33421 w 86035"/>
                <a:gd name="connsiteY7" fmla="*/ 16512 h 72799"/>
                <a:gd name="connsiteX8" fmla="*/ 20185 w 86035"/>
                <a:gd name="connsiteY8" fmla="*/ 15486 h 72799"/>
                <a:gd name="connsiteX9" fmla="*/ 8339 w 86035"/>
                <a:gd name="connsiteY9" fmla="*/ 11879 h 72799"/>
                <a:gd name="connsiteX10" fmla="*/ 13997 w 86035"/>
                <a:gd name="connsiteY10" fmla="*/ 25778 h 72799"/>
                <a:gd name="connsiteX11" fmla="*/ 20185 w 86035"/>
                <a:gd name="connsiteY11" fmla="*/ 39643 h 72799"/>
                <a:gd name="connsiteX12" fmla="*/ 30973 w 86035"/>
                <a:gd name="connsiteY12" fmla="*/ 52482 h 72799"/>
                <a:gd name="connsiteX13" fmla="*/ 34282 w 86035"/>
                <a:gd name="connsiteY13" fmla="*/ 61151 h 72799"/>
                <a:gd name="connsiteX14" fmla="*/ 55096 w 86035"/>
                <a:gd name="connsiteY14" fmla="*/ 48279 h 72799"/>
                <a:gd name="connsiteX15" fmla="*/ 58405 w 86035"/>
                <a:gd name="connsiteY15" fmla="*/ 64063 h 72799"/>
                <a:gd name="connsiteX16" fmla="*/ 70847 w 86035"/>
                <a:gd name="connsiteY16" fmla="*/ 73064 h 72799"/>
                <a:gd name="connsiteX17" fmla="*/ 73925 w 86035"/>
                <a:gd name="connsiteY17" fmla="*/ 62773 h 72799"/>
                <a:gd name="connsiteX18" fmla="*/ 84050 w 86035"/>
                <a:gd name="connsiteY18" fmla="*/ 25811 h 72799"/>
                <a:gd name="connsiteX19" fmla="*/ 10953 w 86035"/>
                <a:gd name="connsiteY19" fmla="*/ 51357 h 72799"/>
                <a:gd name="connsiteX20" fmla="*/ 2482 w 86035"/>
                <a:gd name="connsiteY20" fmla="*/ 47353 h 72799"/>
                <a:gd name="connsiteX21" fmla="*/ 8173 w 86035"/>
                <a:gd name="connsiteY21" fmla="*/ 56552 h 72799"/>
                <a:gd name="connsiteX22" fmla="*/ 19854 w 86035"/>
                <a:gd name="connsiteY22" fmla="*/ 63402 h 72799"/>
                <a:gd name="connsiteX23" fmla="*/ 22833 w 86035"/>
                <a:gd name="connsiteY23" fmla="*/ 63402 h 72799"/>
                <a:gd name="connsiteX24" fmla="*/ 19126 w 86035"/>
                <a:gd name="connsiteY24" fmla="*/ 54136 h 72799"/>
                <a:gd name="connsiteX25" fmla="*/ 10920 w 86035"/>
                <a:gd name="connsiteY25" fmla="*/ 51357 h 7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6035" h="72799">
                  <a:moveTo>
                    <a:pt x="84050" y="25811"/>
                  </a:moveTo>
                  <a:cubicBezTo>
                    <a:pt x="79281" y="18823"/>
                    <a:pt x="74099" y="12127"/>
                    <a:pt x="68531" y="5758"/>
                  </a:cubicBezTo>
                  <a:cubicBezTo>
                    <a:pt x="66413" y="12111"/>
                    <a:pt x="58802" y="10324"/>
                    <a:pt x="57313" y="13964"/>
                  </a:cubicBezTo>
                  <a:cubicBezTo>
                    <a:pt x="55824" y="17604"/>
                    <a:pt x="51919" y="13203"/>
                    <a:pt x="49603" y="13964"/>
                  </a:cubicBezTo>
                  <a:cubicBezTo>
                    <a:pt x="47287" y="14725"/>
                    <a:pt x="41893" y="5493"/>
                    <a:pt x="36366" y="4732"/>
                  </a:cubicBezTo>
                  <a:cubicBezTo>
                    <a:pt x="34500" y="4278"/>
                    <a:pt x="32723" y="3517"/>
                    <a:pt x="31105" y="2482"/>
                  </a:cubicBezTo>
                  <a:cubicBezTo>
                    <a:pt x="28888" y="4864"/>
                    <a:pt x="26836" y="7512"/>
                    <a:pt x="27796" y="8802"/>
                  </a:cubicBezTo>
                  <a:cubicBezTo>
                    <a:pt x="29318" y="11383"/>
                    <a:pt x="36003" y="13931"/>
                    <a:pt x="33421" y="16512"/>
                  </a:cubicBezTo>
                  <a:cubicBezTo>
                    <a:pt x="30841" y="19093"/>
                    <a:pt x="22634" y="18067"/>
                    <a:pt x="20185" y="15486"/>
                  </a:cubicBezTo>
                  <a:cubicBezTo>
                    <a:pt x="17736" y="12905"/>
                    <a:pt x="9894" y="8868"/>
                    <a:pt x="8339" y="11879"/>
                  </a:cubicBezTo>
                  <a:cubicBezTo>
                    <a:pt x="6784" y="14891"/>
                    <a:pt x="14957" y="21641"/>
                    <a:pt x="13997" y="25778"/>
                  </a:cubicBezTo>
                  <a:cubicBezTo>
                    <a:pt x="13038" y="29914"/>
                    <a:pt x="20185" y="34480"/>
                    <a:pt x="20185" y="39643"/>
                  </a:cubicBezTo>
                  <a:cubicBezTo>
                    <a:pt x="20185" y="44805"/>
                    <a:pt x="30973" y="48378"/>
                    <a:pt x="30973" y="52482"/>
                  </a:cubicBezTo>
                  <a:cubicBezTo>
                    <a:pt x="31493" y="55562"/>
                    <a:pt x="32617" y="58508"/>
                    <a:pt x="34282" y="61151"/>
                  </a:cubicBezTo>
                  <a:cubicBezTo>
                    <a:pt x="42720" y="57578"/>
                    <a:pt x="49636" y="50993"/>
                    <a:pt x="55096" y="48279"/>
                  </a:cubicBezTo>
                  <a:cubicBezTo>
                    <a:pt x="63302" y="44143"/>
                    <a:pt x="59894" y="61317"/>
                    <a:pt x="58405" y="64063"/>
                  </a:cubicBezTo>
                  <a:cubicBezTo>
                    <a:pt x="57445" y="65949"/>
                    <a:pt x="63997" y="70450"/>
                    <a:pt x="70847" y="73064"/>
                  </a:cubicBezTo>
                  <a:cubicBezTo>
                    <a:pt x="70517" y="69366"/>
                    <a:pt x="71619" y="65682"/>
                    <a:pt x="73925" y="62773"/>
                  </a:cubicBezTo>
                  <a:cubicBezTo>
                    <a:pt x="82462" y="52118"/>
                    <a:pt x="89146" y="35043"/>
                    <a:pt x="84050" y="25811"/>
                  </a:cubicBezTo>
                  <a:close/>
                  <a:moveTo>
                    <a:pt x="10953" y="51357"/>
                  </a:moveTo>
                  <a:cubicBezTo>
                    <a:pt x="8306" y="49676"/>
                    <a:pt x="5460" y="48331"/>
                    <a:pt x="2482" y="47353"/>
                  </a:cubicBezTo>
                  <a:cubicBezTo>
                    <a:pt x="3574" y="50397"/>
                    <a:pt x="3475" y="54401"/>
                    <a:pt x="8173" y="56552"/>
                  </a:cubicBezTo>
                  <a:cubicBezTo>
                    <a:pt x="15718" y="59861"/>
                    <a:pt x="4864" y="61350"/>
                    <a:pt x="19854" y="63402"/>
                  </a:cubicBezTo>
                  <a:cubicBezTo>
                    <a:pt x="20846" y="63467"/>
                    <a:pt x="21841" y="63467"/>
                    <a:pt x="22833" y="63402"/>
                  </a:cubicBezTo>
                  <a:cubicBezTo>
                    <a:pt x="23296" y="59563"/>
                    <a:pt x="22833" y="58471"/>
                    <a:pt x="19126" y="54136"/>
                  </a:cubicBezTo>
                  <a:cubicBezTo>
                    <a:pt x="14560" y="49371"/>
                    <a:pt x="13170" y="52316"/>
                    <a:pt x="10920" y="5135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0808A3FA-BC7B-1641-838A-BBF61CF17824}"/>
                </a:ext>
              </a:extLst>
            </p:cNvPr>
            <p:cNvSpPr/>
            <p:nvPr/>
          </p:nvSpPr>
          <p:spPr>
            <a:xfrm>
              <a:off x="5454731" y="2426621"/>
              <a:ext cx="251488" cy="178689"/>
            </a:xfrm>
            <a:custGeom>
              <a:avLst/>
              <a:gdLst>
                <a:gd name="connsiteX0" fmla="*/ 240859 w 251488"/>
                <a:gd name="connsiteY0" fmla="*/ 27196 h 178689"/>
                <a:gd name="connsiteX1" fmla="*/ 234241 w 251488"/>
                <a:gd name="connsiteY1" fmla="*/ 22332 h 178689"/>
                <a:gd name="connsiteX2" fmla="*/ 215247 w 251488"/>
                <a:gd name="connsiteY2" fmla="*/ 34774 h 178689"/>
                <a:gd name="connsiteX3" fmla="*/ 206213 w 251488"/>
                <a:gd name="connsiteY3" fmla="*/ 37818 h 178689"/>
                <a:gd name="connsiteX4" fmla="*/ 197775 w 251488"/>
                <a:gd name="connsiteY4" fmla="*/ 37487 h 178689"/>
                <a:gd name="connsiteX5" fmla="*/ 197080 w 251488"/>
                <a:gd name="connsiteY5" fmla="*/ 16905 h 178689"/>
                <a:gd name="connsiteX6" fmla="*/ 190230 w 251488"/>
                <a:gd name="connsiteY6" fmla="*/ 2510 h 178689"/>
                <a:gd name="connsiteX7" fmla="*/ 174446 w 251488"/>
                <a:gd name="connsiteY7" fmla="*/ 17600 h 178689"/>
                <a:gd name="connsiteX8" fmla="*/ 157901 w 251488"/>
                <a:gd name="connsiteY8" fmla="*/ 25839 h 178689"/>
                <a:gd name="connsiteX9" fmla="*/ 140065 w 251488"/>
                <a:gd name="connsiteY9" fmla="*/ 30637 h 178689"/>
                <a:gd name="connsiteX10" fmla="*/ 124976 w 251488"/>
                <a:gd name="connsiteY10" fmla="*/ 26501 h 178689"/>
                <a:gd name="connsiteX11" fmla="*/ 110548 w 251488"/>
                <a:gd name="connsiteY11" fmla="*/ 21703 h 178689"/>
                <a:gd name="connsiteX12" fmla="*/ 96121 w 251488"/>
                <a:gd name="connsiteY12" fmla="*/ 18957 h 178689"/>
                <a:gd name="connsiteX13" fmla="*/ 82421 w 251488"/>
                <a:gd name="connsiteY13" fmla="*/ 27196 h 178689"/>
                <a:gd name="connsiteX14" fmla="*/ 72097 w 251488"/>
                <a:gd name="connsiteY14" fmla="*/ 44370 h 178689"/>
                <a:gd name="connsiteX15" fmla="*/ 47411 w 251488"/>
                <a:gd name="connsiteY15" fmla="*/ 58764 h 178689"/>
                <a:gd name="connsiteX16" fmla="*/ 32322 w 251488"/>
                <a:gd name="connsiteY16" fmla="*/ 64257 h 178689"/>
                <a:gd name="connsiteX17" fmla="*/ 19946 w 251488"/>
                <a:gd name="connsiteY17" fmla="*/ 60948 h 178689"/>
                <a:gd name="connsiteX18" fmla="*/ 12402 w 251488"/>
                <a:gd name="connsiteY18" fmla="*/ 69188 h 178689"/>
                <a:gd name="connsiteX19" fmla="*/ 5552 w 251488"/>
                <a:gd name="connsiteY19" fmla="*/ 82921 h 178689"/>
                <a:gd name="connsiteX20" fmla="*/ 3500 w 251488"/>
                <a:gd name="connsiteY20" fmla="*/ 98010 h 178689"/>
                <a:gd name="connsiteX21" fmla="*/ 3500 w 251488"/>
                <a:gd name="connsiteY21" fmla="*/ 116541 h 178689"/>
                <a:gd name="connsiteX22" fmla="*/ 6214 w 251488"/>
                <a:gd name="connsiteY22" fmla="*/ 136395 h 178689"/>
                <a:gd name="connsiteX23" fmla="*/ 23388 w 251488"/>
                <a:gd name="connsiteY23" fmla="*/ 145329 h 178689"/>
                <a:gd name="connsiteX24" fmla="*/ 5552 w 251488"/>
                <a:gd name="connsiteY24" fmla="*/ 170015 h 178689"/>
                <a:gd name="connsiteX25" fmla="*/ 9059 w 251488"/>
                <a:gd name="connsiteY25" fmla="*/ 175806 h 178689"/>
                <a:gd name="connsiteX26" fmla="*/ 35796 w 251488"/>
                <a:gd name="connsiteY26" fmla="*/ 178751 h 178689"/>
                <a:gd name="connsiteX27" fmla="*/ 105684 w 251488"/>
                <a:gd name="connsiteY27" fmla="*/ 170015 h 178689"/>
                <a:gd name="connsiteX28" fmla="*/ 104129 w 251488"/>
                <a:gd name="connsiteY28" fmla="*/ 152543 h 178689"/>
                <a:gd name="connsiteX29" fmla="*/ 118027 w 251488"/>
                <a:gd name="connsiteY29" fmla="*/ 144304 h 178689"/>
                <a:gd name="connsiteX30" fmla="*/ 129840 w 251488"/>
                <a:gd name="connsiteY30" fmla="*/ 141226 h 178689"/>
                <a:gd name="connsiteX31" fmla="*/ 148338 w 251488"/>
                <a:gd name="connsiteY31" fmla="*/ 135038 h 178689"/>
                <a:gd name="connsiteX32" fmla="*/ 156544 w 251488"/>
                <a:gd name="connsiteY32" fmla="*/ 127361 h 178689"/>
                <a:gd name="connsiteX33" fmla="*/ 162203 w 251488"/>
                <a:gd name="connsiteY33" fmla="*/ 108864 h 178689"/>
                <a:gd name="connsiteX34" fmla="*/ 174016 w 251488"/>
                <a:gd name="connsiteY34" fmla="*/ 101650 h 178689"/>
                <a:gd name="connsiteX35" fmla="*/ 168391 w 251488"/>
                <a:gd name="connsiteY35" fmla="*/ 90333 h 178689"/>
                <a:gd name="connsiteX36" fmla="*/ 187914 w 251488"/>
                <a:gd name="connsiteY36" fmla="*/ 90862 h 178689"/>
                <a:gd name="connsiteX37" fmla="*/ 189436 w 251488"/>
                <a:gd name="connsiteY37" fmla="*/ 76997 h 178689"/>
                <a:gd name="connsiteX38" fmla="*/ 197676 w 251488"/>
                <a:gd name="connsiteY38" fmla="*/ 64655 h 178689"/>
                <a:gd name="connsiteX39" fmla="*/ 194598 w 251488"/>
                <a:gd name="connsiteY39" fmla="*/ 54363 h 178689"/>
                <a:gd name="connsiteX40" fmla="*/ 197179 w 251488"/>
                <a:gd name="connsiteY40" fmla="*/ 45627 h 178689"/>
                <a:gd name="connsiteX41" fmla="*/ 199760 w 251488"/>
                <a:gd name="connsiteY41" fmla="*/ 44536 h 178689"/>
                <a:gd name="connsiteX42" fmla="*/ 208728 w 251488"/>
                <a:gd name="connsiteY42" fmla="*/ 41392 h 178689"/>
                <a:gd name="connsiteX43" fmla="*/ 232222 w 251488"/>
                <a:gd name="connsiteY43" fmla="*/ 34410 h 178689"/>
                <a:gd name="connsiteX44" fmla="*/ 249859 w 251488"/>
                <a:gd name="connsiteY44" fmla="*/ 29082 h 178689"/>
                <a:gd name="connsiteX45" fmla="*/ 240859 w 251488"/>
                <a:gd name="connsiteY45" fmla="*/ 27196 h 178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1488" h="178689">
                  <a:moveTo>
                    <a:pt x="240859" y="27196"/>
                  </a:moveTo>
                  <a:cubicBezTo>
                    <a:pt x="237252" y="27725"/>
                    <a:pt x="238046" y="24615"/>
                    <a:pt x="234241" y="22332"/>
                  </a:cubicBezTo>
                  <a:cubicBezTo>
                    <a:pt x="231196" y="20479"/>
                    <a:pt x="222030" y="28950"/>
                    <a:pt x="215247" y="34774"/>
                  </a:cubicBezTo>
                  <a:cubicBezTo>
                    <a:pt x="211938" y="35833"/>
                    <a:pt x="208960" y="37024"/>
                    <a:pt x="206213" y="37818"/>
                  </a:cubicBezTo>
                  <a:cubicBezTo>
                    <a:pt x="202440" y="38943"/>
                    <a:pt x="199363" y="39340"/>
                    <a:pt x="197775" y="37487"/>
                  </a:cubicBezTo>
                  <a:cubicBezTo>
                    <a:pt x="193639" y="32689"/>
                    <a:pt x="204625" y="20346"/>
                    <a:pt x="197080" y="16905"/>
                  </a:cubicBezTo>
                  <a:cubicBezTo>
                    <a:pt x="189535" y="13463"/>
                    <a:pt x="196385" y="3172"/>
                    <a:pt x="190230" y="2510"/>
                  </a:cubicBezTo>
                  <a:cubicBezTo>
                    <a:pt x="184075" y="1849"/>
                    <a:pt x="174446" y="12802"/>
                    <a:pt x="174446" y="17600"/>
                  </a:cubicBezTo>
                  <a:cubicBezTo>
                    <a:pt x="174446" y="22398"/>
                    <a:pt x="157901" y="20909"/>
                    <a:pt x="157901" y="25839"/>
                  </a:cubicBezTo>
                  <a:cubicBezTo>
                    <a:pt x="157901" y="30770"/>
                    <a:pt x="142812" y="25144"/>
                    <a:pt x="140065" y="30637"/>
                  </a:cubicBezTo>
                  <a:cubicBezTo>
                    <a:pt x="137318" y="36131"/>
                    <a:pt x="129774" y="26501"/>
                    <a:pt x="124976" y="26501"/>
                  </a:cubicBezTo>
                  <a:cubicBezTo>
                    <a:pt x="120177" y="26501"/>
                    <a:pt x="116703" y="19651"/>
                    <a:pt x="110548" y="21703"/>
                  </a:cubicBezTo>
                  <a:cubicBezTo>
                    <a:pt x="104394" y="23755"/>
                    <a:pt x="100952" y="19651"/>
                    <a:pt x="96121" y="18957"/>
                  </a:cubicBezTo>
                  <a:cubicBezTo>
                    <a:pt x="91289" y="18262"/>
                    <a:pt x="87881" y="29248"/>
                    <a:pt x="82421" y="27196"/>
                  </a:cubicBezTo>
                  <a:cubicBezTo>
                    <a:pt x="76961" y="25144"/>
                    <a:pt x="74182" y="37487"/>
                    <a:pt x="72097" y="44370"/>
                  </a:cubicBezTo>
                  <a:cubicBezTo>
                    <a:pt x="70012" y="51253"/>
                    <a:pt x="46717" y="51220"/>
                    <a:pt x="47411" y="58764"/>
                  </a:cubicBezTo>
                  <a:cubicBezTo>
                    <a:pt x="48106" y="66309"/>
                    <a:pt x="33679" y="69056"/>
                    <a:pt x="32322" y="64257"/>
                  </a:cubicBezTo>
                  <a:cubicBezTo>
                    <a:pt x="30965" y="59459"/>
                    <a:pt x="21998" y="62206"/>
                    <a:pt x="19946" y="60948"/>
                  </a:cubicBezTo>
                  <a:cubicBezTo>
                    <a:pt x="17895" y="59691"/>
                    <a:pt x="11707" y="62338"/>
                    <a:pt x="12402" y="69188"/>
                  </a:cubicBezTo>
                  <a:cubicBezTo>
                    <a:pt x="13096" y="76038"/>
                    <a:pt x="6214" y="80174"/>
                    <a:pt x="5552" y="82921"/>
                  </a:cubicBezTo>
                  <a:cubicBezTo>
                    <a:pt x="4890" y="85667"/>
                    <a:pt x="754" y="93907"/>
                    <a:pt x="3500" y="98010"/>
                  </a:cubicBezTo>
                  <a:cubicBezTo>
                    <a:pt x="6247" y="102113"/>
                    <a:pt x="191" y="108996"/>
                    <a:pt x="3500" y="116541"/>
                  </a:cubicBezTo>
                  <a:cubicBezTo>
                    <a:pt x="6809" y="124085"/>
                    <a:pt x="4857" y="133682"/>
                    <a:pt x="6214" y="136395"/>
                  </a:cubicBezTo>
                  <a:cubicBezTo>
                    <a:pt x="7571" y="139108"/>
                    <a:pt x="20641" y="137785"/>
                    <a:pt x="23388" y="145329"/>
                  </a:cubicBezTo>
                  <a:cubicBezTo>
                    <a:pt x="26134" y="152874"/>
                    <a:pt x="6214" y="165912"/>
                    <a:pt x="5552" y="170015"/>
                  </a:cubicBezTo>
                  <a:cubicBezTo>
                    <a:pt x="5254" y="171736"/>
                    <a:pt x="6909" y="173721"/>
                    <a:pt x="9059" y="175806"/>
                  </a:cubicBezTo>
                  <a:cubicBezTo>
                    <a:pt x="18027" y="176197"/>
                    <a:pt x="26959" y="177180"/>
                    <a:pt x="35796" y="178751"/>
                  </a:cubicBezTo>
                  <a:cubicBezTo>
                    <a:pt x="47080" y="180803"/>
                    <a:pt x="104658" y="172133"/>
                    <a:pt x="105684" y="170015"/>
                  </a:cubicBezTo>
                  <a:cubicBezTo>
                    <a:pt x="106710" y="167897"/>
                    <a:pt x="103632" y="155091"/>
                    <a:pt x="104129" y="152543"/>
                  </a:cubicBezTo>
                  <a:cubicBezTo>
                    <a:pt x="104625" y="149995"/>
                    <a:pt x="111839" y="143807"/>
                    <a:pt x="118027" y="144304"/>
                  </a:cubicBezTo>
                  <a:cubicBezTo>
                    <a:pt x="124215" y="144800"/>
                    <a:pt x="129840" y="145826"/>
                    <a:pt x="129840" y="141226"/>
                  </a:cubicBezTo>
                  <a:cubicBezTo>
                    <a:pt x="129840" y="136627"/>
                    <a:pt x="146815" y="130935"/>
                    <a:pt x="148338" y="135038"/>
                  </a:cubicBezTo>
                  <a:cubicBezTo>
                    <a:pt x="149860" y="139141"/>
                    <a:pt x="156048" y="137652"/>
                    <a:pt x="156544" y="127361"/>
                  </a:cubicBezTo>
                  <a:cubicBezTo>
                    <a:pt x="157040" y="117070"/>
                    <a:pt x="156048" y="109360"/>
                    <a:pt x="162203" y="108864"/>
                  </a:cubicBezTo>
                  <a:cubicBezTo>
                    <a:pt x="168357" y="108367"/>
                    <a:pt x="174545" y="104727"/>
                    <a:pt x="174016" y="101650"/>
                  </a:cubicBezTo>
                  <a:cubicBezTo>
                    <a:pt x="173486" y="98572"/>
                    <a:pt x="166339" y="92418"/>
                    <a:pt x="168391" y="90333"/>
                  </a:cubicBezTo>
                  <a:cubicBezTo>
                    <a:pt x="170442" y="88248"/>
                    <a:pt x="185862" y="95495"/>
                    <a:pt x="187914" y="90862"/>
                  </a:cubicBezTo>
                  <a:cubicBezTo>
                    <a:pt x="189966" y="86230"/>
                    <a:pt x="186888" y="81101"/>
                    <a:pt x="189436" y="76997"/>
                  </a:cubicBezTo>
                  <a:cubicBezTo>
                    <a:pt x="191984" y="72894"/>
                    <a:pt x="198172" y="68758"/>
                    <a:pt x="197676" y="64655"/>
                  </a:cubicBezTo>
                  <a:cubicBezTo>
                    <a:pt x="197179" y="60551"/>
                    <a:pt x="198172" y="58036"/>
                    <a:pt x="194598" y="54363"/>
                  </a:cubicBezTo>
                  <a:cubicBezTo>
                    <a:pt x="191024" y="50690"/>
                    <a:pt x="192546" y="46157"/>
                    <a:pt x="197179" y="45627"/>
                  </a:cubicBezTo>
                  <a:cubicBezTo>
                    <a:pt x="198115" y="45476"/>
                    <a:pt x="199000" y="45102"/>
                    <a:pt x="199760" y="44536"/>
                  </a:cubicBezTo>
                  <a:cubicBezTo>
                    <a:pt x="202946" y="44166"/>
                    <a:pt x="206009" y="43092"/>
                    <a:pt x="208728" y="41392"/>
                  </a:cubicBezTo>
                  <a:cubicBezTo>
                    <a:pt x="215346" y="36627"/>
                    <a:pt x="227457" y="32689"/>
                    <a:pt x="232222" y="34410"/>
                  </a:cubicBezTo>
                  <a:cubicBezTo>
                    <a:pt x="238627" y="35808"/>
                    <a:pt x="245299" y="33793"/>
                    <a:pt x="249859" y="29082"/>
                  </a:cubicBezTo>
                  <a:cubicBezTo>
                    <a:pt x="247066" y="27705"/>
                    <a:pt x="243970" y="27056"/>
                    <a:pt x="240859" y="2719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75AAB89-73E1-C84B-A707-052FBBD956EF}"/>
                </a:ext>
              </a:extLst>
            </p:cNvPr>
            <p:cNvSpPr/>
            <p:nvPr/>
          </p:nvSpPr>
          <p:spPr>
            <a:xfrm>
              <a:off x="5461143" y="2452989"/>
              <a:ext cx="291197" cy="261415"/>
            </a:xfrm>
            <a:custGeom>
              <a:avLst/>
              <a:gdLst>
                <a:gd name="connsiteX0" fmla="*/ 276571 w 291196"/>
                <a:gd name="connsiteY0" fmla="*/ 29583 h 261415"/>
                <a:gd name="connsiteX1" fmla="*/ 267702 w 291196"/>
                <a:gd name="connsiteY1" fmla="*/ 16347 h 261415"/>
                <a:gd name="connsiteX2" fmla="*/ 251885 w 291196"/>
                <a:gd name="connsiteY2" fmla="*/ 3508 h 261415"/>
                <a:gd name="connsiteX3" fmla="*/ 246590 w 291196"/>
                <a:gd name="connsiteY3" fmla="*/ 4533 h 261415"/>
                <a:gd name="connsiteX4" fmla="*/ 243281 w 291196"/>
                <a:gd name="connsiteY4" fmla="*/ 2482 h 261415"/>
                <a:gd name="connsiteX5" fmla="*/ 225644 w 291196"/>
                <a:gd name="connsiteY5" fmla="*/ 7809 h 261415"/>
                <a:gd name="connsiteX6" fmla="*/ 202150 w 291196"/>
                <a:gd name="connsiteY6" fmla="*/ 14791 h 261415"/>
                <a:gd name="connsiteX7" fmla="*/ 193183 w 291196"/>
                <a:gd name="connsiteY7" fmla="*/ 17935 h 261415"/>
                <a:gd name="connsiteX8" fmla="*/ 190602 w 291196"/>
                <a:gd name="connsiteY8" fmla="*/ 19027 h 261415"/>
                <a:gd name="connsiteX9" fmla="*/ 188020 w 291196"/>
                <a:gd name="connsiteY9" fmla="*/ 27763 h 261415"/>
                <a:gd name="connsiteX10" fmla="*/ 191098 w 291196"/>
                <a:gd name="connsiteY10" fmla="*/ 38054 h 261415"/>
                <a:gd name="connsiteX11" fmla="*/ 182858 w 291196"/>
                <a:gd name="connsiteY11" fmla="*/ 50397 h 261415"/>
                <a:gd name="connsiteX12" fmla="*/ 181336 w 291196"/>
                <a:gd name="connsiteY12" fmla="*/ 64262 h 261415"/>
                <a:gd name="connsiteX13" fmla="*/ 161812 w 291196"/>
                <a:gd name="connsiteY13" fmla="*/ 63732 h 261415"/>
                <a:gd name="connsiteX14" fmla="*/ 167438 w 291196"/>
                <a:gd name="connsiteY14" fmla="*/ 75049 h 261415"/>
                <a:gd name="connsiteX15" fmla="*/ 155625 w 291196"/>
                <a:gd name="connsiteY15" fmla="*/ 82263 h 261415"/>
                <a:gd name="connsiteX16" fmla="*/ 149966 w 291196"/>
                <a:gd name="connsiteY16" fmla="*/ 100761 h 261415"/>
                <a:gd name="connsiteX17" fmla="*/ 141760 w 291196"/>
                <a:gd name="connsiteY17" fmla="*/ 108438 h 261415"/>
                <a:gd name="connsiteX18" fmla="*/ 123262 w 291196"/>
                <a:gd name="connsiteY18" fmla="*/ 114626 h 261415"/>
                <a:gd name="connsiteX19" fmla="*/ 111449 w 291196"/>
                <a:gd name="connsiteY19" fmla="*/ 117703 h 261415"/>
                <a:gd name="connsiteX20" fmla="*/ 97551 w 291196"/>
                <a:gd name="connsiteY20" fmla="*/ 125943 h 261415"/>
                <a:gd name="connsiteX21" fmla="*/ 99106 w 291196"/>
                <a:gd name="connsiteY21" fmla="*/ 143414 h 261415"/>
                <a:gd name="connsiteX22" fmla="*/ 29219 w 291196"/>
                <a:gd name="connsiteY22" fmla="*/ 152150 h 261415"/>
                <a:gd name="connsiteX23" fmla="*/ 2482 w 291196"/>
                <a:gd name="connsiteY23" fmla="*/ 149205 h 261415"/>
                <a:gd name="connsiteX24" fmla="*/ 10622 w 291196"/>
                <a:gd name="connsiteY24" fmla="*/ 158537 h 261415"/>
                <a:gd name="connsiteX25" fmla="*/ 28491 w 291196"/>
                <a:gd name="connsiteY25" fmla="*/ 173626 h 261415"/>
                <a:gd name="connsiteX26" fmla="*/ 36697 w 291196"/>
                <a:gd name="connsiteY26" fmla="*/ 192852 h 261415"/>
                <a:gd name="connsiteX27" fmla="*/ 40834 w 291196"/>
                <a:gd name="connsiteY27" fmla="*/ 205889 h 261415"/>
                <a:gd name="connsiteX28" fmla="*/ 25049 w 291196"/>
                <a:gd name="connsiteY28" fmla="*/ 210688 h 261415"/>
                <a:gd name="connsiteX29" fmla="*/ 14063 w 291196"/>
                <a:gd name="connsiteY29" fmla="*/ 228523 h 261415"/>
                <a:gd name="connsiteX30" fmla="*/ 14493 w 291196"/>
                <a:gd name="connsiteY30" fmla="*/ 232858 h 261415"/>
                <a:gd name="connsiteX31" fmla="*/ 46922 w 291196"/>
                <a:gd name="connsiteY31" fmla="*/ 230509 h 261415"/>
                <a:gd name="connsiteX32" fmla="*/ 60158 w 291196"/>
                <a:gd name="connsiteY32" fmla="*/ 228457 h 261415"/>
                <a:gd name="connsiteX33" fmla="*/ 88186 w 291196"/>
                <a:gd name="connsiteY33" fmla="*/ 228192 h 261415"/>
                <a:gd name="connsiteX34" fmla="*/ 102051 w 291196"/>
                <a:gd name="connsiteY34" fmla="*/ 232329 h 261415"/>
                <a:gd name="connsiteX35" fmla="*/ 109993 w 291196"/>
                <a:gd name="connsiteY35" fmla="*/ 241793 h 261415"/>
                <a:gd name="connsiteX36" fmla="*/ 113600 w 291196"/>
                <a:gd name="connsiteY36" fmla="*/ 253639 h 261415"/>
                <a:gd name="connsiteX37" fmla="*/ 128788 w 291196"/>
                <a:gd name="connsiteY37" fmla="*/ 260257 h 261415"/>
                <a:gd name="connsiteX38" fmla="*/ 131535 w 291196"/>
                <a:gd name="connsiteY38" fmla="*/ 261978 h 261415"/>
                <a:gd name="connsiteX39" fmla="*/ 132660 w 291196"/>
                <a:gd name="connsiteY39" fmla="*/ 260721 h 261415"/>
                <a:gd name="connsiteX40" fmla="*/ 148444 w 291196"/>
                <a:gd name="connsiteY40" fmla="*/ 249734 h 261415"/>
                <a:gd name="connsiteX41" fmla="*/ 164989 w 291196"/>
                <a:gd name="connsiteY41" fmla="*/ 249039 h 261415"/>
                <a:gd name="connsiteX42" fmla="*/ 177994 w 291196"/>
                <a:gd name="connsiteY42" fmla="*/ 245730 h 261415"/>
                <a:gd name="connsiteX43" fmla="*/ 171872 w 291196"/>
                <a:gd name="connsiteY43" fmla="*/ 229913 h 261415"/>
                <a:gd name="connsiteX44" fmla="*/ 164294 w 291196"/>
                <a:gd name="connsiteY44" fmla="*/ 212077 h 261415"/>
                <a:gd name="connsiteX45" fmla="*/ 153308 w 291196"/>
                <a:gd name="connsiteY45" fmla="*/ 199734 h 261415"/>
                <a:gd name="connsiteX46" fmla="*/ 166346 w 291196"/>
                <a:gd name="connsiteY46" fmla="*/ 183189 h 261415"/>
                <a:gd name="connsiteX47" fmla="*/ 179384 w 291196"/>
                <a:gd name="connsiteY47" fmla="*/ 184579 h 261415"/>
                <a:gd name="connsiteX48" fmla="*/ 191064 w 291196"/>
                <a:gd name="connsiteY48" fmla="*/ 183884 h 261415"/>
                <a:gd name="connsiteX49" fmla="*/ 200661 w 291196"/>
                <a:gd name="connsiteY49" fmla="*/ 170846 h 261415"/>
                <a:gd name="connsiteX50" fmla="*/ 215088 w 291196"/>
                <a:gd name="connsiteY50" fmla="*/ 161945 h 261415"/>
                <a:gd name="connsiteX51" fmla="*/ 221938 w 291196"/>
                <a:gd name="connsiteY51" fmla="*/ 143381 h 261415"/>
                <a:gd name="connsiteX52" fmla="*/ 232229 w 291196"/>
                <a:gd name="connsiteY52" fmla="*/ 135175 h 261415"/>
                <a:gd name="connsiteX53" fmla="*/ 240469 w 291196"/>
                <a:gd name="connsiteY53" fmla="*/ 125545 h 261415"/>
                <a:gd name="connsiteX54" fmla="*/ 243778 w 291196"/>
                <a:gd name="connsiteY54" fmla="*/ 112541 h 261415"/>
                <a:gd name="connsiteX55" fmla="*/ 252679 w 291196"/>
                <a:gd name="connsiteY55" fmla="*/ 99470 h 261415"/>
                <a:gd name="connsiteX56" fmla="*/ 244439 w 291196"/>
                <a:gd name="connsiteY56" fmla="*/ 91926 h 261415"/>
                <a:gd name="connsiteX57" fmla="*/ 234182 w 291196"/>
                <a:gd name="connsiteY57" fmla="*/ 75380 h 261415"/>
                <a:gd name="connsiteX58" fmla="*/ 231402 w 291196"/>
                <a:gd name="connsiteY58" fmla="*/ 58835 h 261415"/>
                <a:gd name="connsiteX59" fmla="*/ 240336 w 291196"/>
                <a:gd name="connsiteY59" fmla="*/ 49239 h 261415"/>
                <a:gd name="connsiteX60" fmla="*/ 266412 w 291196"/>
                <a:gd name="connsiteY60" fmla="*/ 54004 h 261415"/>
                <a:gd name="connsiteX61" fmla="*/ 283586 w 291196"/>
                <a:gd name="connsiteY61" fmla="*/ 47154 h 261415"/>
                <a:gd name="connsiteX62" fmla="*/ 289774 w 291196"/>
                <a:gd name="connsiteY62" fmla="*/ 36466 h 261415"/>
                <a:gd name="connsiteX63" fmla="*/ 276571 w 291196"/>
                <a:gd name="connsiteY63" fmla="*/ 29583 h 26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91196" h="261415">
                  <a:moveTo>
                    <a:pt x="276571" y="29583"/>
                  </a:moveTo>
                  <a:cubicBezTo>
                    <a:pt x="271243" y="27330"/>
                    <a:pt x="267760" y="22131"/>
                    <a:pt x="267702" y="16347"/>
                  </a:cubicBezTo>
                  <a:cubicBezTo>
                    <a:pt x="267702" y="14328"/>
                    <a:pt x="258569" y="8736"/>
                    <a:pt x="251885" y="3508"/>
                  </a:cubicBezTo>
                  <a:cubicBezTo>
                    <a:pt x="250101" y="3741"/>
                    <a:pt x="248333" y="4084"/>
                    <a:pt x="246590" y="4533"/>
                  </a:cubicBezTo>
                  <a:cubicBezTo>
                    <a:pt x="245615" y="3662"/>
                    <a:pt x="244495" y="2968"/>
                    <a:pt x="243281" y="2482"/>
                  </a:cubicBezTo>
                  <a:cubicBezTo>
                    <a:pt x="238722" y="7192"/>
                    <a:pt x="232049" y="9208"/>
                    <a:pt x="225644" y="7809"/>
                  </a:cubicBezTo>
                  <a:cubicBezTo>
                    <a:pt x="220879" y="6089"/>
                    <a:pt x="208603" y="10026"/>
                    <a:pt x="202150" y="14791"/>
                  </a:cubicBezTo>
                  <a:cubicBezTo>
                    <a:pt x="199431" y="16492"/>
                    <a:pt x="196368" y="17566"/>
                    <a:pt x="193183" y="17935"/>
                  </a:cubicBezTo>
                  <a:cubicBezTo>
                    <a:pt x="192423" y="18501"/>
                    <a:pt x="191537" y="18876"/>
                    <a:pt x="190602" y="19027"/>
                  </a:cubicBezTo>
                  <a:cubicBezTo>
                    <a:pt x="185969" y="19556"/>
                    <a:pt x="184414" y="24189"/>
                    <a:pt x="188020" y="27763"/>
                  </a:cubicBezTo>
                  <a:cubicBezTo>
                    <a:pt x="191627" y="31337"/>
                    <a:pt x="190602" y="33951"/>
                    <a:pt x="191098" y="38054"/>
                  </a:cubicBezTo>
                  <a:cubicBezTo>
                    <a:pt x="191594" y="42157"/>
                    <a:pt x="185439" y="46261"/>
                    <a:pt x="182858" y="50397"/>
                  </a:cubicBezTo>
                  <a:cubicBezTo>
                    <a:pt x="180277" y="54533"/>
                    <a:pt x="183388" y="59629"/>
                    <a:pt x="181336" y="64262"/>
                  </a:cubicBezTo>
                  <a:cubicBezTo>
                    <a:pt x="179284" y="68894"/>
                    <a:pt x="163864" y="61681"/>
                    <a:pt x="161812" y="63732"/>
                  </a:cubicBezTo>
                  <a:cubicBezTo>
                    <a:pt x="159761" y="65784"/>
                    <a:pt x="166942" y="71972"/>
                    <a:pt x="167438" y="75049"/>
                  </a:cubicBezTo>
                  <a:cubicBezTo>
                    <a:pt x="167934" y="78127"/>
                    <a:pt x="161812" y="81667"/>
                    <a:pt x="155625" y="82263"/>
                  </a:cubicBezTo>
                  <a:cubicBezTo>
                    <a:pt x="149437" y="82859"/>
                    <a:pt x="150496" y="90470"/>
                    <a:pt x="149966" y="100761"/>
                  </a:cubicBezTo>
                  <a:cubicBezTo>
                    <a:pt x="149437" y="111052"/>
                    <a:pt x="143348" y="112574"/>
                    <a:pt x="141760" y="108438"/>
                  </a:cubicBezTo>
                  <a:cubicBezTo>
                    <a:pt x="140172" y="104301"/>
                    <a:pt x="123262" y="109993"/>
                    <a:pt x="123262" y="114626"/>
                  </a:cubicBezTo>
                  <a:cubicBezTo>
                    <a:pt x="123262" y="119258"/>
                    <a:pt x="117604" y="118232"/>
                    <a:pt x="111449" y="117703"/>
                  </a:cubicBezTo>
                  <a:cubicBezTo>
                    <a:pt x="105294" y="117174"/>
                    <a:pt x="98213" y="123362"/>
                    <a:pt x="97551" y="125943"/>
                  </a:cubicBezTo>
                  <a:cubicBezTo>
                    <a:pt x="96889" y="128524"/>
                    <a:pt x="100132" y="141363"/>
                    <a:pt x="99106" y="143414"/>
                  </a:cubicBezTo>
                  <a:cubicBezTo>
                    <a:pt x="98080" y="145466"/>
                    <a:pt x="40502" y="154202"/>
                    <a:pt x="29219" y="152150"/>
                  </a:cubicBezTo>
                  <a:cubicBezTo>
                    <a:pt x="20381" y="150580"/>
                    <a:pt x="11449" y="149596"/>
                    <a:pt x="2482" y="149205"/>
                  </a:cubicBezTo>
                  <a:cubicBezTo>
                    <a:pt x="5460" y="152117"/>
                    <a:pt x="9431" y="155327"/>
                    <a:pt x="10622" y="158537"/>
                  </a:cubicBezTo>
                  <a:cubicBezTo>
                    <a:pt x="12938" y="164625"/>
                    <a:pt x="20251" y="170185"/>
                    <a:pt x="28491" y="173626"/>
                  </a:cubicBezTo>
                  <a:cubicBezTo>
                    <a:pt x="36730" y="177068"/>
                    <a:pt x="32594" y="191462"/>
                    <a:pt x="36697" y="192852"/>
                  </a:cubicBezTo>
                  <a:cubicBezTo>
                    <a:pt x="40801" y="194242"/>
                    <a:pt x="46326" y="205194"/>
                    <a:pt x="40834" y="205889"/>
                  </a:cubicBezTo>
                  <a:cubicBezTo>
                    <a:pt x="35328" y="206537"/>
                    <a:pt x="29983" y="208161"/>
                    <a:pt x="25049" y="210688"/>
                  </a:cubicBezTo>
                  <a:cubicBezTo>
                    <a:pt x="18221" y="213980"/>
                    <a:pt x="13931" y="220944"/>
                    <a:pt x="14063" y="228523"/>
                  </a:cubicBezTo>
                  <a:cubicBezTo>
                    <a:pt x="14063" y="229615"/>
                    <a:pt x="14328" y="231104"/>
                    <a:pt x="14493" y="232858"/>
                  </a:cubicBezTo>
                  <a:cubicBezTo>
                    <a:pt x="28524" y="233189"/>
                    <a:pt x="45135" y="232494"/>
                    <a:pt x="46922" y="230509"/>
                  </a:cubicBezTo>
                  <a:cubicBezTo>
                    <a:pt x="50474" y="227130"/>
                    <a:pt x="55751" y="226312"/>
                    <a:pt x="60158" y="228457"/>
                  </a:cubicBezTo>
                  <a:cubicBezTo>
                    <a:pt x="64030" y="231038"/>
                    <a:pt x="81237" y="232064"/>
                    <a:pt x="88186" y="228192"/>
                  </a:cubicBezTo>
                  <a:cubicBezTo>
                    <a:pt x="96624" y="223527"/>
                    <a:pt x="101786" y="228192"/>
                    <a:pt x="102051" y="232329"/>
                  </a:cubicBezTo>
                  <a:cubicBezTo>
                    <a:pt x="102316" y="236465"/>
                    <a:pt x="106154" y="238219"/>
                    <a:pt x="109993" y="241793"/>
                  </a:cubicBezTo>
                  <a:cubicBezTo>
                    <a:pt x="113831" y="245366"/>
                    <a:pt x="111052" y="249536"/>
                    <a:pt x="113600" y="253639"/>
                  </a:cubicBezTo>
                  <a:cubicBezTo>
                    <a:pt x="116148" y="257742"/>
                    <a:pt x="121310" y="256948"/>
                    <a:pt x="128788" y="260257"/>
                  </a:cubicBezTo>
                  <a:cubicBezTo>
                    <a:pt x="129773" y="260712"/>
                    <a:pt x="130696" y="261291"/>
                    <a:pt x="131535" y="261978"/>
                  </a:cubicBezTo>
                  <a:lnTo>
                    <a:pt x="132660" y="260721"/>
                  </a:lnTo>
                  <a:cubicBezTo>
                    <a:pt x="136763" y="255889"/>
                    <a:pt x="137458" y="247484"/>
                    <a:pt x="148444" y="249734"/>
                  </a:cubicBezTo>
                  <a:cubicBezTo>
                    <a:pt x="159430" y="251985"/>
                    <a:pt x="158735" y="247650"/>
                    <a:pt x="164989" y="249039"/>
                  </a:cubicBezTo>
                  <a:cubicBezTo>
                    <a:pt x="171243" y="250429"/>
                    <a:pt x="175281" y="249734"/>
                    <a:pt x="177994" y="245730"/>
                  </a:cubicBezTo>
                  <a:cubicBezTo>
                    <a:pt x="180707" y="241726"/>
                    <a:pt x="175281" y="233355"/>
                    <a:pt x="171872" y="229913"/>
                  </a:cubicBezTo>
                  <a:cubicBezTo>
                    <a:pt x="168464" y="226472"/>
                    <a:pt x="163600" y="218960"/>
                    <a:pt x="164294" y="212077"/>
                  </a:cubicBezTo>
                  <a:cubicBezTo>
                    <a:pt x="164989" y="205194"/>
                    <a:pt x="153308" y="205228"/>
                    <a:pt x="153308" y="199734"/>
                  </a:cubicBezTo>
                  <a:cubicBezTo>
                    <a:pt x="153308" y="194242"/>
                    <a:pt x="164294" y="185307"/>
                    <a:pt x="166346" y="183189"/>
                  </a:cubicBezTo>
                  <a:cubicBezTo>
                    <a:pt x="168397" y="181072"/>
                    <a:pt x="177332" y="188682"/>
                    <a:pt x="179384" y="184579"/>
                  </a:cubicBezTo>
                  <a:cubicBezTo>
                    <a:pt x="181435" y="180476"/>
                    <a:pt x="187623" y="183189"/>
                    <a:pt x="191064" y="183884"/>
                  </a:cubicBezTo>
                  <a:cubicBezTo>
                    <a:pt x="194506" y="184579"/>
                    <a:pt x="199966" y="177001"/>
                    <a:pt x="200661" y="170846"/>
                  </a:cubicBezTo>
                  <a:cubicBezTo>
                    <a:pt x="201356" y="164692"/>
                    <a:pt x="213037" y="163997"/>
                    <a:pt x="215088" y="161945"/>
                  </a:cubicBezTo>
                  <a:cubicBezTo>
                    <a:pt x="217140" y="159893"/>
                    <a:pt x="220581" y="146161"/>
                    <a:pt x="221938" y="143381"/>
                  </a:cubicBezTo>
                  <a:cubicBezTo>
                    <a:pt x="223295" y="140602"/>
                    <a:pt x="232229" y="142719"/>
                    <a:pt x="232229" y="135175"/>
                  </a:cubicBezTo>
                  <a:cubicBezTo>
                    <a:pt x="232229" y="127630"/>
                    <a:pt x="236366" y="126240"/>
                    <a:pt x="240469" y="125545"/>
                  </a:cubicBezTo>
                  <a:cubicBezTo>
                    <a:pt x="244572" y="124851"/>
                    <a:pt x="243215" y="118001"/>
                    <a:pt x="243778" y="112541"/>
                  </a:cubicBezTo>
                  <a:cubicBezTo>
                    <a:pt x="244341" y="107081"/>
                    <a:pt x="247087" y="100860"/>
                    <a:pt x="252679" y="99470"/>
                  </a:cubicBezTo>
                  <a:cubicBezTo>
                    <a:pt x="258272" y="98080"/>
                    <a:pt x="250627" y="90569"/>
                    <a:pt x="244439" y="91926"/>
                  </a:cubicBezTo>
                  <a:cubicBezTo>
                    <a:pt x="238252" y="93282"/>
                    <a:pt x="234182" y="75380"/>
                    <a:pt x="234182" y="75380"/>
                  </a:cubicBezTo>
                  <a:cubicBezTo>
                    <a:pt x="234182" y="75380"/>
                    <a:pt x="234844" y="60986"/>
                    <a:pt x="231402" y="58835"/>
                  </a:cubicBezTo>
                  <a:cubicBezTo>
                    <a:pt x="227960" y="56684"/>
                    <a:pt x="232792" y="49239"/>
                    <a:pt x="240336" y="49239"/>
                  </a:cubicBezTo>
                  <a:cubicBezTo>
                    <a:pt x="247881" y="49239"/>
                    <a:pt x="261614" y="57445"/>
                    <a:pt x="266412" y="54004"/>
                  </a:cubicBezTo>
                  <a:cubicBezTo>
                    <a:pt x="271210" y="50562"/>
                    <a:pt x="280839" y="48544"/>
                    <a:pt x="283586" y="47154"/>
                  </a:cubicBezTo>
                  <a:cubicBezTo>
                    <a:pt x="285637" y="46095"/>
                    <a:pt x="288516" y="39543"/>
                    <a:pt x="289774" y="36466"/>
                  </a:cubicBezTo>
                  <a:cubicBezTo>
                    <a:pt x="285527" y="33887"/>
                    <a:pt x="281117" y="31588"/>
                    <a:pt x="276571" y="2958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F477D1FE-7891-B149-B7FC-BDAD27C11B65}"/>
                </a:ext>
              </a:extLst>
            </p:cNvPr>
            <p:cNvSpPr/>
            <p:nvPr/>
          </p:nvSpPr>
          <p:spPr>
            <a:xfrm>
              <a:off x="6039954" y="3036684"/>
              <a:ext cx="800791" cy="284579"/>
            </a:xfrm>
            <a:custGeom>
              <a:avLst/>
              <a:gdLst>
                <a:gd name="connsiteX0" fmla="*/ 58083 w 800791"/>
                <a:gd name="connsiteY0" fmla="*/ 121035 h 284578"/>
                <a:gd name="connsiteX1" fmla="*/ 66290 w 800791"/>
                <a:gd name="connsiteY1" fmla="*/ 130797 h 284578"/>
                <a:gd name="connsiteX2" fmla="*/ 58083 w 800791"/>
                <a:gd name="connsiteY2" fmla="*/ 121035 h 284578"/>
                <a:gd name="connsiteX3" fmla="*/ 226282 w 800791"/>
                <a:gd name="connsiteY3" fmla="*/ 152372 h 284578"/>
                <a:gd name="connsiteX4" fmla="*/ 217017 w 800791"/>
                <a:gd name="connsiteY4" fmla="*/ 156508 h 284578"/>
                <a:gd name="connsiteX5" fmla="*/ 226282 w 800791"/>
                <a:gd name="connsiteY5" fmla="*/ 152372 h 284578"/>
                <a:gd name="connsiteX6" fmla="*/ 32868 w 800791"/>
                <a:gd name="connsiteY6" fmla="*/ 76925 h 284578"/>
                <a:gd name="connsiteX7" fmla="*/ 43656 w 800791"/>
                <a:gd name="connsiteY7" fmla="*/ 90823 h 284578"/>
                <a:gd name="connsiteX8" fmla="*/ 32868 w 800791"/>
                <a:gd name="connsiteY8" fmla="*/ 76925 h 284578"/>
                <a:gd name="connsiteX9" fmla="*/ 420921 w 800791"/>
                <a:gd name="connsiteY9" fmla="*/ 164814 h 284578"/>
                <a:gd name="connsiteX10" fmla="*/ 426083 w 800791"/>
                <a:gd name="connsiteY10" fmla="*/ 183311 h 284578"/>
                <a:gd name="connsiteX11" fmla="*/ 428135 w 800791"/>
                <a:gd name="connsiteY11" fmla="*/ 203364 h 284578"/>
                <a:gd name="connsiteX12" fmla="*/ 436871 w 800791"/>
                <a:gd name="connsiteY12" fmla="*/ 186389 h 284578"/>
                <a:gd name="connsiteX13" fmla="*/ 434786 w 800791"/>
                <a:gd name="connsiteY13" fmla="*/ 154556 h 284578"/>
                <a:gd name="connsiteX14" fmla="*/ 446103 w 800791"/>
                <a:gd name="connsiteY14" fmla="*/ 161736 h 284578"/>
                <a:gd name="connsiteX15" fmla="*/ 454839 w 800791"/>
                <a:gd name="connsiteY15" fmla="*/ 179208 h 284578"/>
                <a:gd name="connsiteX16" fmla="*/ 470788 w 800791"/>
                <a:gd name="connsiteY16" fmla="*/ 181260 h 284578"/>
                <a:gd name="connsiteX17" fmla="*/ 471814 w 800791"/>
                <a:gd name="connsiteY17" fmla="*/ 168024 h 284578"/>
                <a:gd name="connsiteX18" fmla="*/ 468207 w 800791"/>
                <a:gd name="connsiteY18" fmla="*/ 147971 h 284578"/>
                <a:gd name="connsiteX19" fmla="*/ 462549 w 800791"/>
                <a:gd name="connsiteY19" fmla="*/ 133609 h 284578"/>
                <a:gd name="connsiteX20" fmla="*/ 488756 w 800791"/>
                <a:gd name="connsiteY20" fmla="*/ 114582 h 284578"/>
                <a:gd name="connsiteX21" fmla="*/ 453317 w 800791"/>
                <a:gd name="connsiteY21" fmla="*/ 124840 h 284578"/>
                <a:gd name="connsiteX22" fmla="*/ 431708 w 800791"/>
                <a:gd name="connsiteY22" fmla="*/ 107898 h 284578"/>
                <a:gd name="connsiteX23" fmla="*/ 489286 w 800791"/>
                <a:gd name="connsiteY23" fmla="*/ 95059 h 284578"/>
                <a:gd name="connsiteX24" fmla="*/ 519597 w 800791"/>
                <a:gd name="connsiteY24" fmla="*/ 77058 h 284578"/>
                <a:gd name="connsiteX25" fmla="*/ 501100 w 800791"/>
                <a:gd name="connsiteY25" fmla="*/ 84271 h 284578"/>
                <a:gd name="connsiteX26" fmla="*/ 457420 w 800791"/>
                <a:gd name="connsiteY26" fmla="*/ 79639 h 284578"/>
                <a:gd name="connsiteX27" fmla="*/ 436341 w 800791"/>
                <a:gd name="connsiteY27" fmla="*/ 88375 h 284578"/>
                <a:gd name="connsiteX28" fmla="*/ 423998 w 800791"/>
                <a:gd name="connsiteY28" fmla="*/ 114053 h 284578"/>
                <a:gd name="connsiteX29" fmla="*/ 410134 w 800791"/>
                <a:gd name="connsiteY29" fmla="*/ 147474 h 284578"/>
                <a:gd name="connsiteX30" fmla="*/ 420921 w 800791"/>
                <a:gd name="connsiteY30" fmla="*/ 164715 h 284578"/>
                <a:gd name="connsiteX31" fmla="*/ 185978 w 800791"/>
                <a:gd name="connsiteY31" fmla="*/ 178050 h 284578"/>
                <a:gd name="connsiteX32" fmla="*/ 188559 w 800791"/>
                <a:gd name="connsiteY32" fmla="*/ 160049 h 284578"/>
                <a:gd name="connsiteX33" fmla="*/ 195740 w 800791"/>
                <a:gd name="connsiteY33" fmla="*/ 155946 h 284578"/>
                <a:gd name="connsiteX34" fmla="*/ 196269 w 800791"/>
                <a:gd name="connsiteY34" fmla="*/ 145158 h 284578"/>
                <a:gd name="connsiteX35" fmla="*/ 181842 w 800791"/>
                <a:gd name="connsiteY35" fmla="*/ 131260 h 284578"/>
                <a:gd name="connsiteX36" fmla="*/ 179823 w 800791"/>
                <a:gd name="connsiteY36" fmla="*/ 139003 h 284578"/>
                <a:gd name="connsiteX37" fmla="*/ 186441 w 800791"/>
                <a:gd name="connsiteY37" fmla="*/ 147210 h 284578"/>
                <a:gd name="connsiteX38" fmla="*/ 175654 w 800791"/>
                <a:gd name="connsiteY38" fmla="*/ 144132 h 284578"/>
                <a:gd name="connsiteX39" fmla="*/ 164866 w 800791"/>
                <a:gd name="connsiteY39" fmla="*/ 134867 h 284578"/>
                <a:gd name="connsiteX40" fmla="*/ 149446 w 800791"/>
                <a:gd name="connsiteY40" fmla="*/ 119447 h 284578"/>
                <a:gd name="connsiteX41" fmla="*/ 145839 w 800791"/>
                <a:gd name="connsiteY41" fmla="*/ 107137 h 284578"/>
                <a:gd name="connsiteX42" fmla="*/ 137103 w 800791"/>
                <a:gd name="connsiteY42" fmla="*/ 91187 h 284578"/>
                <a:gd name="connsiteX43" fmla="*/ 127871 w 800791"/>
                <a:gd name="connsiteY43" fmla="*/ 83477 h 284578"/>
                <a:gd name="connsiteX44" fmla="*/ 119135 w 800791"/>
                <a:gd name="connsiteY44" fmla="*/ 74741 h 284578"/>
                <a:gd name="connsiteX45" fmla="*/ 108314 w 800791"/>
                <a:gd name="connsiteY45" fmla="*/ 69612 h 284578"/>
                <a:gd name="connsiteX46" fmla="*/ 95078 w 800791"/>
                <a:gd name="connsiteY46" fmla="*/ 63954 h 284578"/>
                <a:gd name="connsiteX47" fmla="*/ 80154 w 800791"/>
                <a:gd name="connsiteY47" fmla="*/ 49063 h 284578"/>
                <a:gd name="connsiteX48" fmla="*/ 50869 w 800791"/>
                <a:gd name="connsiteY48" fmla="*/ 22855 h 284578"/>
                <a:gd name="connsiteX49" fmla="*/ 25687 w 800791"/>
                <a:gd name="connsiteY49" fmla="*/ 11042 h 284578"/>
                <a:gd name="connsiteX50" fmla="*/ 3054 w 800791"/>
                <a:gd name="connsiteY50" fmla="*/ 4424 h 284578"/>
                <a:gd name="connsiteX51" fmla="*/ 26713 w 800791"/>
                <a:gd name="connsiteY51" fmla="*/ 37845 h 284578"/>
                <a:gd name="connsiteX52" fmla="*/ 50340 w 800791"/>
                <a:gd name="connsiteY52" fmla="*/ 62531 h 284578"/>
                <a:gd name="connsiteX53" fmla="*/ 69367 w 800791"/>
                <a:gd name="connsiteY53" fmla="*/ 97441 h 284578"/>
                <a:gd name="connsiteX54" fmla="*/ 96104 w 800791"/>
                <a:gd name="connsiteY54" fmla="*/ 137547 h 284578"/>
                <a:gd name="connsiteX55" fmla="*/ 121286 w 800791"/>
                <a:gd name="connsiteY55" fmla="*/ 167329 h 284578"/>
                <a:gd name="connsiteX56" fmla="*/ 152623 w 800791"/>
                <a:gd name="connsiteY56" fmla="*/ 194562 h 284578"/>
                <a:gd name="connsiteX57" fmla="*/ 161392 w 800791"/>
                <a:gd name="connsiteY57" fmla="*/ 203298 h 284578"/>
                <a:gd name="connsiteX58" fmla="*/ 179889 w 800791"/>
                <a:gd name="connsiteY58" fmla="*/ 203795 h 284578"/>
                <a:gd name="connsiteX59" fmla="*/ 186044 w 800791"/>
                <a:gd name="connsiteY59" fmla="*/ 178083 h 284578"/>
                <a:gd name="connsiteX60" fmla="*/ 578664 w 800791"/>
                <a:gd name="connsiteY60" fmla="*/ 95820 h 284578"/>
                <a:gd name="connsiteX61" fmla="*/ 584818 w 800791"/>
                <a:gd name="connsiteY61" fmla="*/ 82981 h 284578"/>
                <a:gd name="connsiteX62" fmla="*/ 574527 w 800791"/>
                <a:gd name="connsiteY62" fmla="*/ 78348 h 284578"/>
                <a:gd name="connsiteX63" fmla="*/ 562714 w 800791"/>
                <a:gd name="connsiteY63" fmla="*/ 71730 h 284578"/>
                <a:gd name="connsiteX64" fmla="*/ 571946 w 800791"/>
                <a:gd name="connsiteY64" fmla="*/ 109751 h 284578"/>
                <a:gd name="connsiteX65" fmla="*/ 578730 w 800791"/>
                <a:gd name="connsiteY65" fmla="*/ 95853 h 284578"/>
                <a:gd name="connsiteX66" fmla="*/ 536506 w 800791"/>
                <a:gd name="connsiteY66" fmla="*/ 160049 h 284578"/>
                <a:gd name="connsiteX67" fmla="*/ 557585 w 800791"/>
                <a:gd name="connsiteY67" fmla="*/ 165707 h 284578"/>
                <a:gd name="connsiteX68" fmla="*/ 536573 w 800791"/>
                <a:gd name="connsiteY68" fmla="*/ 160082 h 284578"/>
                <a:gd name="connsiteX69" fmla="*/ 495904 w 800791"/>
                <a:gd name="connsiteY69" fmla="*/ 246911 h 284578"/>
                <a:gd name="connsiteX70" fmla="*/ 458876 w 800791"/>
                <a:gd name="connsiteY70" fmla="*/ 249989 h 284578"/>
                <a:gd name="connsiteX71" fmla="*/ 426513 w 800791"/>
                <a:gd name="connsiteY71" fmla="*/ 254622 h 284578"/>
                <a:gd name="connsiteX72" fmla="*/ 454773 w 800791"/>
                <a:gd name="connsiteY72" fmla="*/ 259751 h 284578"/>
                <a:gd name="connsiteX73" fmla="*/ 490246 w 800791"/>
                <a:gd name="connsiteY73" fmla="*/ 252040 h 284578"/>
                <a:gd name="connsiteX74" fmla="*/ 495970 w 800791"/>
                <a:gd name="connsiteY74" fmla="*/ 246945 h 284578"/>
                <a:gd name="connsiteX75" fmla="*/ 605963 w 800791"/>
                <a:gd name="connsiteY75" fmla="*/ 153034 h 284578"/>
                <a:gd name="connsiteX76" fmla="*/ 572012 w 800791"/>
                <a:gd name="connsiteY76" fmla="*/ 159188 h 284578"/>
                <a:gd name="connsiteX77" fmla="*/ 595672 w 800791"/>
                <a:gd name="connsiteY77" fmla="*/ 162795 h 284578"/>
                <a:gd name="connsiteX78" fmla="*/ 617777 w 800791"/>
                <a:gd name="connsiteY78" fmla="*/ 170505 h 284578"/>
                <a:gd name="connsiteX79" fmla="*/ 605963 w 800791"/>
                <a:gd name="connsiteY79" fmla="*/ 153034 h 284578"/>
                <a:gd name="connsiteX80" fmla="*/ 335084 w 800791"/>
                <a:gd name="connsiteY80" fmla="*/ 241418 h 284578"/>
                <a:gd name="connsiteX81" fmla="*/ 304773 w 800791"/>
                <a:gd name="connsiteY81" fmla="*/ 236786 h 284578"/>
                <a:gd name="connsiteX82" fmla="*/ 322245 w 800791"/>
                <a:gd name="connsiteY82" fmla="*/ 224840 h 284578"/>
                <a:gd name="connsiteX83" fmla="*/ 301696 w 800791"/>
                <a:gd name="connsiteY83" fmla="*/ 224344 h 284578"/>
                <a:gd name="connsiteX84" fmla="*/ 265693 w 800791"/>
                <a:gd name="connsiteY84" fmla="*/ 220207 h 284578"/>
                <a:gd name="connsiteX85" fmla="*/ 228698 w 800791"/>
                <a:gd name="connsiteY85" fmla="*/ 212001 h 284578"/>
                <a:gd name="connsiteX86" fmla="*/ 188096 w 800791"/>
                <a:gd name="connsiteY86" fmla="*/ 209949 h 284578"/>
                <a:gd name="connsiteX87" fmla="*/ 179889 w 800791"/>
                <a:gd name="connsiteY87" fmla="*/ 220207 h 284578"/>
                <a:gd name="connsiteX88" fmla="*/ 192728 w 800791"/>
                <a:gd name="connsiteY88" fmla="*/ 222788 h 284578"/>
                <a:gd name="connsiteX89" fmla="*/ 201961 w 800791"/>
                <a:gd name="connsiteY89" fmla="*/ 232550 h 284578"/>
                <a:gd name="connsiteX90" fmla="*/ 232801 w 800791"/>
                <a:gd name="connsiteY90" fmla="*/ 235131 h 284578"/>
                <a:gd name="connsiteX91" fmla="*/ 265693 w 800791"/>
                <a:gd name="connsiteY91" fmla="*/ 243338 h 284578"/>
                <a:gd name="connsiteX92" fmla="*/ 308711 w 800791"/>
                <a:gd name="connsiteY92" fmla="*/ 250551 h 284578"/>
                <a:gd name="connsiteX93" fmla="*/ 331874 w 800791"/>
                <a:gd name="connsiteY93" fmla="*/ 251544 h 284578"/>
                <a:gd name="connsiteX94" fmla="*/ 352457 w 800791"/>
                <a:gd name="connsiteY94" fmla="*/ 252074 h 284578"/>
                <a:gd name="connsiteX95" fmla="*/ 335084 w 800791"/>
                <a:gd name="connsiteY95" fmla="*/ 241286 h 284578"/>
                <a:gd name="connsiteX96" fmla="*/ 739583 w 800791"/>
                <a:gd name="connsiteY96" fmla="*/ 129374 h 284578"/>
                <a:gd name="connsiteX97" fmla="*/ 724163 w 800791"/>
                <a:gd name="connsiteY97" fmla="*/ 143272 h 284578"/>
                <a:gd name="connsiteX98" fmla="*/ 695904 w 800791"/>
                <a:gd name="connsiteY98" fmla="*/ 161273 h 284578"/>
                <a:gd name="connsiteX99" fmla="*/ 677406 w 800791"/>
                <a:gd name="connsiteY99" fmla="*/ 118090 h 284578"/>
                <a:gd name="connsiteX100" fmla="*/ 637697 w 800791"/>
                <a:gd name="connsiteY100" fmla="*/ 112928 h 284578"/>
                <a:gd name="connsiteX101" fmla="*/ 622773 w 800791"/>
                <a:gd name="connsiteY101" fmla="*/ 124245 h 284578"/>
                <a:gd name="connsiteX102" fmla="*/ 632039 w 800791"/>
                <a:gd name="connsiteY102" fmla="*/ 128877 h 284578"/>
                <a:gd name="connsiteX103" fmla="*/ 641800 w 800791"/>
                <a:gd name="connsiteY103" fmla="*/ 140691 h 284578"/>
                <a:gd name="connsiteX104" fmla="*/ 669563 w 800791"/>
                <a:gd name="connsiteY104" fmla="*/ 142246 h 284578"/>
                <a:gd name="connsiteX105" fmla="*/ 668008 w 800791"/>
                <a:gd name="connsiteY105" fmla="*/ 147375 h 284578"/>
                <a:gd name="connsiteX106" fmla="*/ 653117 w 800791"/>
                <a:gd name="connsiteY106" fmla="*/ 149956 h 284578"/>
                <a:gd name="connsiteX107" fmla="*/ 642826 w 800791"/>
                <a:gd name="connsiteY107" fmla="*/ 152504 h 284578"/>
                <a:gd name="connsiteX108" fmla="*/ 653614 w 800791"/>
                <a:gd name="connsiteY108" fmla="*/ 167924 h 284578"/>
                <a:gd name="connsiteX109" fmla="*/ 665427 w 800791"/>
                <a:gd name="connsiteY109" fmla="*/ 167924 h 284578"/>
                <a:gd name="connsiteX110" fmla="*/ 683428 w 800791"/>
                <a:gd name="connsiteY110" fmla="*/ 173053 h 284578"/>
                <a:gd name="connsiteX111" fmla="*/ 698849 w 800791"/>
                <a:gd name="connsiteY111" fmla="*/ 181293 h 284578"/>
                <a:gd name="connsiteX112" fmla="*/ 747657 w 800791"/>
                <a:gd name="connsiteY112" fmla="*/ 198235 h 284578"/>
                <a:gd name="connsiteX113" fmla="*/ 757584 w 800791"/>
                <a:gd name="connsiteY113" fmla="*/ 218321 h 284578"/>
                <a:gd name="connsiteX114" fmla="*/ 757055 w 800791"/>
                <a:gd name="connsiteY114" fmla="*/ 233741 h 284578"/>
                <a:gd name="connsiteX115" fmla="*/ 740510 w 800791"/>
                <a:gd name="connsiteY115" fmla="*/ 247573 h 284578"/>
                <a:gd name="connsiteX116" fmla="*/ 780615 w 800791"/>
                <a:gd name="connsiteY116" fmla="*/ 245522 h 284578"/>
                <a:gd name="connsiteX117" fmla="*/ 799113 w 800791"/>
                <a:gd name="connsiteY117" fmla="*/ 259949 h 284578"/>
                <a:gd name="connsiteX118" fmla="*/ 799113 w 800791"/>
                <a:gd name="connsiteY118" fmla="*/ 150155 h 284578"/>
                <a:gd name="connsiteX119" fmla="*/ 739583 w 800791"/>
                <a:gd name="connsiteY119" fmla="*/ 129241 h 284578"/>
                <a:gd name="connsiteX120" fmla="*/ 517082 w 800791"/>
                <a:gd name="connsiteY120" fmla="*/ 259651 h 284578"/>
                <a:gd name="connsiteX121" fmla="*/ 511424 w 800791"/>
                <a:gd name="connsiteY121" fmla="*/ 262034 h 284578"/>
                <a:gd name="connsiteX122" fmla="*/ 508876 w 800791"/>
                <a:gd name="connsiteY122" fmla="*/ 266997 h 284578"/>
                <a:gd name="connsiteX123" fmla="*/ 503217 w 800791"/>
                <a:gd name="connsiteY123" fmla="*/ 263887 h 284578"/>
                <a:gd name="connsiteX124" fmla="*/ 494944 w 800791"/>
                <a:gd name="connsiteY124" fmla="*/ 283576 h 284578"/>
                <a:gd name="connsiteX125" fmla="*/ 516751 w 800791"/>
                <a:gd name="connsiteY125" fmla="*/ 271101 h 284578"/>
                <a:gd name="connsiteX126" fmla="*/ 519101 w 800791"/>
                <a:gd name="connsiteY126" fmla="*/ 268156 h 284578"/>
                <a:gd name="connsiteX127" fmla="*/ 520821 w 800791"/>
                <a:gd name="connsiteY127" fmla="*/ 266567 h 284578"/>
                <a:gd name="connsiteX128" fmla="*/ 522575 w 800791"/>
                <a:gd name="connsiteY128" fmla="*/ 265442 h 284578"/>
                <a:gd name="connsiteX129" fmla="*/ 517082 w 800791"/>
                <a:gd name="connsiteY129" fmla="*/ 259519 h 284578"/>
                <a:gd name="connsiteX130" fmla="*/ 374164 w 800791"/>
                <a:gd name="connsiteY130" fmla="*/ 127289 h 284578"/>
                <a:gd name="connsiteX131" fmla="*/ 384422 w 800791"/>
                <a:gd name="connsiteY131" fmla="*/ 100585 h 284578"/>
                <a:gd name="connsiteX132" fmla="*/ 410663 w 800791"/>
                <a:gd name="connsiteY132" fmla="*/ 85661 h 284578"/>
                <a:gd name="connsiteX133" fmla="*/ 398817 w 800791"/>
                <a:gd name="connsiteY133" fmla="*/ 71796 h 284578"/>
                <a:gd name="connsiteX134" fmla="*/ 393158 w 800791"/>
                <a:gd name="connsiteY134" fmla="*/ 57931 h 284578"/>
                <a:gd name="connsiteX135" fmla="*/ 387533 w 800791"/>
                <a:gd name="connsiteY135" fmla="*/ 42511 h 284578"/>
                <a:gd name="connsiteX136" fmla="*/ 388559 w 800791"/>
                <a:gd name="connsiteY136" fmla="*/ 29672 h 284578"/>
                <a:gd name="connsiteX137" fmla="*/ 391107 w 800791"/>
                <a:gd name="connsiteY137" fmla="*/ 28348 h 284578"/>
                <a:gd name="connsiteX138" fmla="*/ 382900 w 800791"/>
                <a:gd name="connsiteY138" fmla="*/ 25536 h 284578"/>
                <a:gd name="connsiteX139" fmla="*/ 356163 w 800791"/>
                <a:gd name="connsiteY139" fmla="*/ 36853 h 284578"/>
                <a:gd name="connsiteX140" fmla="*/ 345872 w 800791"/>
                <a:gd name="connsiteY140" fmla="*/ 52273 h 284578"/>
                <a:gd name="connsiteX141" fmla="*/ 340742 w 800791"/>
                <a:gd name="connsiteY141" fmla="*/ 68818 h 284578"/>
                <a:gd name="connsiteX142" fmla="*/ 325323 w 800791"/>
                <a:gd name="connsiteY142" fmla="*/ 79109 h 284578"/>
                <a:gd name="connsiteX143" fmla="*/ 308777 w 800791"/>
                <a:gd name="connsiteY143" fmla="*/ 75999 h 284578"/>
                <a:gd name="connsiteX144" fmla="*/ 291305 w 800791"/>
                <a:gd name="connsiteY144" fmla="*/ 83213 h 284578"/>
                <a:gd name="connsiteX145" fmla="*/ 268704 w 800791"/>
                <a:gd name="connsiteY145" fmla="*/ 85231 h 284578"/>
                <a:gd name="connsiteX146" fmla="*/ 254310 w 800791"/>
                <a:gd name="connsiteY146" fmla="*/ 78083 h 284578"/>
                <a:gd name="connsiteX147" fmla="*/ 249082 w 800791"/>
                <a:gd name="connsiteY147" fmla="*/ 66932 h 284578"/>
                <a:gd name="connsiteX148" fmla="*/ 247096 w 800791"/>
                <a:gd name="connsiteY148" fmla="*/ 66932 h 284578"/>
                <a:gd name="connsiteX149" fmla="*/ 235779 w 800791"/>
                <a:gd name="connsiteY149" fmla="*/ 91088 h 284578"/>
                <a:gd name="connsiteX150" fmla="*/ 245045 w 800791"/>
                <a:gd name="connsiteY150" fmla="*/ 115244 h 284578"/>
                <a:gd name="connsiteX151" fmla="*/ 259969 w 800791"/>
                <a:gd name="connsiteY151" fmla="*/ 132716 h 284578"/>
                <a:gd name="connsiteX152" fmla="*/ 276514 w 800791"/>
                <a:gd name="connsiteY152" fmla="*/ 155879 h 284578"/>
                <a:gd name="connsiteX153" fmla="*/ 290379 w 800791"/>
                <a:gd name="connsiteY153" fmla="*/ 162497 h 284578"/>
                <a:gd name="connsiteX154" fmla="*/ 313542 w 800791"/>
                <a:gd name="connsiteY154" fmla="*/ 159950 h 284578"/>
                <a:gd name="connsiteX155" fmla="*/ 335647 w 800791"/>
                <a:gd name="connsiteY155" fmla="*/ 170208 h 284578"/>
                <a:gd name="connsiteX156" fmla="*/ 360829 w 800791"/>
                <a:gd name="connsiteY156" fmla="*/ 166104 h 284578"/>
                <a:gd name="connsiteX157" fmla="*/ 374164 w 800791"/>
                <a:gd name="connsiteY157" fmla="*/ 127190 h 284578"/>
                <a:gd name="connsiteX158" fmla="*/ 412681 w 800791"/>
                <a:gd name="connsiteY158" fmla="*/ 271200 h 284578"/>
                <a:gd name="connsiteX159" fmla="*/ 428135 w 800791"/>
                <a:gd name="connsiteY159" fmla="*/ 278910 h 284578"/>
                <a:gd name="connsiteX160" fmla="*/ 444680 w 800791"/>
                <a:gd name="connsiteY160" fmla="*/ 279936 h 284578"/>
                <a:gd name="connsiteX161" fmla="*/ 412681 w 800791"/>
                <a:gd name="connsiteY161" fmla="*/ 271101 h 284578"/>
                <a:gd name="connsiteX162" fmla="*/ 387003 w 800791"/>
                <a:gd name="connsiteY162" fmla="*/ 246018 h 284578"/>
                <a:gd name="connsiteX163" fmla="*/ 371087 w 800791"/>
                <a:gd name="connsiteY163" fmla="*/ 248070 h 284578"/>
                <a:gd name="connsiteX164" fmla="*/ 362847 w 800791"/>
                <a:gd name="connsiteY164" fmla="*/ 257302 h 284578"/>
                <a:gd name="connsiteX165" fmla="*/ 388029 w 800791"/>
                <a:gd name="connsiteY165" fmla="*/ 261438 h 284578"/>
                <a:gd name="connsiteX166" fmla="*/ 412681 w 800791"/>
                <a:gd name="connsiteY166" fmla="*/ 254225 h 284578"/>
                <a:gd name="connsiteX167" fmla="*/ 387003 w 800791"/>
                <a:gd name="connsiteY167" fmla="*/ 245919 h 28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800791" h="284578">
                  <a:moveTo>
                    <a:pt x="58083" y="121035"/>
                  </a:moveTo>
                  <a:cubicBezTo>
                    <a:pt x="57057" y="123583"/>
                    <a:pt x="62683" y="133874"/>
                    <a:pt x="66290" y="130797"/>
                  </a:cubicBezTo>
                  <a:cubicBezTo>
                    <a:pt x="69896" y="127719"/>
                    <a:pt x="61293" y="112895"/>
                    <a:pt x="58083" y="121035"/>
                  </a:cubicBezTo>
                  <a:close/>
                  <a:moveTo>
                    <a:pt x="226282" y="152372"/>
                  </a:moveTo>
                  <a:cubicBezTo>
                    <a:pt x="226282" y="147739"/>
                    <a:pt x="213046" y="149989"/>
                    <a:pt x="217017" y="156508"/>
                  </a:cubicBezTo>
                  <a:cubicBezTo>
                    <a:pt x="220988" y="163027"/>
                    <a:pt x="226282" y="157004"/>
                    <a:pt x="226282" y="152372"/>
                  </a:cubicBezTo>
                  <a:close/>
                  <a:moveTo>
                    <a:pt x="32868" y="76925"/>
                  </a:moveTo>
                  <a:cubicBezTo>
                    <a:pt x="31842" y="82087"/>
                    <a:pt x="37501" y="96780"/>
                    <a:pt x="43656" y="90823"/>
                  </a:cubicBezTo>
                  <a:cubicBezTo>
                    <a:pt x="49811" y="84867"/>
                    <a:pt x="33894" y="71796"/>
                    <a:pt x="32868" y="76925"/>
                  </a:cubicBezTo>
                  <a:close/>
                  <a:moveTo>
                    <a:pt x="420921" y="164814"/>
                  </a:moveTo>
                  <a:cubicBezTo>
                    <a:pt x="428631" y="165343"/>
                    <a:pt x="427539" y="176627"/>
                    <a:pt x="426083" y="183311"/>
                  </a:cubicBezTo>
                  <a:cubicBezTo>
                    <a:pt x="424627" y="189996"/>
                    <a:pt x="421417" y="205879"/>
                    <a:pt x="428135" y="203364"/>
                  </a:cubicBezTo>
                  <a:cubicBezTo>
                    <a:pt x="436341" y="200254"/>
                    <a:pt x="441371" y="190128"/>
                    <a:pt x="436871" y="186389"/>
                  </a:cubicBezTo>
                  <a:cubicBezTo>
                    <a:pt x="432370" y="182650"/>
                    <a:pt x="432767" y="160181"/>
                    <a:pt x="434786" y="154556"/>
                  </a:cubicBezTo>
                  <a:cubicBezTo>
                    <a:pt x="436804" y="148930"/>
                    <a:pt x="450735" y="153000"/>
                    <a:pt x="446103" y="161736"/>
                  </a:cubicBezTo>
                  <a:cubicBezTo>
                    <a:pt x="441470" y="170472"/>
                    <a:pt x="454839" y="169413"/>
                    <a:pt x="454839" y="179208"/>
                  </a:cubicBezTo>
                  <a:cubicBezTo>
                    <a:pt x="454839" y="189003"/>
                    <a:pt x="462549" y="183841"/>
                    <a:pt x="470788" y="181260"/>
                  </a:cubicBezTo>
                  <a:cubicBezTo>
                    <a:pt x="479028" y="178679"/>
                    <a:pt x="477407" y="174046"/>
                    <a:pt x="471814" y="168024"/>
                  </a:cubicBezTo>
                  <a:cubicBezTo>
                    <a:pt x="466222" y="162001"/>
                    <a:pt x="475917" y="153133"/>
                    <a:pt x="468207" y="147971"/>
                  </a:cubicBezTo>
                  <a:cubicBezTo>
                    <a:pt x="460497" y="142808"/>
                    <a:pt x="455368" y="135132"/>
                    <a:pt x="462549" y="133609"/>
                  </a:cubicBezTo>
                  <a:cubicBezTo>
                    <a:pt x="469729" y="132087"/>
                    <a:pt x="491338" y="119711"/>
                    <a:pt x="488756" y="114582"/>
                  </a:cubicBezTo>
                  <a:cubicBezTo>
                    <a:pt x="486176" y="109453"/>
                    <a:pt x="455898" y="115608"/>
                    <a:pt x="453317" y="124840"/>
                  </a:cubicBezTo>
                  <a:cubicBezTo>
                    <a:pt x="450735" y="134073"/>
                    <a:pt x="429161" y="123815"/>
                    <a:pt x="431708" y="107898"/>
                  </a:cubicBezTo>
                  <a:cubicBezTo>
                    <a:pt x="434256" y="91981"/>
                    <a:pt x="476943" y="89400"/>
                    <a:pt x="489286" y="95059"/>
                  </a:cubicBezTo>
                  <a:cubicBezTo>
                    <a:pt x="501629" y="100717"/>
                    <a:pt x="514964" y="85793"/>
                    <a:pt x="519597" y="77058"/>
                  </a:cubicBezTo>
                  <a:cubicBezTo>
                    <a:pt x="524230" y="68322"/>
                    <a:pt x="509670" y="78613"/>
                    <a:pt x="501100" y="84271"/>
                  </a:cubicBezTo>
                  <a:cubicBezTo>
                    <a:pt x="492529" y="89930"/>
                    <a:pt x="469233" y="83742"/>
                    <a:pt x="457420" y="79639"/>
                  </a:cubicBezTo>
                  <a:cubicBezTo>
                    <a:pt x="445607" y="75536"/>
                    <a:pt x="446103" y="86819"/>
                    <a:pt x="436341" y="88375"/>
                  </a:cubicBezTo>
                  <a:cubicBezTo>
                    <a:pt x="426580" y="89930"/>
                    <a:pt x="428631" y="111538"/>
                    <a:pt x="423998" y="114053"/>
                  </a:cubicBezTo>
                  <a:cubicBezTo>
                    <a:pt x="419366" y="116568"/>
                    <a:pt x="419366" y="132584"/>
                    <a:pt x="410134" y="147474"/>
                  </a:cubicBezTo>
                  <a:cubicBezTo>
                    <a:pt x="400901" y="162365"/>
                    <a:pt x="413211" y="164185"/>
                    <a:pt x="420921" y="164715"/>
                  </a:cubicBezTo>
                  <a:close/>
                  <a:moveTo>
                    <a:pt x="185978" y="178050"/>
                  </a:moveTo>
                  <a:cubicBezTo>
                    <a:pt x="185482" y="170836"/>
                    <a:pt x="188559" y="163656"/>
                    <a:pt x="188559" y="160049"/>
                  </a:cubicBezTo>
                  <a:cubicBezTo>
                    <a:pt x="188559" y="156442"/>
                    <a:pt x="191107" y="154920"/>
                    <a:pt x="195740" y="155946"/>
                  </a:cubicBezTo>
                  <a:cubicBezTo>
                    <a:pt x="200373" y="156971"/>
                    <a:pt x="199876" y="146184"/>
                    <a:pt x="196269" y="145158"/>
                  </a:cubicBezTo>
                  <a:cubicBezTo>
                    <a:pt x="192662" y="144132"/>
                    <a:pt x="190611" y="131260"/>
                    <a:pt x="181842" y="131260"/>
                  </a:cubicBezTo>
                  <a:cubicBezTo>
                    <a:pt x="173073" y="131260"/>
                    <a:pt x="174661" y="138474"/>
                    <a:pt x="179823" y="139003"/>
                  </a:cubicBezTo>
                  <a:cubicBezTo>
                    <a:pt x="184985" y="139533"/>
                    <a:pt x="188029" y="143636"/>
                    <a:pt x="186441" y="147210"/>
                  </a:cubicBezTo>
                  <a:cubicBezTo>
                    <a:pt x="184853" y="150783"/>
                    <a:pt x="182868" y="143636"/>
                    <a:pt x="175654" y="144132"/>
                  </a:cubicBezTo>
                  <a:cubicBezTo>
                    <a:pt x="168440" y="144629"/>
                    <a:pt x="173106" y="135363"/>
                    <a:pt x="164866" y="134867"/>
                  </a:cubicBezTo>
                  <a:cubicBezTo>
                    <a:pt x="156627" y="134370"/>
                    <a:pt x="158248" y="119447"/>
                    <a:pt x="149446" y="119447"/>
                  </a:cubicBezTo>
                  <a:cubicBezTo>
                    <a:pt x="140644" y="119447"/>
                    <a:pt x="140214" y="112266"/>
                    <a:pt x="145839" y="107137"/>
                  </a:cubicBezTo>
                  <a:cubicBezTo>
                    <a:pt x="151465" y="102008"/>
                    <a:pt x="137103" y="97210"/>
                    <a:pt x="137103" y="91187"/>
                  </a:cubicBezTo>
                  <a:cubicBezTo>
                    <a:pt x="137103" y="85165"/>
                    <a:pt x="127871" y="88639"/>
                    <a:pt x="127871" y="83477"/>
                  </a:cubicBezTo>
                  <a:cubicBezTo>
                    <a:pt x="127871" y="78315"/>
                    <a:pt x="123768" y="80929"/>
                    <a:pt x="119135" y="74741"/>
                  </a:cubicBezTo>
                  <a:cubicBezTo>
                    <a:pt x="114502" y="68553"/>
                    <a:pt x="112517" y="74212"/>
                    <a:pt x="108314" y="69612"/>
                  </a:cubicBezTo>
                  <a:cubicBezTo>
                    <a:pt x="104112" y="65013"/>
                    <a:pt x="98387" y="62432"/>
                    <a:pt x="95078" y="63954"/>
                  </a:cubicBezTo>
                  <a:cubicBezTo>
                    <a:pt x="91769" y="65476"/>
                    <a:pt x="83232" y="57336"/>
                    <a:pt x="80154" y="49063"/>
                  </a:cubicBezTo>
                  <a:cubicBezTo>
                    <a:pt x="77706" y="42445"/>
                    <a:pt x="53947" y="31591"/>
                    <a:pt x="50869" y="22855"/>
                  </a:cubicBezTo>
                  <a:cubicBezTo>
                    <a:pt x="47792" y="14119"/>
                    <a:pt x="39552" y="10512"/>
                    <a:pt x="25687" y="11042"/>
                  </a:cubicBezTo>
                  <a:cubicBezTo>
                    <a:pt x="11822" y="11571"/>
                    <a:pt x="6330" y="-2558"/>
                    <a:pt x="3054" y="4424"/>
                  </a:cubicBezTo>
                  <a:cubicBezTo>
                    <a:pt x="-1050" y="13193"/>
                    <a:pt x="17977" y="32716"/>
                    <a:pt x="26713" y="37845"/>
                  </a:cubicBezTo>
                  <a:cubicBezTo>
                    <a:pt x="35449" y="42974"/>
                    <a:pt x="39949" y="61472"/>
                    <a:pt x="50340" y="62531"/>
                  </a:cubicBezTo>
                  <a:cubicBezTo>
                    <a:pt x="60730" y="63590"/>
                    <a:pt x="61657" y="95919"/>
                    <a:pt x="69367" y="97441"/>
                  </a:cubicBezTo>
                  <a:cubicBezTo>
                    <a:pt x="77077" y="98963"/>
                    <a:pt x="93556" y="124179"/>
                    <a:pt x="96104" y="137547"/>
                  </a:cubicBezTo>
                  <a:cubicBezTo>
                    <a:pt x="98652" y="150916"/>
                    <a:pt x="115628" y="157600"/>
                    <a:pt x="121286" y="167329"/>
                  </a:cubicBezTo>
                  <a:cubicBezTo>
                    <a:pt x="126944" y="177057"/>
                    <a:pt x="149546" y="190492"/>
                    <a:pt x="152623" y="194562"/>
                  </a:cubicBezTo>
                  <a:cubicBezTo>
                    <a:pt x="155700" y="198632"/>
                    <a:pt x="158811" y="207798"/>
                    <a:pt x="161392" y="203298"/>
                  </a:cubicBezTo>
                  <a:cubicBezTo>
                    <a:pt x="163973" y="198798"/>
                    <a:pt x="174628" y="203298"/>
                    <a:pt x="179889" y="203795"/>
                  </a:cubicBezTo>
                  <a:cubicBezTo>
                    <a:pt x="185151" y="204291"/>
                    <a:pt x="186574" y="185264"/>
                    <a:pt x="186044" y="178083"/>
                  </a:cubicBezTo>
                  <a:close/>
                  <a:moveTo>
                    <a:pt x="578664" y="95820"/>
                  </a:moveTo>
                  <a:cubicBezTo>
                    <a:pt x="589948" y="96846"/>
                    <a:pt x="584818" y="90161"/>
                    <a:pt x="584818" y="82981"/>
                  </a:cubicBezTo>
                  <a:cubicBezTo>
                    <a:pt x="584818" y="75800"/>
                    <a:pt x="574527" y="81955"/>
                    <a:pt x="574527" y="78348"/>
                  </a:cubicBezTo>
                  <a:cubicBezTo>
                    <a:pt x="574527" y="74741"/>
                    <a:pt x="570954" y="60380"/>
                    <a:pt x="562714" y="71730"/>
                  </a:cubicBezTo>
                  <a:cubicBezTo>
                    <a:pt x="554475" y="83080"/>
                    <a:pt x="565361" y="110975"/>
                    <a:pt x="571946" y="109751"/>
                  </a:cubicBezTo>
                  <a:cubicBezTo>
                    <a:pt x="577704" y="108692"/>
                    <a:pt x="567413" y="94827"/>
                    <a:pt x="578730" y="95853"/>
                  </a:cubicBezTo>
                  <a:close/>
                  <a:moveTo>
                    <a:pt x="536506" y="160049"/>
                  </a:moveTo>
                  <a:cubicBezTo>
                    <a:pt x="538558" y="168288"/>
                    <a:pt x="553449" y="172888"/>
                    <a:pt x="557585" y="165707"/>
                  </a:cubicBezTo>
                  <a:cubicBezTo>
                    <a:pt x="561721" y="158526"/>
                    <a:pt x="534190" y="150552"/>
                    <a:pt x="536573" y="160082"/>
                  </a:cubicBezTo>
                  <a:close/>
                  <a:moveTo>
                    <a:pt x="495904" y="246911"/>
                  </a:moveTo>
                  <a:cubicBezTo>
                    <a:pt x="482039" y="244860"/>
                    <a:pt x="472741" y="255151"/>
                    <a:pt x="458876" y="249989"/>
                  </a:cubicBezTo>
                  <a:cubicBezTo>
                    <a:pt x="445011" y="244827"/>
                    <a:pt x="424263" y="249989"/>
                    <a:pt x="426513" y="254622"/>
                  </a:cubicBezTo>
                  <a:cubicBezTo>
                    <a:pt x="428763" y="259254"/>
                    <a:pt x="440908" y="259254"/>
                    <a:pt x="454773" y="259751"/>
                  </a:cubicBezTo>
                  <a:cubicBezTo>
                    <a:pt x="468638" y="260247"/>
                    <a:pt x="480980" y="252537"/>
                    <a:pt x="490246" y="252040"/>
                  </a:cubicBezTo>
                  <a:cubicBezTo>
                    <a:pt x="499511" y="251544"/>
                    <a:pt x="509835" y="248996"/>
                    <a:pt x="495970" y="246945"/>
                  </a:cubicBezTo>
                  <a:close/>
                  <a:moveTo>
                    <a:pt x="605963" y="153034"/>
                  </a:moveTo>
                  <a:cubicBezTo>
                    <a:pt x="592727" y="148930"/>
                    <a:pt x="569762" y="152438"/>
                    <a:pt x="572012" y="159188"/>
                  </a:cubicBezTo>
                  <a:cubicBezTo>
                    <a:pt x="574097" y="165376"/>
                    <a:pt x="584885" y="162795"/>
                    <a:pt x="595672" y="162795"/>
                  </a:cubicBezTo>
                  <a:cubicBezTo>
                    <a:pt x="606460" y="162795"/>
                    <a:pt x="612218" y="170505"/>
                    <a:pt x="617777" y="170505"/>
                  </a:cubicBezTo>
                  <a:cubicBezTo>
                    <a:pt x="623336" y="170505"/>
                    <a:pt x="619332" y="157004"/>
                    <a:pt x="605963" y="153034"/>
                  </a:cubicBezTo>
                  <a:close/>
                  <a:moveTo>
                    <a:pt x="335084" y="241418"/>
                  </a:moveTo>
                  <a:cubicBezTo>
                    <a:pt x="334588" y="235263"/>
                    <a:pt x="314535" y="240889"/>
                    <a:pt x="304773" y="236786"/>
                  </a:cubicBezTo>
                  <a:cubicBezTo>
                    <a:pt x="295012" y="232683"/>
                    <a:pt x="315627" y="229142"/>
                    <a:pt x="322245" y="224840"/>
                  </a:cubicBezTo>
                  <a:cubicBezTo>
                    <a:pt x="328863" y="220538"/>
                    <a:pt x="318142" y="219182"/>
                    <a:pt x="301696" y="224344"/>
                  </a:cubicBezTo>
                  <a:cubicBezTo>
                    <a:pt x="285250" y="229506"/>
                    <a:pt x="266222" y="213027"/>
                    <a:pt x="265693" y="220207"/>
                  </a:cubicBezTo>
                  <a:cubicBezTo>
                    <a:pt x="265164" y="227388"/>
                    <a:pt x="235912" y="217130"/>
                    <a:pt x="228698" y="212001"/>
                  </a:cubicBezTo>
                  <a:cubicBezTo>
                    <a:pt x="221484" y="206872"/>
                    <a:pt x="193754" y="200154"/>
                    <a:pt x="188096" y="209949"/>
                  </a:cubicBezTo>
                  <a:cubicBezTo>
                    <a:pt x="182437" y="219744"/>
                    <a:pt x="177573" y="210942"/>
                    <a:pt x="179889" y="220207"/>
                  </a:cubicBezTo>
                  <a:cubicBezTo>
                    <a:pt x="181411" y="226395"/>
                    <a:pt x="188096" y="222788"/>
                    <a:pt x="192728" y="222788"/>
                  </a:cubicBezTo>
                  <a:cubicBezTo>
                    <a:pt x="197361" y="222788"/>
                    <a:pt x="195277" y="231524"/>
                    <a:pt x="201961" y="232550"/>
                  </a:cubicBezTo>
                  <a:cubicBezTo>
                    <a:pt x="208645" y="233576"/>
                    <a:pt x="230749" y="239764"/>
                    <a:pt x="232801" y="235131"/>
                  </a:cubicBezTo>
                  <a:cubicBezTo>
                    <a:pt x="234853" y="230498"/>
                    <a:pt x="255435" y="235131"/>
                    <a:pt x="265693" y="243338"/>
                  </a:cubicBezTo>
                  <a:cubicBezTo>
                    <a:pt x="275951" y="251544"/>
                    <a:pt x="299611" y="252074"/>
                    <a:pt x="308711" y="250551"/>
                  </a:cubicBezTo>
                  <a:cubicBezTo>
                    <a:pt x="317811" y="249029"/>
                    <a:pt x="328235" y="256706"/>
                    <a:pt x="331874" y="251544"/>
                  </a:cubicBezTo>
                  <a:cubicBezTo>
                    <a:pt x="335514" y="246382"/>
                    <a:pt x="342166" y="259784"/>
                    <a:pt x="352457" y="252074"/>
                  </a:cubicBezTo>
                  <a:cubicBezTo>
                    <a:pt x="362748" y="244363"/>
                    <a:pt x="335481" y="247441"/>
                    <a:pt x="335084" y="241286"/>
                  </a:cubicBezTo>
                  <a:close/>
                  <a:moveTo>
                    <a:pt x="739583" y="129374"/>
                  </a:moveTo>
                  <a:cubicBezTo>
                    <a:pt x="731873" y="129903"/>
                    <a:pt x="730847" y="143272"/>
                    <a:pt x="724163" y="143272"/>
                  </a:cubicBezTo>
                  <a:cubicBezTo>
                    <a:pt x="717478" y="143272"/>
                    <a:pt x="708246" y="157137"/>
                    <a:pt x="695904" y="161273"/>
                  </a:cubicBezTo>
                  <a:cubicBezTo>
                    <a:pt x="683561" y="165409"/>
                    <a:pt x="683031" y="125800"/>
                    <a:pt x="677406" y="118090"/>
                  </a:cubicBezTo>
                  <a:cubicBezTo>
                    <a:pt x="671780" y="110380"/>
                    <a:pt x="641006" y="104225"/>
                    <a:pt x="637697" y="112928"/>
                  </a:cubicBezTo>
                  <a:cubicBezTo>
                    <a:pt x="634388" y="121631"/>
                    <a:pt x="623899" y="117064"/>
                    <a:pt x="622773" y="124245"/>
                  </a:cubicBezTo>
                  <a:cubicBezTo>
                    <a:pt x="621648" y="131425"/>
                    <a:pt x="625354" y="128877"/>
                    <a:pt x="632039" y="128877"/>
                  </a:cubicBezTo>
                  <a:cubicBezTo>
                    <a:pt x="638723" y="128877"/>
                    <a:pt x="638657" y="134006"/>
                    <a:pt x="641800" y="140691"/>
                  </a:cubicBezTo>
                  <a:cubicBezTo>
                    <a:pt x="644944" y="147375"/>
                    <a:pt x="663375" y="142742"/>
                    <a:pt x="669563" y="142246"/>
                  </a:cubicBezTo>
                  <a:cubicBezTo>
                    <a:pt x="675751" y="141750"/>
                    <a:pt x="676744" y="150452"/>
                    <a:pt x="668008" y="147375"/>
                  </a:cubicBezTo>
                  <a:cubicBezTo>
                    <a:pt x="659272" y="144298"/>
                    <a:pt x="659272" y="151478"/>
                    <a:pt x="653117" y="149956"/>
                  </a:cubicBezTo>
                  <a:cubicBezTo>
                    <a:pt x="646963" y="148434"/>
                    <a:pt x="638690" y="148930"/>
                    <a:pt x="642826" y="152504"/>
                  </a:cubicBezTo>
                  <a:cubicBezTo>
                    <a:pt x="646963" y="156078"/>
                    <a:pt x="653614" y="159718"/>
                    <a:pt x="653614" y="167924"/>
                  </a:cubicBezTo>
                  <a:cubicBezTo>
                    <a:pt x="653614" y="176131"/>
                    <a:pt x="665427" y="174542"/>
                    <a:pt x="665427" y="167924"/>
                  </a:cubicBezTo>
                  <a:cubicBezTo>
                    <a:pt x="665427" y="161306"/>
                    <a:pt x="671615" y="169976"/>
                    <a:pt x="683428" y="173053"/>
                  </a:cubicBezTo>
                  <a:cubicBezTo>
                    <a:pt x="695242" y="176131"/>
                    <a:pt x="687035" y="180763"/>
                    <a:pt x="698849" y="181293"/>
                  </a:cubicBezTo>
                  <a:cubicBezTo>
                    <a:pt x="710662" y="181822"/>
                    <a:pt x="737399" y="190558"/>
                    <a:pt x="747657" y="198235"/>
                  </a:cubicBezTo>
                  <a:cubicBezTo>
                    <a:pt x="757915" y="205912"/>
                    <a:pt x="750768" y="211107"/>
                    <a:pt x="757584" y="218321"/>
                  </a:cubicBezTo>
                  <a:cubicBezTo>
                    <a:pt x="764401" y="225535"/>
                    <a:pt x="766320" y="233741"/>
                    <a:pt x="757055" y="233741"/>
                  </a:cubicBezTo>
                  <a:cubicBezTo>
                    <a:pt x="747789" y="233741"/>
                    <a:pt x="738061" y="242974"/>
                    <a:pt x="740510" y="247573"/>
                  </a:cubicBezTo>
                  <a:cubicBezTo>
                    <a:pt x="742958" y="252173"/>
                    <a:pt x="773401" y="245522"/>
                    <a:pt x="780615" y="245522"/>
                  </a:cubicBezTo>
                  <a:cubicBezTo>
                    <a:pt x="785314" y="245522"/>
                    <a:pt x="790046" y="253893"/>
                    <a:pt x="799113" y="259949"/>
                  </a:cubicBezTo>
                  <a:lnTo>
                    <a:pt x="799113" y="150155"/>
                  </a:lnTo>
                  <a:cubicBezTo>
                    <a:pt x="776942" y="142643"/>
                    <a:pt x="745804" y="128811"/>
                    <a:pt x="739583" y="129241"/>
                  </a:cubicBezTo>
                  <a:close/>
                  <a:moveTo>
                    <a:pt x="517082" y="259651"/>
                  </a:moveTo>
                  <a:cubicBezTo>
                    <a:pt x="515364" y="260796"/>
                    <a:pt x="513443" y="261605"/>
                    <a:pt x="511424" y="262034"/>
                  </a:cubicBezTo>
                  <a:cubicBezTo>
                    <a:pt x="511002" y="263875"/>
                    <a:pt x="510126" y="265581"/>
                    <a:pt x="508876" y="266997"/>
                  </a:cubicBezTo>
                  <a:cubicBezTo>
                    <a:pt x="507453" y="268123"/>
                    <a:pt x="504971" y="265872"/>
                    <a:pt x="503217" y="263887"/>
                  </a:cubicBezTo>
                  <a:cubicBezTo>
                    <a:pt x="493290" y="267990"/>
                    <a:pt x="488029" y="279870"/>
                    <a:pt x="494944" y="283576"/>
                  </a:cubicBezTo>
                  <a:cubicBezTo>
                    <a:pt x="501861" y="287282"/>
                    <a:pt x="511225" y="277719"/>
                    <a:pt x="516751" y="271101"/>
                  </a:cubicBezTo>
                  <a:lnTo>
                    <a:pt x="519101" y="268156"/>
                  </a:lnTo>
                  <a:cubicBezTo>
                    <a:pt x="519595" y="267546"/>
                    <a:pt x="520175" y="267011"/>
                    <a:pt x="520821" y="266567"/>
                  </a:cubicBezTo>
                  <a:cubicBezTo>
                    <a:pt x="521386" y="266162"/>
                    <a:pt x="521972" y="265787"/>
                    <a:pt x="522575" y="265442"/>
                  </a:cubicBezTo>
                  <a:cubicBezTo>
                    <a:pt x="521049" y="263206"/>
                    <a:pt x="519198" y="261209"/>
                    <a:pt x="517082" y="259519"/>
                  </a:cubicBezTo>
                  <a:close/>
                  <a:moveTo>
                    <a:pt x="374164" y="127289"/>
                  </a:moveTo>
                  <a:cubicBezTo>
                    <a:pt x="383396" y="121664"/>
                    <a:pt x="385448" y="110744"/>
                    <a:pt x="384422" y="100585"/>
                  </a:cubicBezTo>
                  <a:cubicBezTo>
                    <a:pt x="383396" y="90426"/>
                    <a:pt x="407056" y="89798"/>
                    <a:pt x="410663" y="85661"/>
                  </a:cubicBezTo>
                  <a:cubicBezTo>
                    <a:pt x="414270" y="81525"/>
                    <a:pt x="405501" y="74874"/>
                    <a:pt x="398817" y="71796"/>
                  </a:cubicBezTo>
                  <a:cubicBezTo>
                    <a:pt x="392132" y="68719"/>
                    <a:pt x="397791" y="62035"/>
                    <a:pt x="393158" y="57931"/>
                  </a:cubicBezTo>
                  <a:cubicBezTo>
                    <a:pt x="388525" y="53828"/>
                    <a:pt x="380848" y="43007"/>
                    <a:pt x="387533" y="42511"/>
                  </a:cubicBezTo>
                  <a:cubicBezTo>
                    <a:pt x="394217" y="42015"/>
                    <a:pt x="382900" y="32584"/>
                    <a:pt x="388559" y="29672"/>
                  </a:cubicBezTo>
                  <a:cubicBezTo>
                    <a:pt x="389286" y="29242"/>
                    <a:pt x="390180" y="28812"/>
                    <a:pt x="391107" y="28348"/>
                  </a:cubicBezTo>
                  <a:cubicBezTo>
                    <a:pt x="388577" y="26893"/>
                    <a:pt x="385791" y="25938"/>
                    <a:pt x="382900" y="25536"/>
                  </a:cubicBezTo>
                  <a:cubicBezTo>
                    <a:pt x="374660" y="25536"/>
                    <a:pt x="355137" y="23484"/>
                    <a:pt x="356163" y="36853"/>
                  </a:cubicBezTo>
                  <a:cubicBezTo>
                    <a:pt x="357189" y="50221"/>
                    <a:pt x="344846" y="45059"/>
                    <a:pt x="345872" y="52273"/>
                  </a:cubicBezTo>
                  <a:cubicBezTo>
                    <a:pt x="346897" y="59486"/>
                    <a:pt x="339717" y="59453"/>
                    <a:pt x="340742" y="68818"/>
                  </a:cubicBezTo>
                  <a:cubicBezTo>
                    <a:pt x="341768" y="78183"/>
                    <a:pt x="335614" y="73947"/>
                    <a:pt x="325323" y="79109"/>
                  </a:cubicBezTo>
                  <a:cubicBezTo>
                    <a:pt x="315031" y="84271"/>
                    <a:pt x="319167" y="75999"/>
                    <a:pt x="308777" y="75999"/>
                  </a:cubicBezTo>
                  <a:cubicBezTo>
                    <a:pt x="298387" y="75999"/>
                    <a:pt x="297460" y="81161"/>
                    <a:pt x="291305" y="83213"/>
                  </a:cubicBezTo>
                  <a:cubicBezTo>
                    <a:pt x="285151" y="85264"/>
                    <a:pt x="272808" y="82187"/>
                    <a:pt x="268704" y="85231"/>
                  </a:cubicBezTo>
                  <a:cubicBezTo>
                    <a:pt x="264601" y="88275"/>
                    <a:pt x="258413" y="78083"/>
                    <a:pt x="254310" y="78083"/>
                  </a:cubicBezTo>
                  <a:cubicBezTo>
                    <a:pt x="252192" y="78083"/>
                    <a:pt x="250372" y="72458"/>
                    <a:pt x="249082" y="66932"/>
                  </a:cubicBezTo>
                  <a:cubicBezTo>
                    <a:pt x="248423" y="66839"/>
                    <a:pt x="247755" y="66839"/>
                    <a:pt x="247096" y="66932"/>
                  </a:cubicBezTo>
                  <a:cubicBezTo>
                    <a:pt x="240478" y="67461"/>
                    <a:pt x="229360" y="85099"/>
                    <a:pt x="235779" y="91088"/>
                  </a:cubicBezTo>
                  <a:cubicBezTo>
                    <a:pt x="243489" y="98269"/>
                    <a:pt x="241471" y="109586"/>
                    <a:pt x="245045" y="115244"/>
                  </a:cubicBezTo>
                  <a:cubicBezTo>
                    <a:pt x="248618" y="120903"/>
                    <a:pt x="259969" y="121862"/>
                    <a:pt x="259969" y="132716"/>
                  </a:cubicBezTo>
                  <a:cubicBezTo>
                    <a:pt x="259969" y="143570"/>
                    <a:pt x="269896" y="160446"/>
                    <a:pt x="276514" y="155879"/>
                  </a:cubicBezTo>
                  <a:cubicBezTo>
                    <a:pt x="283132" y="151313"/>
                    <a:pt x="288327" y="157931"/>
                    <a:pt x="290379" y="162497"/>
                  </a:cubicBezTo>
                  <a:cubicBezTo>
                    <a:pt x="292430" y="167064"/>
                    <a:pt x="308347" y="158891"/>
                    <a:pt x="313542" y="159950"/>
                  </a:cubicBezTo>
                  <a:cubicBezTo>
                    <a:pt x="318737" y="161008"/>
                    <a:pt x="334588" y="164053"/>
                    <a:pt x="335647" y="170208"/>
                  </a:cubicBezTo>
                  <a:cubicBezTo>
                    <a:pt x="336706" y="176362"/>
                    <a:pt x="351067" y="169678"/>
                    <a:pt x="360829" y="166104"/>
                  </a:cubicBezTo>
                  <a:cubicBezTo>
                    <a:pt x="370590" y="162531"/>
                    <a:pt x="364899" y="132848"/>
                    <a:pt x="374164" y="127190"/>
                  </a:cubicBezTo>
                  <a:close/>
                  <a:moveTo>
                    <a:pt x="412681" y="271200"/>
                  </a:moveTo>
                  <a:cubicBezTo>
                    <a:pt x="415792" y="275799"/>
                    <a:pt x="424528" y="275799"/>
                    <a:pt x="428135" y="278910"/>
                  </a:cubicBezTo>
                  <a:cubicBezTo>
                    <a:pt x="431741" y="282020"/>
                    <a:pt x="444680" y="288837"/>
                    <a:pt x="444680" y="279936"/>
                  </a:cubicBezTo>
                  <a:cubicBezTo>
                    <a:pt x="444680" y="271034"/>
                    <a:pt x="409273" y="265939"/>
                    <a:pt x="412681" y="271101"/>
                  </a:cubicBezTo>
                  <a:close/>
                  <a:moveTo>
                    <a:pt x="387003" y="246018"/>
                  </a:moveTo>
                  <a:cubicBezTo>
                    <a:pt x="384951" y="250651"/>
                    <a:pt x="376216" y="251643"/>
                    <a:pt x="371087" y="248070"/>
                  </a:cubicBezTo>
                  <a:cubicBezTo>
                    <a:pt x="365957" y="244496"/>
                    <a:pt x="359571" y="252934"/>
                    <a:pt x="362847" y="257302"/>
                  </a:cubicBezTo>
                  <a:cubicBezTo>
                    <a:pt x="369527" y="263858"/>
                    <a:pt x="379603" y="265513"/>
                    <a:pt x="388029" y="261438"/>
                  </a:cubicBezTo>
                  <a:cubicBezTo>
                    <a:pt x="400901" y="255283"/>
                    <a:pt x="409604" y="260909"/>
                    <a:pt x="412681" y="254225"/>
                  </a:cubicBezTo>
                  <a:cubicBezTo>
                    <a:pt x="415759" y="247540"/>
                    <a:pt x="389055" y="241286"/>
                    <a:pt x="387003" y="24591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12D15CBA-FF31-7D4E-8AF8-663FB7803317}"/>
                </a:ext>
              </a:extLst>
            </p:cNvPr>
            <p:cNvSpPr/>
            <p:nvPr/>
          </p:nvSpPr>
          <p:spPr>
            <a:xfrm>
              <a:off x="6540690" y="3281092"/>
              <a:ext cx="59563" cy="23163"/>
            </a:xfrm>
            <a:custGeom>
              <a:avLst/>
              <a:gdLst>
                <a:gd name="connsiteX0" fmla="*/ 8074 w 59562"/>
                <a:gd name="connsiteY0" fmla="*/ 17824 h 23163"/>
                <a:gd name="connsiteX1" fmla="*/ 2482 w 59562"/>
                <a:gd name="connsiteY1" fmla="*/ 19214 h 23163"/>
                <a:gd name="connsiteX2" fmla="*/ 8140 w 59562"/>
                <a:gd name="connsiteY2" fmla="*/ 22324 h 23163"/>
                <a:gd name="connsiteX3" fmla="*/ 10688 w 59562"/>
                <a:gd name="connsiteY3" fmla="*/ 17361 h 23163"/>
                <a:gd name="connsiteX4" fmla="*/ 8372 w 59562"/>
                <a:gd name="connsiteY4" fmla="*/ 17758 h 23163"/>
                <a:gd name="connsiteX5" fmla="*/ 32726 w 59562"/>
                <a:gd name="connsiteY5" fmla="*/ 4588 h 23163"/>
                <a:gd name="connsiteX6" fmla="*/ 17869 w 59562"/>
                <a:gd name="connsiteY6" fmla="*/ 14052 h 23163"/>
                <a:gd name="connsiteX7" fmla="*/ 16347 w 59562"/>
                <a:gd name="connsiteY7" fmla="*/ 15111 h 23163"/>
                <a:gd name="connsiteX8" fmla="*/ 21840 w 59562"/>
                <a:gd name="connsiteY8" fmla="*/ 20901 h 23163"/>
                <a:gd name="connsiteX9" fmla="*/ 58471 w 59562"/>
                <a:gd name="connsiteY9" fmla="*/ 4091 h 23163"/>
                <a:gd name="connsiteX10" fmla="*/ 32726 w 59562"/>
                <a:gd name="connsiteY10" fmla="*/ 4588 h 23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562" h="23163">
                  <a:moveTo>
                    <a:pt x="8074" y="17824"/>
                  </a:moveTo>
                  <a:cubicBezTo>
                    <a:pt x="6148" y="17988"/>
                    <a:pt x="4260" y="18458"/>
                    <a:pt x="2482" y="19214"/>
                  </a:cubicBezTo>
                  <a:cubicBezTo>
                    <a:pt x="4235" y="21199"/>
                    <a:pt x="6717" y="23449"/>
                    <a:pt x="8140" y="22324"/>
                  </a:cubicBezTo>
                  <a:cubicBezTo>
                    <a:pt x="9390" y="20908"/>
                    <a:pt x="10266" y="19202"/>
                    <a:pt x="10688" y="17361"/>
                  </a:cubicBezTo>
                  <a:cubicBezTo>
                    <a:pt x="9924" y="17536"/>
                    <a:pt x="9151" y="17669"/>
                    <a:pt x="8372" y="17758"/>
                  </a:cubicBezTo>
                  <a:close/>
                  <a:moveTo>
                    <a:pt x="32726" y="4588"/>
                  </a:moveTo>
                  <a:cubicBezTo>
                    <a:pt x="25810" y="4224"/>
                    <a:pt x="23031" y="9948"/>
                    <a:pt x="17869" y="14052"/>
                  </a:cubicBezTo>
                  <a:lnTo>
                    <a:pt x="16347" y="15111"/>
                  </a:lnTo>
                  <a:cubicBezTo>
                    <a:pt x="18452" y="16761"/>
                    <a:pt x="20303" y="18712"/>
                    <a:pt x="21840" y="20901"/>
                  </a:cubicBezTo>
                  <a:cubicBezTo>
                    <a:pt x="31767" y="14978"/>
                    <a:pt x="57114" y="7665"/>
                    <a:pt x="58471" y="4091"/>
                  </a:cubicBezTo>
                  <a:cubicBezTo>
                    <a:pt x="59993" y="-12"/>
                    <a:pt x="43017" y="5084"/>
                    <a:pt x="32726" y="458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677359F-5874-E247-83F7-079B40402155}"/>
                </a:ext>
              </a:extLst>
            </p:cNvPr>
            <p:cNvSpPr/>
            <p:nvPr/>
          </p:nvSpPr>
          <p:spPr>
            <a:xfrm>
              <a:off x="4826404" y="2553618"/>
              <a:ext cx="188616" cy="191925"/>
            </a:xfrm>
            <a:custGeom>
              <a:avLst/>
              <a:gdLst>
                <a:gd name="connsiteX0" fmla="*/ 177428 w 188616"/>
                <a:gd name="connsiteY0" fmla="*/ 43547 h 191925"/>
                <a:gd name="connsiteX1" fmla="*/ 164953 w 188616"/>
                <a:gd name="connsiteY1" fmla="*/ 12938 h 191925"/>
                <a:gd name="connsiteX2" fmla="*/ 163001 w 188616"/>
                <a:gd name="connsiteY2" fmla="*/ 15685 h 191925"/>
                <a:gd name="connsiteX3" fmla="*/ 144470 w 188616"/>
                <a:gd name="connsiteY3" fmla="*/ 14626 h 191925"/>
                <a:gd name="connsiteX4" fmla="*/ 122630 w 188616"/>
                <a:gd name="connsiteY4" fmla="*/ 10026 h 191925"/>
                <a:gd name="connsiteX5" fmla="*/ 86230 w 188616"/>
                <a:gd name="connsiteY5" fmla="*/ 15917 h 191925"/>
                <a:gd name="connsiteX6" fmla="*/ 66707 w 188616"/>
                <a:gd name="connsiteY6" fmla="*/ 17737 h 191925"/>
                <a:gd name="connsiteX7" fmla="*/ 34841 w 188616"/>
                <a:gd name="connsiteY7" fmla="*/ 8736 h 191925"/>
                <a:gd name="connsiteX8" fmla="*/ 8600 w 188616"/>
                <a:gd name="connsiteY8" fmla="*/ 2482 h 191925"/>
                <a:gd name="connsiteX9" fmla="*/ 7012 w 188616"/>
                <a:gd name="connsiteY9" fmla="*/ 6784 h 191925"/>
                <a:gd name="connsiteX10" fmla="*/ 4894 w 188616"/>
                <a:gd name="connsiteY10" fmla="*/ 28226 h 191925"/>
                <a:gd name="connsiteX11" fmla="*/ 4894 w 188616"/>
                <a:gd name="connsiteY11" fmla="*/ 53938 h 191925"/>
                <a:gd name="connsiteX12" fmla="*/ 4894 w 188616"/>
                <a:gd name="connsiteY12" fmla="*/ 187822 h 191925"/>
                <a:gd name="connsiteX13" fmla="*/ 110784 w 188616"/>
                <a:gd name="connsiteY13" fmla="*/ 187822 h 191925"/>
                <a:gd name="connsiteX14" fmla="*/ 116938 w 188616"/>
                <a:gd name="connsiteY14" fmla="*/ 183719 h 191925"/>
                <a:gd name="connsiteX15" fmla="*/ 125178 w 188616"/>
                <a:gd name="connsiteY15" fmla="*/ 186796 h 191925"/>
                <a:gd name="connsiteX16" fmla="*/ 147779 w 188616"/>
                <a:gd name="connsiteY16" fmla="*/ 186796 h 191925"/>
                <a:gd name="connsiteX17" fmla="*/ 157044 w 188616"/>
                <a:gd name="connsiteY17" fmla="*/ 191958 h 191925"/>
                <a:gd name="connsiteX18" fmla="*/ 167335 w 188616"/>
                <a:gd name="connsiteY18" fmla="*/ 183719 h 191925"/>
                <a:gd name="connsiteX19" fmla="*/ 178619 w 188616"/>
                <a:gd name="connsiteY19" fmla="*/ 171376 h 191925"/>
                <a:gd name="connsiteX20" fmla="*/ 187885 w 188616"/>
                <a:gd name="connsiteY20" fmla="*/ 165221 h 191925"/>
                <a:gd name="connsiteX21" fmla="*/ 188447 w 188616"/>
                <a:gd name="connsiteY21" fmla="*/ 164493 h 191925"/>
                <a:gd name="connsiteX22" fmla="*/ 188447 w 188616"/>
                <a:gd name="connsiteY22" fmla="*/ 157511 h 191925"/>
                <a:gd name="connsiteX23" fmla="*/ 180506 w 188616"/>
                <a:gd name="connsiteY23" fmla="*/ 138252 h 191925"/>
                <a:gd name="connsiteX24" fmla="*/ 162008 w 188616"/>
                <a:gd name="connsiteY24" fmla="*/ 102779 h 191925"/>
                <a:gd name="connsiteX25" fmla="*/ 153768 w 188616"/>
                <a:gd name="connsiteY25" fmla="*/ 85043 h 191925"/>
                <a:gd name="connsiteX26" fmla="*/ 141922 w 188616"/>
                <a:gd name="connsiteY26" fmla="*/ 65784 h 191925"/>
                <a:gd name="connsiteX27" fmla="*/ 133980 w 188616"/>
                <a:gd name="connsiteY27" fmla="*/ 33918 h 191925"/>
                <a:gd name="connsiteX28" fmla="*/ 145529 w 188616"/>
                <a:gd name="connsiteY28" fmla="*/ 56287 h 191925"/>
                <a:gd name="connsiteX29" fmla="*/ 163001 w 188616"/>
                <a:gd name="connsiteY29" fmla="*/ 79153 h 191925"/>
                <a:gd name="connsiteX30" fmla="*/ 173556 w 188616"/>
                <a:gd name="connsiteY30" fmla="*/ 54467 h 191925"/>
                <a:gd name="connsiteX31" fmla="*/ 173986 w 188616"/>
                <a:gd name="connsiteY31" fmla="*/ 55228 h 191925"/>
                <a:gd name="connsiteX32" fmla="*/ 174648 w 188616"/>
                <a:gd name="connsiteY32" fmla="*/ 50529 h 19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8616" h="191925">
                  <a:moveTo>
                    <a:pt x="177428" y="43547"/>
                  </a:moveTo>
                  <a:lnTo>
                    <a:pt x="164953" y="12938"/>
                  </a:lnTo>
                  <a:cubicBezTo>
                    <a:pt x="164374" y="13903"/>
                    <a:pt x="163721" y="14821"/>
                    <a:pt x="163001" y="15685"/>
                  </a:cubicBezTo>
                  <a:cubicBezTo>
                    <a:pt x="160949" y="17737"/>
                    <a:pt x="152444" y="12607"/>
                    <a:pt x="144470" y="14626"/>
                  </a:cubicBezTo>
                  <a:cubicBezTo>
                    <a:pt x="136495" y="16645"/>
                    <a:pt x="130340" y="13865"/>
                    <a:pt x="122630" y="10026"/>
                  </a:cubicBezTo>
                  <a:cubicBezTo>
                    <a:pt x="114920" y="6188"/>
                    <a:pt x="89738" y="11052"/>
                    <a:pt x="86230" y="15917"/>
                  </a:cubicBezTo>
                  <a:cubicBezTo>
                    <a:pt x="82723" y="20781"/>
                    <a:pt x="74417" y="20814"/>
                    <a:pt x="66707" y="17737"/>
                  </a:cubicBezTo>
                  <a:cubicBezTo>
                    <a:pt x="56637" y="13045"/>
                    <a:pt x="45877" y="10006"/>
                    <a:pt x="34841" y="8736"/>
                  </a:cubicBezTo>
                  <a:cubicBezTo>
                    <a:pt x="21605" y="7545"/>
                    <a:pt x="11015" y="5659"/>
                    <a:pt x="8600" y="2482"/>
                  </a:cubicBezTo>
                  <a:cubicBezTo>
                    <a:pt x="8038" y="3971"/>
                    <a:pt x="7541" y="5394"/>
                    <a:pt x="7012" y="6784"/>
                  </a:cubicBezTo>
                  <a:cubicBezTo>
                    <a:pt x="2743" y="18597"/>
                    <a:pt x="10321" y="21807"/>
                    <a:pt x="4894" y="28226"/>
                  </a:cubicBezTo>
                  <a:cubicBezTo>
                    <a:pt x="-533" y="34646"/>
                    <a:pt x="4894" y="42157"/>
                    <a:pt x="4894" y="53938"/>
                  </a:cubicBezTo>
                  <a:lnTo>
                    <a:pt x="4894" y="187822"/>
                  </a:lnTo>
                  <a:lnTo>
                    <a:pt x="110784" y="187822"/>
                  </a:lnTo>
                  <a:lnTo>
                    <a:pt x="116938" y="183719"/>
                  </a:lnTo>
                  <a:cubicBezTo>
                    <a:pt x="120049" y="181667"/>
                    <a:pt x="125178" y="186796"/>
                    <a:pt x="125178" y="186796"/>
                  </a:cubicBezTo>
                  <a:lnTo>
                    <a:pt x="147779" y="186796"/>
                  </a:lnTo>
                  <a:cubicBezTo>
                    <a:pt x="150078" y="189657"/>
                    <a:pt x="153402" y="191509"/>
                    <a:pt x="157044" y="191958"/>
                  </a:cubicBezTo>
                  <a:cubicBezTo>
                    <a:pt x="162173" y="191958"/>
                    <a:pt x="159096" y="183719"/>
                    <a:pt x="167335" y="183719"/>
                  </a:cubicBezTo>
                  <a:cubicBezTo>
                    <a:pt x="175575" y="183719"/>
                    <a:pt x="173490" y="171376"/>
                    <a:pt x="178619" y="171376"/>
                  </a:cubicBezTo>
                  <a:cubicBezTo>
                    <a:pt x="183748" y="171376"/>
                    <a:pt x="182722" y="172435"/>
                    <a:pt x="187885" y="165221"/>
                  </a:cubicBezTo>
                  <a:cubicBezTo>
                    <a:pt x="187885" y="164990"/>
                    <a:pt x="188282" y="164725"/>
                    <a:pt x="188447" y="164493"/>
                  </a:cubicBezTo>
                  <a:cubicBezTo>
                    <a:pt x="188066" y="162181"/>
                    <a:pt x="188066" y="159823"/>
                    <a:pt x="188447" y="157511"/>
                  </a:cubicBezTo>
                  <a:cubicBezTo>
                    <a:pt x="189738" y="149305"/>
                    <a:pt x="184079" y="149801"/>
                    <a:pt x="180506" y="138252"/>
                  </a:cubicBezTo>
                  <a:cubicBezTo>
                    <a:pt x="176932" y="126704"/>
                    <a:pt x="162504" y="109464"/>
                    <a:pt x="162008" y="102779"/>
                  </a:cubicBezTo>
                  <a:cubicBezTo>
                    <a:pt x="161511" y="96095"/>
                    <a:pt x="153504" y="92257"/>
                    <a:pt x="153768" y="85043"/>
                  </a:cubicBezTo>
                  <a:cubicBezTo>
                    <a:pt x="154033" y="77829"/>
                    <a:pt x="149929" y="77101"/>
                    <a:pt x="141922" y="65784"/>
                  </a:cubicBezTo>
                  <a:cubicBezTo>
                    <a:pt x="133914" y="54467"/>
                    <a:pt x="131664" y="34679"/>
                    <a:pt x="133980" y="33918"/>
                  </a:cubicBezTo>
                  <a:cubicBezTo>
                    <a:pt x="136296" y="33157"/>
                    <a:pt x="142947" y="50629"/>
                    <a:pt x="145529" y="56287"/>
                  </a:cubicBezTo>
                  <a:cubicBezTo>
                    <a:pt x="148110" y="61946"/>
                    <a:pt x="156846" y="79153"/>
                    <a:pt x="163001" y="79153"/>
                  </a:cubicBezTo>
                  <a:cubicBezTo>
                    <a:pt x="169155" y="79153"/>
                    <a:pt x="171505" y="53177"/>
                    <a:pt x="173556" y="54467"/>
                  </a:cubicBezTo>
                  <a:cubicBezTo>
                    <a:pt x="173761" y="54680"/>
                    <a:pt x="173910" y="54942"/>
                    <a:pt x="173986" y="55228"/>
                  </a:cubicBezTo>
                  <a:lnTo>
                    <a:pt x="174648" y="5052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79A15D5-6DE7-FA4D-9E61-AA6F2E4BAC60}"/>
                </a:ext>
              </a:extLst>
            </p:cNvPr>
            <p:cNvSpPr/>
            <p:nvPr/>
          </p:nvSpPr>
          <p:spPr>
            <a:xfrm>
              <a:off x="4558920" y="3091604"/>
              <a:ext cx="99272" cy="112508"/>
            </a:xfrm>
            <a:custGeom>
              <a:avLst/>
              <a:gdLst>
                <a:gd name="connsiteX0" fmla="*/ 49910 w 99271"/>
                <a:gd name="connsiteY0" fmla="*/ 106452 h 112507"/>
                <a:gd name="connsiteX1" fmla="*/ 52061 w 99271"/>
                <a:gd name="connsiteY1" fmla="*/ 92488 h 112507"/>
                <a:gd name="connsiteX2" fmla="*/ 62716 w 99271"/>
                <a:gd name="connsiteY2" fmla="*/ 84877 h 112507"/>
                <a:gd name="connsiteX3" fmla="*/ 70228 w 99271"/>
                <a:gd name="connsiteY3" fmla="*/ 75215 h 112507"/>
                <a:gd name="connsiteX4" fmla="*/ 79923 w 99271"/>
                <a:gd name="connsiteY4" fmla="*/ 85936 h 112507"/>
                <a:gd name="connsiteX5" fmla="*/ 92796 w 99271"/>
                <a:gd name="connsiteY5" fmla="*/ 88120 h 112507"/>
                <a:gd name="connsiteX6" fmla="*/ 98189 w 99271"/>
                <a:gd name="connsiteY6" fmla="*/ 67703 h 112507"/>
                <a:gd name="connsiteX7" fmla="*/ 93888 w 99271"/>
                <a:gd name="connsiteY7" fmla="*/ 49437 h 112507"/>
                <a:gd name="connsiteX8" fmla="*/ 90579 w 99271"/>
                <a:gd name="connsiteY8" fmla="*/ 35440 h 112507"/>
                <a:gd name="connsiteX9" fmla="*/ 92729 w 99271"/>
                <a:gd name="connsiteY9" fmla="*/ 21476 h 112507"/>
                <a:gd name="connsiteX10" fmla="*/ 75522 w 99271"/>
                <a:gd name="connsiteY10" fmla="*/ 21476 h 112507"/>
                <a:gd name="connsiteX11" fmla="*/ 77375 w 99271"/>
                <a:gd name="connsiteY11" fmla="*/ 3574 h 112507"/>
                <a:gd name="connsiteX12" fmla="*/ 51532 w 99271"/>
                <a:gd name="connsiteY12" fmla="*/ 2482 h 112507"/>
                <a:gd name="connsiteX13" fmla="*/ 48223 w 99271"/>
                <a:gd name="connsiteY13" fmla="*/ 3408 h 112507"/>
                <a:gd name="connsiteX14" fmla="*/ 47495 w 99271"/>
                <a:gd name="connsiteY14" fmla="*/ 25778 h 112507"/>
                <a:gd name="connsiteX15" fmla="*/ 23868 w 99271"/>
                <a:gd name="connsiteY15" fmla="*/ 26870 h 112507"/>
                <a:gd name="connsiteX16" fmla="*/ 15827 w 99271"/>
                <a:gd name="connsiteY16" fmla="*/ 27928 h 112507"/>
                <a:gd name="connsiteX17" fmla="*/ 12882 w 99271"/>
                <a:gd name="connsiteY17" fmla="*/ 31568 h 112507"/>
                <a:gd name="connsiteX18" fmla="*/ 19500 w 99271"/>
                <a:gd name="connsiteY18" fmla="*/ 40304 h 112507"/>
                <a:gd name="connsiteX19" fmla="*/ 9970 w 99271"/>
                <a:gd name="connsiteY19" fmla="*/ 47518 h 112507"/>
                <a:gd name="connsiteX20" fmla="*/ 3021 w 99271"/>
                <a:gd name="connsiteY20" fmla="*/ 58570 h 112507"/>
                <a:gd name="connsiteX21" fmla="*/ 11525 w 99271"/>
                <a:gd name="connsiteY21" fmla="*/ 73991 h 112507"/>
                <a:gd name="connsiteX22" fmla="*/ 24100 w 99271"/>
                <a:gd name="connsiteY22" fmla="*/ 89907 h 112507"/>
                <a:gd name="connsiteX23" fmla="*/ 41307 w 99271"/>
                <a:gd name="connsiteY23" fmla="*/ 111317 h 112507"/>
                <a:gd name="connsiteX24" fmla="*/ 49910 w 99271"/>
                <a:gd name="connsiteY24" fmla="*/ 106452 h 112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271" h="112507">
                  <a:moveTo>
                    <a:pt x="49910" y="106452"/>
                  </a:moveTo>
                  <a:cubicBezTo>
                    <a:pt x="58514" y="106452"/>
                    <a:pt x="55304" y="101092"/>
                    <a:pt x="52061" y="92488"/>
                  </a:cubicBezTo>
                  <a:cubicBezTo>
                    <a:pt x="48818" y="83885"/>
                    <a:pt x="57455" y="84877"/>
                    <a:pt x="62716" y="84877"/>
                  </a:cubicBezTo>
                  <a:cubicBezTo>
                    <a:pt x="67978" y="84877"/>
                    <a:pt x="66025" y="75215"/>
                    <a:pt x="70228" y="75215"/>
                  </a:cubicBezTo>
                  <a:cubicBezTo>
                    <a:pt x="74430" y="75215"/>
                    <a:pt x="75589" y="87028"/>
                    <a:pt x="79923" y="85936"/>
                  </a:cubicBezTo>
                  <a:cubicBezTo>
                    <a:pt x="84258" y="84844"/>
                    <a:pt x="87435" y="89245"/>
                    <a:pt x="92796" y="88120"/>
                  </a:cubicBezTo>
                  <a:cubicBezTo>
                    <a:pt x="98156" y="86995"/>
                    <a:pt x="98189" y="76274"/>
                    <a:pt x="98189" y="67703"/>
                  </a:cubicBezTo>
                  <a:cubicBezTo>
                    <a:pt x="98189" y="59133"/>
                    <a:pt x="99248" y="52647"/>
                    <a:pt x="93888" y="49437"/>
                  </a:cubicBezTo>
                  <a:cubicBezTo>
                    <a:pt x="88527" y="46228"/>
                    <a:pt x="84192" y="38683"/>
                    <a:pt x="90579" y="35440"/>
                  </a:cubicBezTo>
                  <a:cubicBezTo>
                    <a:pt x="96965" y="32197"/>
                    <a:pt x="98123" y="25778"/>
                    <a:pt x="92729" y="21476"/>
                  </a:cubicBezTo>
                  <a:cubicBezTo>
                    <a:pt x="87336" y="17174"/>
                    <a:pt x="75522" y="25778"/>
                    <a:pt x="75522" y="21476"/>
                  </a:cubicBezTo>
                  <a:cubicBezTo>
                    <a:pt x="75522" y="19126"/>
                    <a:pt x="76482" y="10754"/>
                    <a:pt x="77375" y="3574"/>
                  </a:cubicBezTo>
                  <a:cubicBezTo>
                    <a:pt x="64933" y="3177"/>
                    <a:pt x="51532" y="2482"/>
                    <a:pt x="51532" y="2482"/>
                  </a:cubicBezTo>
                  <a:lnTo>
                    <a:pt x="48223" y="3408"/>
                  </a:lnTo>
                  <a:cubicBezTo>
                    <a:pt x="48690" y="10871"/>
                    <a:pt x="48446" y="18361"/>
                    <a:pt x="47495" y="25778"/>
                  </a:cubicBezTo>
                  <a:cubicBezTo>
                    <a:pt x="47495" y="25778"/>
                    <a:pt x="28170" y="26870"/>
                    <a:pt x="23868" y="26870"/>
                  </a:cubicBezTo>
                  <a:cubicBezTo>
                    <a:pt x="22941" y="26870"/>
                    <a:pt x="19997" y="27267"/>
                    <a:pt x="15827" y="27928"/>
                  </a:cubicBezTo>
                  <a:cubicBezTo>
                    <a:pt x="14970" y="29237"/>
                    <a:pt x="13983" y="30457"/>
                    <a:pt x="12882" y="31568"/>
                  </a:cubicBezTo>
                  <a:cubicBezTo>
                    <a:pt x="10566" y="33885"/>
                    <a:pt x="18276" y="36995"/>
                    <a:pt x="19500" y="40304"/>
                  </a:cubicBezTo>
                  <a:cubicBezTo>
                    <a:pt x="20724" y="43614"/>
                    <a:pt x="9573" y="42621"/>
                    <a:pt x="9970" y="47518"/>
                  </a:cubicBezTo>
                  <a:cubicBezTo>
                    <a:pt x="10367" y="52416"/>
                    <a:pt x="6132" y="56254"/>
                    <a:pt x="3021" y="58570"/>
                  </a:cubicBezTo>
                  <a:cubicBezTo>
                    <a:pt x="-89" y="60887"/>
                    <a:pt x="11261" y="70648"/>
                    <a:pt x="11525" y="73991"/>
                  </a:cubicBezTo>
                  <a:cubicBezTo>
                    <a:pt x="11790" y="77333"/>
                    <a:pt x="14338" y="80377"/>
                    <a:pt x="24100" y="89907"/>
                  </a:cubicBezTo>
                  <a:cubicBezTo>
                    <a:pt x="33861" y="99437"/>
                    <a:pt x="28964" y="101290"/>
                    <a:pt x="41307" y="111317"/>
                  </a:cubicBezTo>
                  <a:cubicBezTo>
                    <a:pt x="43066" y="108240"/>
                    <a:pt x="46368" y="106373"/>
                    <a:pt x="49910" y="10645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F820060D-DAF7-FE4A-82C9-7CB077B2F60A}"/>
                </a:ext>
              </a:extLst>
            </p:cNvPr>
            <p:cNvSpPr/>
            <p:nvPr/>
          </p:nvSpPr>
          <p:spPr>
            <a:xfrm>
              <a:off x="4568606" y="3092630"/>
              <a:ext cx="39709" cy="26472"/>
            </a:xfrm>
            <a:custGeom>
              <a:avLst/>
              <a:gdLst>
                <a:gd name="connsiteX0" fmla="*/ 38073 w 39708"/>
                <a:gd name="connsiteY0" fmla="*/ 24851 h 26472"/>
                <a:gd name="connsiteX1" fmla="*/ 38801 w 39708"/>
                <a:gd name="connsiteY1" fmla="*/ 2482 h 26472"/>
                <a:gd name="connsiteX2" fmla="*/ 34533 w 39708"/>
                <a:gd name="connsiteY2" fmla="*/ 3673 h 26472"/>
                <a:gd name="connsiteX3" fmla="*/ 10443 w 39708"/>
                <a:gd name="connsiteY3" fmla="*/ 3673 h 26472"/>
                <a:gd name="connsiteX4" fmla="*/ 10641 w 39708"/>
                <a:gd name="connsiteY4" fmla="*/ 4203 h 26472"/>
                <a:gd name="connsiteX5" fmla="*/ 8733 w 39708"/>
                <a:gd name="connsiteY5" fmla="*/ 14462 h 26472"/>
                <a:gd name="connsiteX6" fmla="*/ 6538 w 39708"/>
                <a:gd name="connsiteY6" fmla="*/ 15487 h 26472"/>
                <a:gd name="connsiteX7" fmla="*/ 5777 w 39708"/>
                <a:gd name="connsiteY7" fmla="*/ 22435 h 26472"/>
                <a:gd name="connsiteX8" fmla="*/ 6406 w 39708"/>
                <a:gd name="connsiteY8" fmla="*/ 27002 h 26472"/>
                <a:gd name="connsiteX9" fmla="*/ 14447 w 39708"/>
                <a:gd name="connsiteY9" fmla="*/ 25943 h 26472"/>
                <a:gd name="connsiteX10" fmla="*/ 38073 w 39708"/>
                <a:gd name="connsiteY10" fmla="*/ 24851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708" h="26472">
                  <a:moveTo>
                    <a:pt x="38073" y="24851"/>
                  </a:moveTo>
                  <a:cubicBezTo>
                    <a:pt x="39025" y="17435"/>
                    <a:pt x="39269" y="9945"/>
                    <a:pt x="38801" y="2482"/>
                  </a:cubicBezTo>
                  <a:lnTo>
                    <a:pt x="34533" y="3673"/>
                  </a:lnTo>
                  <a:lnTo>
                    <a:pt x="10443" y="3673"/>
                  </a:lnTo>
                  <a:cubicBezTo>
                    <a:pt x="10494" y="3855"/>
                    <a:pt x="10560" y="4032"/>
                    <a:pt x="10641" y="4203"/>
                  </a:cubicBezTo>
                  <a:cubicBezTo>
                    <a:pt x="12947" y="7563"/>
                    <a:pt x="12093" y="12156"/>
                    <a:pt x="8733" y="14462"/>
                  </a:cubicBezTo>
                  <a:cubicBezTo>
                    <a:pt x="8063" y="14922"/>
                    <a:pt x="7321" y="15268"/>
                    <a:pt x="6538" y="15487"/>
                  </a:cubicBezTo>
                  <a:cubicBezTo>
                    <a:pt x="1144" y="17306"/>
                    <a:pt x="1376" y="22105"/>
                    <a:pt x="5777" y="22435"/>
                  </a:cubicBezTo>
                  <a:cubicBezTo>
                    <a:pt x="8457" y="22435"/>
                    <a:pt x="7829" y="24785"/>
                    <a:pt x="6406" y="27002"/>
                  </a:cubicBezTo>
                  <a:cubicBezTo>
                    <a:pt x="10575" y="26340"/>
                    <a:pt x="13520" y="25943"/>
                    <a:pt x="14447" y="25943"/>
                  </a:cubicBezTo>
                  <a:cubicBezTo>
                    <a:pt x="18749" y="25943"/>
                    <a:pt x="38073" y="24851"/>
                    <a:pt x="38073" y="2485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4BFDCFC-DD29-1541-BF9B-DE561B88660D}"/>
                </a:ext>
              </a:extLst>
            </p:cNvPr>
            <p:cNvSpPr/>
            <p:nvPr/>
          </p:nvSpPr>
          <p:spPr>
            <a:xfrm>
              <a:off x="4597976" y="3067084"/>
              <a:ext cx="125744" cy="155526"/>
            </a:xfrm>
            <a:custGeom>
              <a:avLst/>
              <a:gdLst>
                <a:gd name="connsiteX0" fmla="*/ 35572 w 125744"/>
                <a:gd name="connsiteY0" fmla="*/ 147121 h 155525"/>
                <a:gd name="connsiteX1" fmla="*/ 47386 w 125744"/>
                <a:gd name="connsiteY1" fmla="*/ 148179 h 155525"/>
                <a:gd name="connsiteX2" fmla="*/ 61383 w 125744"/>
                <a:gd name="connsiteY2" fmla="*/ 149271 h 155525"/>
                <a:gd name="connsiteX3" fmla="*/ 68895 w 125744"/>
                <a:gd name="connsiteY3" fmla="*/ 148179 h 155525"/>
                <a:gd name="connsiteX4" fmla="*/ 79616 w 125744"/>
                <a:gd name="connsiteY4" fmla="*/ 138484 h 155525"/>
                <a:gd name="connsiteX5" fmla="*/ 86234 w 125744"/>
                <a:gd name="connsiteY5" fmla="*/ 125612 h 155525"/>
                <a:gd name="connsiteX6" fmla="*/ 87326 w 125744"/>
                <a:gd name="connsiteY6" fmla="*/ 96591 h 155525"/>
                <a:gd name="connsiteX7" fmla="*/ 102349 w 125744"/>
                <a:gd name="connsiteY7" fmla="*/ 77266 h 155525"/>
                <a:gd name="connsiteX8" fmla="*/ 115254 w 125744"/>
                <a:gd name="connsiteY8" fmla="*/ 40867 h 155525"/>
                <a:gd name="connsiteX9" fmla="*/ 121873 w 125744"/>
                <a:gd name="connsiteY9" fmla="*/ 22601 h 155525"/>
                <a:gd name="connsiteX10" fmla="*/ 124454 w 125744"/>
                <a:gd name="connsiteY10" fmla="*/ 4600 h 155525"/>
                <a:gd name="connsiteX11" fmla="*/ 124454 w 125744"/>
                <a:gd name="connsiteY11" fmla="*/ 4600 h 155525"/>
                <a:gd name="connsiteX12" fmla="*/ 109430 w 125744"/>
                <a:gd name="connsiteY12" fmla="*/ 2482 h 155525"/>
                <a:gd name="connsiteX13" fmla="*/ 101952 w 125744"/>
                <a:gd name="connsiteY13" fmla="*/ 4600 h 155525"/>
                <a:gd name="connsiteX14" fmla="*/ 92290 w 125744"/>
                <a:gd name="connsiteY14" fmla="*/ 6750 h 155525"/>
                <a:gd name="connsiteX15" fmla="*/ 88981 w 125744"/>
                <a:gd name="connsiteY15" fmla="*/ 19623 h 155525"/>
                <a:gd name="connsiteX16" fmla="*/ 83620 w 125744"/>
                <a:gd name="connsiteY16" fmla="*/ 36764 h 155525"/>
                <a:gd name="connsiteX17" fmla="*/ 58967 w 125744"/>
                <a:gd name="connsiteY17" fmla="*/ 28193 h 155525"/>
                <a:gd name="connsiteX18" fmla="*/ 38716 w 125744"/>
                <a:gd name="connsiteY18" fmla="*/ 28193 h 155525"/>
                <a:gd name="connsiteX19" fmla="*/ 36863 w 125744"/>
                <a:gd name="connsiteY19" fmla="*/ 46095 h 155525"/>
                <a:gd name="connsiteX20" fmla="*/ 54070 w 125744"/>
                <a:gd name="connsiteY20" fmla="*/ 46095 h 155525"/>
                <a:gd name="connsiteX21" fmla="*/ 51919 w 125744"/>
                <a:gd name="connsiteY21" fmla="*/ 60059 h 155525"/>
                <a:gd name="connsiteX22" fmla="*/ 55228 w 125744"/>
                <a:gd name="connsiteY22" fmla="*/ 74057 h 155525"/>
                <a:gd name="connsiteX23" fmla="*/ 59530 w 125744"/>
                <a:gd name="connsiteY23" fmla="*/ 92323 h 155525"/>
                <a:gd name="connsiteX24" fmla="*/ 54136 w 125744"/>
                <a:gd name="connsiteY24" fmla="*/ 112740 h 155525"/>
                <a:gd name="connsiteX25" fmla="*/ 41264 w 125744"/>
                <a:gd name="connsiteY25" fmla="*/ 110555 h 155525"/>
                <a:gd name="connsiteX26" fmla="*/ 31569 w 125744"/>
                <a:gd name="connsiteY26" fmla="*/ 99834 h 155525"/>
                <a:gd name="connsiteX27" fmla="*/ 23660 w 125744"/>
                <a:gd name="connsiteY27" fmla="*/ 109397 h 155525"/>
                <a:gd name="connsiteX28" fmla="*/ 12905 w 125744"/>
                <a:gd name="connsiteY28" fmla="*/ 116909 h 155525"/>
                <a:gd name="connsiteX29" fmla="*/ 10754 w 125744"/>
                <a:gd name="connsiteY29" fmla="*/ 130873 h 155525"/>
                <a:gd name="connsiteX30" fmla="*/ 2482 w 125744"/>
                <a:gd name="connsiteY30" fmla="*/ 135837 h 155525"/>
                <a:gd name="connsiteX31" fmla="*/ 4302 w 125744"/>
                <a:gd name="connsiteY31" fmla="*/ 137293 h 155525"/>
                <a:gd name="connsiteX32" fmla="*/ 19193 w 125744"/>
                <a:gd name="connsiteY32" fmla="*/ 155625 h 155525"/>
                <a:gd name="connsiteX33" fmla="*/ 35572 w 125744"/>
                <a:gd name="connsiteY33" fmla="*/ 147121 h 15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5744" h="155525">
                  <a:moveTo>
                    <a:pt x="35572" y="147121"/>
                  </a:moveTo>
                  <a:cubicBezTo>
                    <a:pt x="38881" y="148179"/>
                    <a:pt x="40966" y="153540"/>
                    <a:pt x="47386" y="148179"/>
                  </a:cubicBezTo>
                  <a:cubicBezTo>
                    <a:pt x="53805" y="142819"/>
                    <a:pt x="61383" y="143878"/>
                    <a:pt x="61383" y="149271"/>
                  </a:cubicBezTo>
                  <a:cubicBezTo>
                    <a:pt x="61383" y="154665"/>
                    <a:pt x="63534" y="153540"/>
                    <a:pt x="68895" y="148179"/>
                  </a:cubicBezTo>
                  <a:cubicBezTo>
                    <a:pt x="74255" y="142819"/>
                    <a:pt x="79616" y="149238"/>
                    <a:pt x="79616" y="138484"/>
                  </a:cubicBezTo>
                  <a:cubicBezTo>
                    <a:pt x="79616" y="127729"/>
                    <a:pt x="86234" y="137425"/>
                    <a:pt x="86234" y="125612"/>
                  </a:cubicBezTo>
                  <a:cubicBezTo>
                    <a:pt x="86234" y="113798"/>
                    <a:pt x="87326" y="101985"/>
                    <a:pt x="87326" y="96591"/>
                  </a:cubicBezTo>
                  <a:cubicBezTo>
                    <a:pt x="87326" y="91198"/>
                    <a:pt x="102349" y="85870"/>
                    <a:pt x="102349" y="77266"/>
                  </a:cubicBezTo>
                  <a:cubicBezTo>
                    <a:pt x="102349" y="68663"/>
                    <a:pt x="115254" y="51489"/>
                    <a:pt x="115254" y="40867"/>
                  </a:cubicBezTo>
                  <a:cubicBezTo>
                    <a:pt x="115254" y="30245"/>
                    <a:pt x="118564" y="27962"/>
                    <a:pt x="121873" y="22601"/>
                  </a:cubicBezTo>
                  <a:cubicBezTo>
                    <a:pt x="124698" y="17050"/>
                    <a:pt x="125605" y="10721"/>
                    <a:pt x="124454" y="4600"/>
                  </a:cubicBezTo>
                  <a:lnTo>
                    <a:pt x="124454" y="4600"/>
                  </a:lnTo>
                  <a:lnTo>
                    <a:pt x="109430" y="2482"/>
                  </a:lnTo>
                  <a:lnTo>
                    <a:pt x="101952" y="4600"/>
                  </a:lnTo>
                  <a:lnTo>
                    <a:pt x="92290" y="6750"/>
                  </a:lnTo>
                  <a:cubicBezTo>
                    <a:pt x="92816" y="11303"/>
                    <a:pt x="91637" y="15889"/>
                    <a:pt x="88981" y="19623"/>
                  </a:cubicBezTo>
                  <a:cubicBezTo>
                    <a:pt x="84712" y="24983"/>
                    <a:pt x="83620" y="36764"/>
                    <a:pt x="83620" y="36764"/>
                  </a:cubicBezTo>
                  <a:cubicBezTo>
                    <a:pt x="83620" y="36764"/>
                    <a:pt x="64328" y="27134"/>
                    <a:pt x="58967" y="28193"/>
                  </a:cubicBezTo>
                  <a:cubicBezTo>
                    <a:pt x="52223" y="28607"/>
                    <a:pt x="45460" y="28607"/>
                    <a:pt x="38716" y="28193"/>
                  </a:cubicBezTo>
                  <a:cubicBezTo>
                    <a:pt x="37823" y="35374"/>
                    <a:pt x="36863" y="43746"/>
                    <a:pt x="36863" y="46095"/>
                  </a:cubicBezTo>
                  <a:cubicBezTo>
                    <a:pt x="36863" y="50397"/>
                    <a:pt x="48709" y="41793"/>
                    <a:pt x="54070" y="46095"/>
                  </a:cubicBezTo>
                  <a:cubicBezTo>
                    <a:pt x="59431" y="50397"/>
                    <a:pt x="58372" y="56850"/>
                    <a:pt x="51919" y="60059"/>
                  </a:cubicBezTo>
                  <a:cubicBezTo>
                    <a:pt x="45467" y="63269"/>
                    <a:pt x="49768" y="70814"/>
                    <a:pt x="55228" y="74057"/>
                  </a:cubicBezTo>
                  <a:cubicBezTo>
                    <a:pt x="60688" y="77299"/>
                    <a:pt x="59530" y="83686"/>
                    <a:pt x="59530" y="92323"/>
                  </a:cubicBezTo>
                  <a:cubicBezTo>
                    <a:pt x="59530" y="100959"/>
                    <a:pt x="59530" y="111648"/>
                    <a:pt x="54136" y="112740"/>
                  </a:cubicBezTo>
                  <a:cubicBezTo>
                    <a:pt x="48743" y="113832"/>
                    <a:pt x="45533" y="109430"/>
                    <a:pt x="41264" y="110555"/>
                  </a:cubicBezTo>
                  <a:cubicBezTo>
                    <a:pt x="36995" y="111681"/>
                    <a:pt x="35870" y="99834"/>
                    <a:pt x="31569" y="99834"/>
                  </a:cubicBezTo>
                  <a:cubicBezTo>
                    <a:pt x="27267" y="99834"/>
                    <a:pt x="29153" y="109397"/>
                    <a:pt x="23660" y="109397"/>
                  </a:cubicBezTo>
                  <a:cubicBezTo>
                    <a:pt x="18167" y="109397"/>
                    <a:pt x="9696" y="108338"/>
                    <a:pt x="12905" y="116909"/>
                  </a:cubicBezTo>
                  <a:cubicBezTo>
                    <a:pt x="16115" y="125479"/>
                    <a:pt x="19524" y="130873"/>
                    <a:pt x="10754" y="130873"/>
                  </a:cubicBezTo>
                  <a:cubicBezTo>
                    <a:pt x="7309" y="130934"/>
                    <a:pt x="4157" y="132825"/>
                    <a:pt x="2482" y="135837"/>
                  </a:cubicBezTo>
                  <a:lnTo>
                    <a:pt x="4302" y="137293"/>
                  </a:lnTo>
                  <a:cubicBezTo>
                    <a:pt x="10641" y="142145"/>
                    <a:pt x="15743" y="148426"/>
                    <a:pt x="19193" y="155625"/>
                  </a:cubicBezTo>
                  <a:cubicBezTo>
                    <a:pt x="26440" y="150860"/>
                    <a:pt x="33819" y="146525"/>
                    <a:pt x="35572" y="14712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DF3F84D-75F2-A244-8D34-B2579D6123ED}"/>
                </a:ext>
              </a:extLst>
            </p:cNvPr>
            <p:cNvSpPr/>
            <p:nvPr/>
          </p:nvSpPr>
          <p:spPr>
            <a:xfrm>
              <a:off x="4778278" y="2715530"/>
              <a:ext cx="287888" cy="357378"/>
            </a:xfrm>
            <a:custGeom>
              <a:avLst/>
              <a:gdLst>
                <a:gd name="connsiteX0" fmla="*/ 227208 w 287887"/>
                <a:gd name="connsiteY0" fmla="*/ 9464 h 357378"/>
                <a:gd name="connsiteX1" fmla="*/ 215924 w 287887"/>
                <a:gd name="connsiteY1" fmla="*/ 21807 h 357378"/>
                <a:gd name="connsiteX2" fmla="*/ 205633 w 287887"/>
                <a:gd name="connsiteY2" fmla="*/ 30046 h 357378"/>
                <a:gd name="connsiteX3" fmla="*/ 196367 w 287887"/>
                <a:gd name="connsiteY3" fmla="*/ 24884 h 357378"/>
                <a:gd name="connsiteX4" fmla="*/ 173767 w 287887"/>
                <a:gd name="connsiteY4" fmla="*/ 24884 h 357378"/>
                <a:gd name="connsiteX5" fmla="*/ 165527 w 287887"/>
                <a:gd name="connsiteY5" fmla="*/ 21807 h 357378"/>
                <a:gd name="connsiteX6" fmla="*/ 159372 w 287887"/>
                <a:gd name="connsiteY6" fmla="*/ 25910 h 357378"/>
                <a:gd name="connsiteX7" fmla="*/ 53483 w 287887"/>
                <a:gd name="connsiteY7" fmla="*/ 25910 h 357378"/>
                <a:gd name="connsiteX8" fmla="*/ 53483 w 287887"/>
                <a:gd name="connsiteY8" fmla="*/ 62475 h 357378"/>
                <a:gd name="connsiteX9" fmla="*/ 37368 w 287887"/>
                <a:gd name="connsiteY9" fmla="*/ 62475 h 357378"/>
                <a:gd name="connsiteX10" fmla="*/ 37368 w 287887"/>
                <a:gd name="connsiteY10" fmla="*/ 119258 h 357378"/>
                <a:gd name="connsiteX11" fmla="*/ 35217 w 287887"/>
                <a:gd name="connsiteY11" fmla="*/ 137458 h 357378"/>
                <a:gd name="connsiteX12" fmla="*/ 20227 w 287887"/>
                <a:gd name="connsiteY12" fmla="*/ 147120 h 357378"/>
                <a:gd name="connsiteX13" fmla="*/ 13807 w 287887"/>
                <a:gd name="connsiteY13" fmla="*/ 157842 h 357378"/>
                <a:gd name="connsiteX14" fmla="*/ 6296 w 287887"/>
                <a:gd name="connsiteY14" fmla="*/ 170714 h 357378"/>
                <a:gd name="connsiteX15" fmla="*/ 5203 w 287887"/>
                <a:gd name="connsiteY15" fmla="*/ 183586 h 357378"/>
                <a:gd name="connsiteX16" fmla="*/ 7355 w 287887"/>
                <a:gd name="connsiteY16" fmla="*/ 193216 h 357378"/>
                <a:gd name="connsiteX17" fmla="*/ 10664 w 287887"/>
                <a:gd name="connsiteY17" fmla="*/ 206088 h 357378"/>
                <a:gd name="connsiteX18" fmla="*/ 19267 w 287887"/>
                <a:gd name="connsiteY18" fmla="*/ 216809 h 357378"/>
                <a:gd name="connsiteX19" fmla="*/ 17116 w 287887"/>
                <a:gd name="connsiteY19" fmla="*/ 224321 h 357378"/>
                <a:gd name="connsiteX20" fmla="*/ 29988 w 287887"/>
                <a:gd name="connsiteY20" fmla="*/ 241462 h 357378"/>
                <a:gd name="connsiteX21" fmla="*/ 31047 w 287887"/>
                <a:gd name="connsiteY21" fmla="*/ 256452 h 357378"/>
                <a:gd name="connsiteX22" fmla="*/ 28896 w 287887"/>
                <a:gd name="connsiteY22" fmla="*/ 262905 h 357378"/>
                <a:gd name="connsiteX23" fmla="*/ 36408 w 287887"/>
                <a:gd name="connsiteY23" fmla="*/ 263963 h 357378"/>
                <a:gd name="connsiteX24" fmla="*/ 38559 w 287887"/>
                <a:gd name="connsiteY24" fmla="*/ 269324 h 357378"/>
                <a:gd name="connsiteX25" fmla="*/ 52490 w 287887"/>
                <a:gd name="connsiteY25" fmla="*/ 275744 h 357378"/>
                <a:gd name="connsiteX26" fmla="*/ 60001 w 287887"/>
                <a:gd name="connsiteY26" fmla="*/ 286465 h 357378"/>
                <a:gd name="connsiteX27" fmla="*/ 70723 w 287887"/>
                <a:gd name="connsiteY27" fmla="*/ 296127 h 357378"/>
                <a:gd name="connsiteX28" fmla="*/ 77143 w 287887"/>
                <a:gd name="connsiteY28" fmla="*/ 307908 h 357378"/>
                <a:gd name="connsiteX29" fmla="*/ 88923 w 287887"/>
                <a:gd name="connsiteY29" fmla="*/ 316478 h 357378"/>
                <a:gd name="connsiteX30" fmla="*/ 92960 w 287887"/>
                <a:gd name="connsiteY30" fmla="*/ 326405 h 357378"/>
                <a:gd name="connsiteX31" fmla="*/ 97460 w 287887"/>
                <a:gd name="connsiteY31" fmla="*/ 330972 h 357378"/>
                <a:gd name="connsiteX32" fmla="*/ 104972 w 287887"/>
                <a:gd name="connsiteY32" fmla="*/ 339575 h 357378"/>
                <a:gd name="connsiteX33" fmla="*/ 115726 w 287887"/>
                <a:gd name="connsiteY33" fmla="*/ 339575 h 357378"/>
                <a:gd name="connsiteX34" fmla="*/ 125388 w 287887"/>
                <a:gd name="connsiteY34" fmla="*/ 340667 h 357378"/>
                <a:gd name="connsiteX35" fmla="*/ 133992 w 287887"/>
                <a:gd name="connsiteY35" fmla="*/ 338516 h 357378"/>
                <a:gd name="connsiteX36" fmla="*/ 154078 w 287887"/>
                <a:gd name="connsiteY36" fmla="*/ 355426 h 357378"/>
                <a:gd name="connsiteX37" fmla="*/ 166917 w 287887"/>
                <a:gd name="connsiteY37" fmla="*/ 351653 h 357378"/>
                <a:gd name="connsiteX38" fmla="*/ 177705 w 287887"/>
                <a:gd name="connsiteY38" fmla="*/ 355525 h 357378"/>
                <a:gd name="connsiteX39" fmla="*/ 190445 w 287887"/>
                <a:gd name="connsiteY39" fmla="*/ 351289 h 357378"/>
                <a:gd name="connsiteX40" fmla="*/ 201232 w 287887"/>
                <a:gd name="connsiteY40" fmla="*/ 350528 h 357378"/>
                <a:gd name="connsiteX41" fmla="*/ 207089 w 287887"/>
                <a:gd name="connsiteY41" fmla="*/ 344870 h 357378"/>
                <a:gd name="connsiteX42" fmla="*/ 209306 w 287887"/>
                <a:gd name="connsiteY42" fmla="*/ 342024 h 357378"/>
                <a:gd name="connsiteX43" fmla="*/ 223204 w 287887"/>
                <a:gd name="connsiteY43" fmla="*/ 332792 h 357378"/>
                <a:gd name="connsiteX44" fmla="*/ 233627 w 287887"/>
                <a:gd name="connsiteY44" fmla="*/ 333950 h 357378"/>
                <a:gd name="connsiteX45" fmla="*/ 237929 w 287887"/>
                <a:gd name="connsiteY45" fmla="*/ 336564 h 357378"/>
                <a:gd name="connsiteX46" fmla="*/ 238227 w 287887"/>
                <a:gd name="connsiteY46" fmla="*/ 321309 h 357378"/>
                <a:gd name="connsiteX47" fmla="*/ 222112 w 287887"/>
                <a:gd name="connsiteY47" fmla="*/ 308404 h 357378"/>
                <a:gd name="connsiteX48" fmla="*/ 207056 w 287887"/>
                <a:gd name="connsiteY48" fmla="*/ 289079 h 357378"/>
                <a:gd name="connsiteX49" fmla="*/ 190941 w 287887"/>
                <a:gd name="connsiteY49" fmla="*/ 280476 h 357378"/>
                <a:gd name="connsiteX50" fmla="*/ 194250 w 287887"/>
                <a:gd name="connsiteY50" fmla="*/ 270813 h 357378"/>
                <a:gd name="connsiteX51" fmla="*/ 208214 w 287887"/>
                <a:gd name="connsiteY51" fmla="*/ 267504 h 357378"/>
                <a:gd name="connsiteX52" fmla="*/ 210365 w 287887"/>
                <a:gd name="connsiteY52" fmla="*/ 248179 h 357378"/>
                <a:gd name="connsiteX53" fmla="*/ 215726 w 287887"/>
                <a:gd name="connsiteY53" fmla="*/ 232064 h 357378"/>
                <a:gd name="connsiteX54" fmla="*/ 223271 w 287887"/>
                <a:gd name="connsiteY54" fmla="*/ 224552 h 357378"/>
                <a:gd name="connsiteX55" fmla="*/ 228631 w 287887"/>
                <a:gd name="connsiteY55" fmla="*/ 207345 h 357378"/>
                <a:gd name="connsiteX56" fmla="*/ 239386 w 287887"/>
                <a:gd name="connsiteY56" fmla="*/ 194473 h 357378"/>
                <a:gd name="connsiteX57" fmla="*/ 246864 w 287887"/>
                <a:gd name="connsiteY57" fmla="*/ 185836 h 357378"/>
                <a:gd name="connsiteX58" fmla="*/ 253482 w 287887"/>
                <a:gd name="connsiteY58" fmla="*/ 165453 h 357378"/>
                <a:gd name="connsiteX59" fmla="*/ 254541 w 287887"/>
                <a:gd name="connsiteY59" fmla="*/ 141793 h 357378"/>
                <a:gd name="connsiteX60" fmla="*/ 261159 w 287887"/>
                <a:gd name="connsiteY60" fmla="*/ 124619 h 357378"/>
                <a:gd name="connsiteX61" fmla="*/ 270822 w 287887"/>
                <a:gd name="connsiteY61" fmla="*/ 114957 h 357378"/>
                <a:gd name="connsiteX62" fmla="*/ 287367 w 287887"/>
                <a:gd name="connsiteY62" fmla="*/ 99470 h 357378"/>
                <a:gd name="connsiteX63" fmla="*/ 276579 w 287887"/>
                <a:gd name="connsiteY63" fmla="*/ 89543 h 357378"/>
                <a:gd name="connsiteX64" fmla="*/ 266288 w 287887"/>
                <a:gd name="connsiteY64" fmla="*/ 62310 h 357378"/>
                <a:gd name="connsiteX65" fmla="*/ 262417 w 287887"/>
                <a:gd name="connsiteY65" fmla="*/ 33554 h 357378"/>
                <a:gd name="connsiteX66" fmla="*/ 247294 w 287887"/>
                <a:gd name="connsiteY66" fmla="*/ 15519 h 357378"/>
                <a:gd name="connsiteX67" fmla="*/ 237565 w 287887"/>
                <a:gd name="connsiteY67" fmla="*/ 2482 h 357378"/>
                <a:gd name="connsiteX68" fmla="*/ 237003 w 287887"/>
                <a:gd name="connsiteY68" fmla="*/ 3210 h 357378"/>
                <a:gd name="connsiteX69" fmla="*/ 227208 w 287887"/>
                <a:gd name="connsiteY69" fmla="*/ 9464 h 357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87887" h="357378">
                  <a:moveTo>
                    <a:pt x="227208" y="9464"/>
                  </a:moveTo>
                  <a:cubicBezTo>
                    <a:pt x="222079" y="9464"/>
                    <a:pt x="224098" y="21807"/>
                    <a:pt x="215924" y="21807"/>
                  </a:cubicBezTo>
                  <a:cubicBezTo>
                    <a:pt x="207751" y="21807"/>
                    <a:pt x="210762" y="30046"/>
                    <a:pt x="205633" y="30046"/>
                  </a:cubicBezTo>
                  <a:cubicBezTo>
                    <a:pt x="201990" y="29597"/>
                    <a:pt x="198666" y="27745"/>
                    <a:pt x="196367" y="24884"/>
                  </a:cubicBezTo>
                  <a:lnTo>
                    <a:pt x="173767" y="24884"/>
                  </a:lnTo>
                  <a:cubicBezTo>
                    <a:pt x="173767" y="24884"/>
                    <a:pt x="168638" y="19755"/>
                    <a:pt x="165527" y="21807"/>
                  </a:cubicBezTo>
                  <a:lnTo>
                    <a:pt x="159372" y="25910"/>
                  </a:lnTo>
                  <a:lnTo>
                    <a:pt x="53483" y="25910"/>
                  </a:lnTo>
                  <a:lnTo>
                    <a:pt x="53483" y="62475"/>
                  </a:lnTo>
                  <a:lnTo>
                    <a:pt x="37368" y="62475"/>
                  </a:lnTo>
                  <a:lnTo>
                    <a:pt x="37368" y="119258"/>
                  </a:lnTo>
                  <a:cubicBezTo>
                    <a:pt x="37368" y="119258"/>
                    <a:pt x="38459" y="136399"/>
                    <a:pt x="35217" y="137458"/>
                  </a:cubicBezTo>
                  <a:cubicBezTo>
                    <a:pt x="31974" y="138517"/>
                    <a:pt x="20227" y="141760"/>
                    <a:pt x="20227" y="147120"/>
                  </a:cubicBezTo>
                  <a:cubicBezTo>
                    <a:pt x="20227" y="152481"/>
                    <a:pt x="19168" y="156783"/>
                    <a:pt x="13807" y="157842"/>
                  </a:cubicBezTo>
                  <a:cubicBezTo>
                    <a:pt x="8447" y="158901"/>
                    <a:pt x="13807" y="170714"/>
                    <a:pt x="6296" y="170714"/>
                  </a:cubicBezTo>
                  <a:cubicBezTo>
                    <a:pt x="-1216" y="170714"/>
                    <a:pt x="9605" y="179285"/>
                    <a:pt x="5203" y="183586"/>
                  </a:cubicBezTo>
                  <a:cubicBezTo>
                    <a:pt x="803" y="187888"/>
                    <a:pt x="1894" y="193216"/>
                    <a:pt x="7355" y="193216"/>
                  </a:cubicBezTo>
                  <a:cubicBezTo>
                    <a:pt x="12814" y="193216"/>
                    <a:pt x="10664" y="199635"/>
                    <a:pt x="10664" y="206088"/>
                  </a:cubicBezTo>
                  <a:cubicBezTo>
                    <a:pt x="10664" y="212541"/>
                    <a:pt x="19267" y="216809"/>
                    <a:pt x="19267" y="216809"/>
                  </a:cubicBezTo>
                  <a:lnTo>
                    <a:pt x="17116" y="224321"/>
                  </a:lnTo>
                  <a:cubicBezTo>
                    <a:pt x="17116" y="224321"/>
                    <a:pt x="28896" y="238252"/>
                    <a:pt x="29988" y="241462"/>
                  </a:cubicBezTo>
                  <a:cubicBezTo>
                    <a:pt x="31080" y="244672"/>
                    <a:pt x="37467" y="253242"/>
                    <a:pt x="31047" y="256452"/>
                  </a:cubicBezTo>
                  <a:cubicBezTo>
                    <a:pt x="24628" y="259662"/>
                    <a:pt x="28896" y="262905"/>
                    <a:pt x="28896" y="262905"/>
                  </a:cubicBezTo>
                  <a:lnTo>
                    <a:pt x="36408" y="263963"/>
                  </a:lnTo>
                  <a:lnTo>
                    <a:pt x="38559" y="269324"/>
                  </a:lnTo>
                  <a:cubicBezTo>
                    <a:pt x="43875" y="269511"/>
                    <a:pt x="48894" y="271824"/>
                    <a:pt x="52490" y="275744"/>
                  </a:cubicBezTo>
                  <a:cubicBezTo>
                    <a:pt x="57850" y="282163"/>
                    <a:pt x="60001" y="283255"/>
                    <a:pt x="60001" y="286465"/>
                  </a:cubicBezTo>
                  <a:cubicBezTo>
                    <a:pt x="60001" y="289675"/>
                    <a:pt x="64270" y="290767"/>
                    <a:pt x="70723" y="296127"/>
                  </a:cubicBezTo>
                  <a:cubicBezTo>
                    <a:pt x="77176" y="301488"/>
                    <a:pt x="77143" y="304698"/>
                    <a:pt x="77143" y="307908"/>
                  </a:cubicBezTo>
                  <a:cubicBezTo>
                    <a:pt x="77143" y="311117"/>
                    <a:pt x="88923" y="316478"/>
                    <a:pt x="88923" y="316478"/>
                  </a:cubicBezTo>
                  <a:lnTo>
                    <a:pt x="92960" y="326405"/>
                  </a:lnTo>
                  <a:cubicBezTo>
                    <a:pt x="94968" y="327326"/>
                    <a:pt x="96569" y="328951"/>
                    <a:pt x="97460" y="330972"/>
                  </a:cubicBezTo>
                  <a:cubicBezTo>
                    <a:pt x="99080" y="334505"/>
                    <a:pt x="101689" y="337493"/>
                    <a:pt x="104972" y="339575"/>
                  </a:cubicBezTo>
                  <a:cubicBezTo>
                    <a:pt x="104972" y="339575"/>
                    <a:pt x="111590" y="343877"/>
                    <a:pt x="115726" y="339575"/>
                  </a:cubicBezTo>
                  <a:cubicBezTo>
                    <a:pt x="119863" y="335274"/>
                    <a:pt x="125388" y="340667"/>
                    <a:pt x="125388" y="340667"/>
                  </a:cubicBezTo>
                  <a:cubicBezTo>
                    <a:pt x="125388" y="340667"/>
                    <a:pt x="130782" y="336365"/>
                    <a:pt x="133992" y="338516"/>
                  </a:cubicBezTo>
                  <a:cubicBezTo>
                    <a:pt x="136176" y="339939"/>
                    <a:pt x="145772" y="347815"/>
                    <a:pt x="154078" y="355426"/>
                  </a:cubicBezTo>
                  <a:cubicBezTo>
                    <a:pt x="158243" y="353806"/>
                    <a:pt x="162538" y="352544"/>
                    <a:pt x="166917" y="351653"/>
                  </a:cubicBezTo>
                  <a:cubicBezTo>
                    <a:pt x="170755" y="351289"/>
                    <a:pt x="176182" y="357841"/>
                    <a:pt x="177705" y="355525"/>
                  </a:cubicBezTo>
                  <a:cubicBezTo>
                    <a:pt x="179227" y="353209"/>
                    <a:pt x="187367" y="349734"/>
                    <a:pt x="190445" y="351289"/>
                  </a:cubicBezTo>
                  <a:cubicBezTo>
                    <a:pt x="193522" y="352845"/>
                    <a:pt x="200835" y="353209"/>
                    <a:pt x="201232" y="350528"/>
                  </a:cubicBezTo>
                  <a:cubicBezTo>
                    <a:pt x="201497" y="348675"/>
                    <a:pt x="204773" y="346822"/>
                    <a:pt x="207089" y="344870"/>
                  </a:cubicBezTo>
                  <a:cubicBezTo>
                    <a:pt x="208105" y="344173"/>
                    <a:pt x="208879" y="343179"/>
                    <a:pt x="209306" y="342024"/>
                  </a:cubicBezTo>
                  <a:cubicBezTo>
                    <a:pt x="210100" y="338947"/>
                    <a:pt x="219233" y="333553"/>
                    <a:pt x="223204" y="332792"/>
                  </a:cubicBezTo>
                  <a:cubicBezTo>
                    <a:pt x="227175" y="332031"/>
                    <a:pt x="231675" y="331633"/>
                    <a:pt x="233627" y="333950"/>
                  </a:cubicBezTo>
                  <a:cubicBezTo>
                    <a:pt x="234854" y="335124"/>
                    <a:pt x="236322" y="336017"/>
                    <a:pt x="237929" y="336564"/>
                  </a:cubicBezTo>
                  <a:cubicBezTo>
                    <a:pt x="239253" y="326637"/>
                    <a:pt x="241437" y="321309"/>
                    <a:pt x="238227" y="321309"/>
                  </a:cubicBezTo>
                  <a:cubicBezTo>
                    <a:pt x="230892" y="320295"/>
                    <a:pt x="224705" y="315340"/>
                    <a:pt x="222112" y="308404"/>
                  </a:cubicBezTo>
                  <a:cubicBezTo>
                    <a:pt x="218803" y="299800"/>
                    <a:pt x="209207" y="294440"/>
                    <a:pt x="207056" y="289079"/>
                  </a:cubicBezTo>
                  <a:cubicBezTo>
                    <a:pt x="204905" y="283718"/>
                    <a:pt x="193092" y="284777"/>
                    <a:pt x="190941" y="280476"/>
                  </a:cubicBezTo>
                  <a:cubicBezTo>
                    <a:pt x="188790" y="276174"/>
                    <a:pt x="194250" y="276174"/>
                    <a:pt x="194250" y="270813"/>
                  </a:cubicBezTo>
                  <a:cubicBezTo>
                    <a:pt x="194250" y="265452"/>
                    <a:pt x="207122" y="268662"/>
                    <a:pt x="208214" y="267504"/>
                  </a:cubicBezTo>
                  <a:cubicBezTo>
                    <a:pt x="209306" y="266346"/>
                    <a:pt x="210365" y="254632"/>
                    <a:pt x="210365" y="248179"/>
                  </a:cubicBezTo>
                  <a:cubicBezTo>
                    <a:pt x="210365" y="241726"/>
                    <a:pt x="218935" y="235274"/>
                    <a:pt x="215726" y="232064"/>
                  </a:cubicBezTo>
                  <a:cubicBezTo>
                    <a:pt x="212516" y="228854"/>
                    <a:pt x="219035" y="227762"/>
                    <a:pt x="223271" y="224552"/>
                  </a:cubicBezTo>
                  <a:cubicBezTo>
                    <a:pt x="227506" y="221343"/>
                    <a:pt x="224329" y="211647"/>
                    <a:pt x="228631" y="207345"/>
                  </a:cubicBezTo>
                  <a:cubicBezTo>
                    <a:pt x="232933" y="203044"/>
                    <a:pt x="236142" y="194473"/>
                    <a:pt x="239386" y="194473"/>
                  </a:cubicBezTo>
                  <a:cubicBezTo>
                    <a:pt x="243580" y="193679"/>
                    <a:pt x="246677" y="190102"/>
                    <a:pt x="246864" y="185836"/>
                  </a:cubicBezTo>
                  <a:cubicBezTo>
                    <a:pt x="246864" y="181568"/>
                    <a:pt x="254408" y="172964"/>
                    <a:pt x="253482" y="165453"/>
                  </a:cubicBezTo>
                  <a:cubicBezTo>
                    <a:pt x="252556" y="157941"/>
                    <a:pt x="249180" y="148246"/>
                    <a:pt x="254541" y="141793"/>
                  </a:cubicBezTo>
                  <a:cubicBezTo>
                    <a:pt x="259902" y="135340"/>
                    <a:pt x="262053" y="129980"/>
                    <a:pt x="261159" y="124619"/>
                  </a:cubicBezTo>
                  <a:cubicBezTo>
                    <a:pt x="260266" y="119258"/>
                    <a:pt x="267777" y="118166"/>
                    <a:pt x="270822" y="114957"/>
                  </a:cubicBezTo>
                  <a:cubicBezTo>
                    <a:pt x="273105" y="112673"/>
                    <a:pt x="281311" y="109265"/>
                    <a:pt x="287367" y="99470"/>
                  </a:cubicBezTo>
                  <a:cubicBezTo>
                    <a:pt x="284427" y="95513"/>
                    <a:pt x="280767" y="92145"/>
                    <a:pt x="276579" y="89543"/>
                  </a:cubicBezTo>
                  <a:cubicBezTo>
                    <a:pt x="270391" y="86730"/>
                    <a:pt x="266288" y="75943"/>
                    <a:pt x="266288" y="62310"/>
                  </a:cubicBezTo>
                  <a:cubicBezTo>
                    <a:pt x="265927" y="52622"/>
                    <a:pt x="264631" y="42992"/>
                    <a:pt x="262417" y="33554"/>
                  </a:cubicBezTo>
                  <a:cubicBezTo>
                    <a:pt x="261920" y="29186"/>
                    <a:pt x="255236" y="19920"/>
                    <a:pt x="247294" y="15519"/>
                  </a:cubicBezTo>
                  <a:cubicBezTo>
                    <a:pt x="242164" y="12966"/>
                    <a:pt x="238553" y="8126"/>
                    <a:pt x="237565" y="2482"/>
                  </a:cubicBezTo>
                  <a:cubicBezTo>
                    <a:pt x="237400" y="2713"/>
                    <a:pt x="237135" y="2978"/>
                    <a:pt x="237003" y="3210"/>
                  </a:cubicBezTo>
                  <a:cubicBezTo>
                    <a:pt x="231146" y="10523"/>
                    <a:pt x="232172" y="9464"/>
                    <a:pt x="227208" y="946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B4844B2-6C2D-C444-9719-1F6414B8F72B}"/>
                </a:ext>
              </a:extLst>
            </p:cNvPr>
            <p:cNvSpPr/>
            <p:nvPr/>
          </p:nvSpPr>
          <p:spPr>
            <a:xfrm>
              <a:off x="5118524" y="2908117"/>
              <a:ext cx="33091" cy="36400"/>
            </a:xfrm>
            <a:custGeom>
              <a:avLst/>
              <a:gdLst>
                <a:gd name="connsiteX0" fmla="*/ 13070 w 33090"/>
                <a:gd name="connsiteY0" fmla="*/ 6486 h 36399"/>
                <a:gd name="connsiteX1" fmla="*/ 4632 w 33090"/>
                <a:gd name="connsiteY1" fmla="*/ 18597 h 36399"/>
                <a:gd name="connsiteX2" fmla="*/ 4102 w 33090"/>
                <a:gd name="connsiteY2" fmla="*/ 33190 h 36399"/>
                <a:gd name="connsiteX3" fmla="*/ 13831 w 33090"/>
                <a:gd name="connsiteY3" fmla="*/ 32660 h 36399"/>
                <a:gd name="connsiteX4" fmla="*/ 22037 w 33090"/>
                <a:gd name="connsiteY4" fmla="*/ 35506 h 36399"/>
                <a:gd name="connsiteX5" fmla="*/ 29251 w 33090"/>
                <a:gd name="connsiteY5" fmla="*/ 26803 h 36399"/>
                <a:gd name="connsiteX6" fmla="*/ 19953 w 33090"/>
                <a:gd name="connsiteY6" fmla="*/ 22832 h 36399"/>
                <a:gd name="connsiteX7" fmla="*/ 29880 w 33090"/>
                <a:gd name="connsiteY7" fmla="*/ 14858 h 36399"/>
                <a:gd name="connsiteX8" fmla="*/ 28325 w 33090"/>
                <a:gd name="connsiteY8" fmla="*/ 4599 h 36399"/>
                <a:gd name="connsiteX9" fmla="*/ 26042 w 33090"/>
                <a:gd name="connsiteY9" fmla="*/ 2482 h 36399"/>
                <a:gd name="connsiteX10" fmla="*/ 21309 w 33090"/>
                <a:gd name="connsiteY10" fmla="*/ 5791 h 36399"/>
                <a:gd name="connsiteX11" fmla="*/ 13070 w 33090"/>
                <a:gd name="connsiteY11" fmla="*/ 6486 h 3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090" h="36399">
                  <a:moveTo>
                    <a:pt x="13070" y="6486"/>
                  </a:moveTo>
                  <a:cubicBezTo>
                    <a:pt x="10543" y="10714"/>
                    <a:pt x="7723" y="14761"/>
                    <a:pt x="4632" y="18597"/>
                  </a:cubicBezTo>
                  <a:cubicBezTo>
                    <a:pt x="827" y="22899"/>
                    <a:pt x="3010" y="31039"/>
                    <a:pt x="4102" y="33190"/>
                  </a:cubicBezTo>
                  <a:cubicBezTo>
                    <a:pt x="5194" y="35341"/>
                    <a:pt x="10721" y="34811"/>
                    <a:pt x="13831" y="32660"/>
                  </a:cubicBezTo>
                  <a:cubicBezTo>
                    <a:pt x="16379" y="30973"/>
                    <a:pt x="18265" y="31965"/>
                    <a:pt x="22037" y="35506"/>
                  </a:cubicBezTo>
                  <a:cubicBezTo>
                    <a:pt x="24203" y="32415"/>
                    <a:pt x="26616" y="29505"/>
                    <a:pt x="29251" y="26803"/>
                  </a:cubicBezTo>
                  <a:cubicBezTo>
                    <a:pt x="24982" y="24288"/>
                    <a:pt x="21012" y="23858"/>
                    <a:pt x="19953" y="22832"/>
                  </a:cubicBezTo>
                  <a:cubicBezTo>
                    <a:pt x="18166" y="21046"/>
                    <a:pt x="25082" y="15917"/>
                    <a:pt x="29880" y="14858"/>
                  </a:cubicBezTo>
                  <a:cubicBezTo>
                    <a:pt x="34678" y="13799"/>
                    <a:pt x="32428" y="8240"/>
                    <a:pt x="28325" y="4599"/>
                  </a:cubicBezTo>
                  <a:lnTo>
                    <a:pt x="26042" y="2482"/>
                  </a:lnTo>
                  <a:cubicBezTo>
                    <a:pt x="24317" y="3358"/>
                    <a:pt x="22724" y="4472"/>
                    <a:pt x="21309" y="5791"/>
                  </a:cubicBezTo>
                  <a:cubicBezTo>
                    <a:pt x="20118" y="7611"/>
                    <a:pt x="17272" y="6949"/>
                    <a:pt x="13070" y="648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CD78AE3-9C90-FB46-805D-31EA89C84C12}"/>
                </a:ext>
              </a:extLst>
            </p:cNvPr>
            <p:cNvSpPr/>
            <p:nvPr/>
          </p:nvSpPr>
          <p:spPr>
            <a:xfrm>
              <a:off x="5026648" y="2812618"/>
              <a:ext cx="119126" cy="102581"/>
            </a:xfrm>
            <a:custGeom>
              <a:avLst/>
              <a:gdLst>
                <a:gd name="connsiteX0" fmla="*/ 21856 w 119125"/>
                <a:gd name="connsiteY0" fmla="*/ 18001 h 102580"/>
                <a:gd name="connsiteX1" fmla="*/ 12194 w 119125"/>
                <a:gd name="connsiteY1" fmla="*/ 27664 h 102580"/>
                <a:gd name="connsiteX2" fmla="*/ 5575 w 119125"/>
                <a:gd name="connsiteY2" fmla="*/ 44838 h 102580"/>
                <a:gd name="connsiteX3" fmla="*/ 4484 w 119125"/>
                <a:gd name="connsiteY3" fmla="*/ 68365 h 102580"/>
                <a:gd name="connsiteX4" fmla="*/ 19043 w 119125"/>
                <a:gd name="connsiteY4" fmla="*/ 69093 h 102580"/>
                <a:gd name="connsiteX5" fmla="*/ 24437 w 119125"/>
                <a:gd name="connsiteY5" fmla="*/ 63699 h 102580"/>
                <a:gd name="connsiteX6" fmla="*/ 32577 w 119125"/>
                <a:gd name="connsiteY6" fmla="*/ 61549 h 102580"/>
                <a:gd name="connsiteX7" fmla="*/ 43398 w 119125"/>
                <a:gd name="connsiteY7" fmla="*/ 65850 h 102580"/>
                <a:gd name="connsiteX8" fmla="*/ 51009 w 119125"/>
                <a:gd name="connsiteY8" fmla="*/ 65850 h 102580"/>
                <a:gd name="connsiteX9" fmla="*/ 68315 w 119125"/>
                <a:gd name="connsiteY9" fmla="*/ 65850 h 102580"/>
                <a:gd name="connsiteX10" fmla="*/ 105178 w 119125"/>
                <a:gd name="connsiteY10" fmla="*/ 101621 h 102580"/>
                <a:gd name="connsiteX11" fmla="*/ 104946 w 119125"/>
                <a:gd name="connsiteY11" fmla="*/ 101985 h 102580"/>
                <a:gd name="connsiteX12" fmla="*/ 113252 w 119125"/>
                <a:gd name="connsiteY12" fmla="*/ 101390 h 102580"/>
                <a:gd name="connsiteX13" fmla="*/ 117984 w 119125"/>
                <a:gd name="connsiteY13" fmla="*/ 98080 h 102580"/>
                <a:gd name="connsiteX14" fmla="*/ 99454 w 119125"/>
                <a:gd name="connsiteY14" fmla="*/ 77299 h 102580"/>
                <a:gd name="connsiteX15" fmla="*/ 71955 w 119125"/>
                <a:gd name="connsiteY15" fmla="*/ 58306 h 102580"/>
                <a:gd name="connsiteX16" fmla="*/ 60903 w 119125"/>
                <a:gd name="connsiteY16" fmla="*/ 47253 h 102580"/>
                <a:gd name="connsiteX17" fmla="*/ 48064 w 119125"/>
                <a:gd name="connsiteY17" fmla="*/ 21807 h 102580"/>
                <a:gd name="connsiteX18" fmla="*/ 38137 w 119125"/>
                <a:gd name="connsiteY18" fmla="*/ 2482 h 102580"/>
                <a:gd name="connsiteX19" fmla="*/ 21856 w 119125"/>
                <a:gd name="connsiteY19" fmla="*/ 18001 h 10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9125" h="102580">
                  <a:moveTo>
                    <a:pt x="21856" y="18001"/>
                  </a:moveTo>
                  <a:cubicBezTo>
                    <a:pt x="18547" y="21310"/>
                    <a:pt x="11102" y="22303"/>
                    <a:pt x="12194" y="27664"/>
                  </a:cubicBezTo>
                  <a:cubicBezTo>
                    <a:pt x="13286" y="33025"/>
                    <a:pt x="11102" y="38418"/>
                    <a:pt x="5575" y="44838"/>
                  </a:cubicBezTo>
                  <a:cubicBezTo>
                    <a:pt x="50" y="51257"/>
                    <a:pt x="3392" y="60854"/>
                    <a:pt x="4484" y="68365"/>
                  </a:cubicBezTo>
                  <a:cubicBezTo>
                    <a:pt x="11102" y="67902"/>
                    <a:pt x="17720" y="67803"/>
                    <a:pt x="19043" y="69093"/>
                  </a:cubicBezTo>
                  <a:cubicBezTo>
                    <a:pt x="21724" y="71807"/>
                    <a:pt x="22816" y="69093"/>
                    <a:pt x="24437" y="63699"/>
                  </a:cubicBezTo>
                  <a:cubicBezTo>
                    <a:pt x="26059" y="58306"/>
                    <a:pt x="29335" y="58835"/>
                    <a:pt x="32577" y="61549"/>
                  </a:cubicBezTo>
                  <a:cubicBezTo>
                    <a:pt x="35820" y="64262"/>
                    <a:pt x="37971" y="68597"/>
                    <a:pt x="43398" y="65850"/>
                  </a:cubicBezTo>
                  <a:cubicBezTo>
                    <a:pt x="48825" y="63104"/>
                    <a:pt x="48295" y="64791"/>
                    <a:pt x="51009" y="65850"/>
                  </a:cubicBezTo>
                  <a:cubicBezTo>
                    <a:pt x="53722" y="66909"/>
                    <a:pt x="64543" y="65321"/>
                    <a:pt x="68315" y="65850"/>
                  </a:cubicBezTo>
                  <a:cubicBezTo>
                    <a:pt x="72088" y="66380"/>
                    <a:pt x="105178" y="101621"/>
                    <a:pt x="105178" y="101621"/>
                  </a:cubicBezTo>
                  <a:lnTo>
                    <a:pt x="104946" y="101985"/>
                  </a:lnTo>
                  <a:cubicBezTo>
                    <a:pt x="109149" y="102482"/>
                    <a:pt x="111995" y="103110"/>
                    <a:pt x="113252" y="101390"/>
                  </a:cubicBezTo>
                  <a:cubicBezTo>
                    <a:pt x="114667" y="100070"/>
                    <a:pt x="116260" y="98956"/>
                    <a:pt x="117984" y="98080"/>
                  </a:cubicBezTo>
                  <a:cubicBezTo>
                    <a:pt x="111315" y="91609"/>
                    <a:pt x="105122" y="84664"/>
                    <a:pt x="99454" y="77299"/>
                  </a:cubicBezTo>
                  <a:cubicBezTo>
                    <a:pt x="89526" y="64957"/>
                    <a:pt x="78143" y="58306"/>
                    <a:pt x="71955" y="58306"/>
                  </a:cubicBezTo>
                  <a:cubicBezTo>
                    <a:pt x="65767" y="58306"/>
                    <a:pt x="64774" y="47783"/>
                    <a:pt x="60903" y="47253"/>
                  </a:cubicBezTo>
                  <a:cubicBezTo>
                    <a:pt x="57031" y="46724"/>
                    <a:pt x="48329" y="31569"/>
                    <a:pt x="48064" y="21807"/>
                  </a:cubicBezTo>
                  <a:cubicBezTo>
                    <a:pt x="48064" y="16314"/>
                    <a:pt x="43332" y="8571"/>
                    <a:pt x="38137" y="2482"/>
                  </a:cubicBezTo>
                  <a:cubicBezTo>
                    <a:pt x="32180" y="12310"/>
                    <a:pt x="23974" y="15718"/>
                    <a:pt x="21856" y="1800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4338B8A-6E79-354E-A1C7-2CAA64869C5B}"/>
                </a:ext>
              </a:extLst>
            </p:cNvPr>
            <p:cNvSpPr/>
            <p:nvPr/>
          </p:nvSpPr>
          <p:spPr>
            <a:xfrm>
              <a:off x="4965696" y="2869236"/>
              <a:ext cx="261415" cy="205161"/>
            </a:xfrm>
            <a:custGeom>
              <a:avLst/>
              <a:gdLst>
                <a:gd name="connsiteX0" fmla="*/ 19242 w 261415"/>
                <a:gd name="connsiteY0" fmla="*/ 135439 h 205161"/>
                <a:gd name="connsiteX1" fmla="*/ 34298 w 261415"/>
                <a:gd name="connsiteY1" fmla="*/ 154764 h 205161"/>
                <a:gd name="connsiteX2" fmla="*/ 50413 w 261415"/>
                <a:gd name="connsiteY2" fmla="*/ 167669 h 205161"/>
                <a:gd name="connsiteX3" fmla="*/ 50115 w 261415"/>
                <a:gd name="connsiteY3" fmla="*/ 182924 h 205161"/>
                <a:gd name="connsiteX4" fmla="*/ 55806 w 261415"/>
                <a:gd name="connsiteY4" fmla="*/ 185306 h 205161"/>
                <a:gd name="connsiteX5" fmla="*/ 73543 w 261415"/>
                <a:gd name="connsiteY5" fmla="*/ 188781 h 205161"/>
                <a:gd name="connsiteX6" fmla="*/ 93596 w 261415"/>
                <a:gd name="connsiteY6" fmla="*/ 200329 h 205161"/>
                <a:gd name="connsiteX7" fmla="*/ 113649 w 261415"/>
                <a:gd name="connsiteY7" fmla="*/ 203639 h 205161"/>
                <a:gd name="connsiteX8" fmla="*/ 125198 w 261415"/>
                <a:gd name="connsiteY8" fmla="*/ 194373 h 205161"/>
                <a:gd name="connsiteX9" fmla="*/ 140254 w 261415"/>
                <a:gd name="connsiteY9" fmla="*/ 191296 h 205161"/>
                <a:gd name="connsiteX10" fmla="*/ 148725 w 261415"/>
                <a:gd name="connsiteY10" fmla="*/ 194803 h 205161"/>
                <a:gd name="connsiteX11" fmla="*/ 157362 w 261415"/>
                <a:gd name="connsiteY11" fmla="*/ 192355 h 205161"/>
                <a:gd name="connsiteX12" fmla="*/ 171458 w 261415"/>
                <a:gd name="connsiteY12" fmla="*/ 190171 h 205161"/>
                <a:gd name="connsiteX13" fmla="*/ 194191 w 261415"/>
                <a:gd name="connsiteY13" fmla="*/ 178225 h 205161"/>
                <a:gd name="connsiteX14" fmla="*/ 213483 w 261415"/>
                <a:gd name="connsiteY14" fmla="*/ 174717 h 205161"/>
                <a:gd name="connsiteX15" fmla="*/ 259810 w 261415"/>
                <a:gd name="connsiteY15" fmla="*/ 128391 h 205161"/>
                <a:gd name="connsiteX16" fmla="*/ 253622 w 261415"/>
                <a:gd name="connsiteY16" fmla="*/ 124552 h 205161"/>
                <a:gd name="connsiteX17" fmla="*/ 229731 w 261415"/>
                <a:gd name="connsiteY17" fmla="*/ 119125 h 205161"/>
                <a:gd name="connsiteX18" fmla="*/ 194655 w 261415"/>
                <a:gd name="connsiteY18" fmla="*/ 106816 h 205161"/>
                <a:gd name="connsiteX19" fmla="*/ 183073 w 261415"/>
                <a:gd name="connsiteY19" fmla="*/ 96392 h 205161"/>
                <a:gd name="connsiteX20" fmla="*/ 172285 w 261415"/>
                <a:gd name="connsiteY20" fmla="*/ 80575 h 205161"/>
                <a:gd name="connsiteX21" fmla="*/ 174932 w 261415"/>
                <a:gd name="connsiteY21" fmla="*/ 73957 h 205161"/>
                <a:gd name="connsiteX22" fmla="*/ 166726 w 261415"/>
                <a:gd name="connsiteY22" fmla="*/ 71111 h 205161"/>
                <a:gd name="connsiteX23" fmla="*/ 156998 w 261415"/>
                <a:gd name="connsiteY23" fmla="*/ 71640 h 205161"/>
                <a:gd name="connsiteX24" fmla="*/ 157527 w 261415"/>
                <a:gd name="connsiteY24" fmla="*/ 57047 h 205161"/>
                <a:gd name="connsiteX25" fmla="*/ 166196 w 261415"/>
                <a:gd name="connsiteY25" fmla="*/ 44572 h 205161"/>
                <a:gd name="connsiteX26" fmla="*/ 129334 w 261415"/>
                <a:gd name="connsiteY26" fmla="*/ 8801 h 205161"/>
                <a:gd name="connsiteX27" fmla="*/ 112027 w 261415"/>
                <a:gd name="connsiteY27" fmla="*/ 8801 h 205161"/>
                <a:gd name="connsiteX28" fmla="*/ 104417 w 261415"/>
                <a:gd name="connsiteY28" fmla="*/ 8801 h 205161"/>
                <a:gd name="connsiteX29" fmla="*/ 93596 w 261415"/>
                <a:gd name="connsiteY29" fmla="*/ 4500 h 205161"/>
                <a:gd name="connsiteX30" fmla="*/ 85456 w 261415"/>
                <a:gd name="connsiteY30" fmla="*/ 6650 h 205161"/>
                <a:gd name="connsiteX31" fmla="*/ 80062 w 261415"/>
                <a:gd name="connsiteY31" fmla="*/ 12044 h 205161"/>
                <a:gd name="connsiteX32" fmla="*/ 65502 w 261415"/>
                <a:gd name="connsiteY32" fmla="*/ 11316 h 205161"/>
                <a:gd name="connsiteX33" fmla="*/ 58884 w 261415"/>
                <a:gd name="connsiteY33" fmla="*/ 31700 h 205161"/>
                <a:gd name="connsiteX34" fmla="*/ 51406 w 261415"/>
                <a:gd name="connsiteY34" fmla="*/ 40336 h 205161"/>
                <a:gd name="connsiteX35" fmla="*/ 40651 w 261415"/>
                <a:gd name="connsiteY35" fmla="*/ 53209 h 205161"/>
                <a:gd name="connsiteX36" fmla="*/ 35290 w 261415"/>
                <a:gd name="connsiteY36" fmla="*/ 70416 h 205161"/>
                <a:gd name="connsiteX37" fmla="*/ 27746 w 261415"/>
                <a:gd name="connsiteY37" fmla="*/ 77928 h 205161"/>
                <a:gd name="connsiteX38" fmla="*/ 22385 w 261415"/>
                <a:gd name="connsiteY38" fmla="*/ 94043 h 205161"/>
                <a:gd name="connsiteX39" fmla="*/ 20234 w 261415"/>
                <a:gd name="connsiteY39" fmla="*/ 113367 h 205161"/>
                <a:gd name="connsiteX40" fmla="*/ 6270 w 261415"/>
                <a:gd name="connsiteY40" fmla="*/ 116676 h 205161"/>
                <a:gd name="connsiteX41" fmla="*/ 2961 w 261415"/>
                <a:gd name="connsiteY41" fmla="*/ 126339 h 205161"/>
                <a:gd name="connsiteX42" fmla="*/ 19242 w 261415"/>
                <a:gd name="connsiteY42" fmla="*/ 135439 h 20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61415" h="205161">
                  <a:moveTo>
                    <a:pt x="19242" y="135439"/>
                  </a:moveTo>
                  <a:cubicBezTo>
                    <a:pt x="21392" y="140800"/>
                    <a:pt x="31055" y="146160"/>
                    <a:pt x="34298" y="154764"/>
                  </a:cubicBezTo>
                  <a:cubicBezTo>
                    <a:pt x="36890" y="161699"/>
                    <a:pt x="43078" y="166654"/>
                    <a:pt x="50413" y="167669"/>
                  </a:cubicBezTo>
                  <a:cubicBezTo>
                    <a:pt x="53722" y="167669"/>
                    <a:pt x="51439" y="173063"/>
                    <a:pt x="50115" y="182924"/>
                  </a:cubicBezTo>
                  <a:cubicBezTo>
                    <a:pt x="52057" y="183605"/>
                    <a:pt x="53958" y="184400"/>
                    <a:pt x="55806" y="185306"/>
                  </a:cubicBezTo>
                  <a:cubicBezTo>
                    <a:pt x="58520" y="186862"/>
                    <a:pt x="69705" y="185306"/>
                    <a:pt x="73543" y="188781"/>
                  </a:cubicBezTo>
                  <a:cubicBezTo>
                    <a:pt x="77382" y="192255"/>
                    <a:pt x="89724" y="200329"/>
                    <a:pt x="93596" y="200329"/>
                  </a:cubicBezTo>
                  <a:cubicBezTo>
                    <a:pt x="97468" y="200329"/>
                    <a:pt x="111332" y="202249"/>
                    <a:pt x="113649" y="203639"/>
                  </a:cubicBezTo>
                  <a:cubicBezTo>
                    <a:pt x="115965" y="205028"/>
                    <a:pt x="119042" y="197848"/>
                    <a:pt x="125198" y="194373"/>
                  </a:cubicBezTo>
                  <a:cubicBezTo>
                    <a:pt x="131352" y="190899"/>
                    <a:pt x="139095" y="188615"/>
                    <a:pt x="140254" y="191296"/>
                  </a:cubicBezTo>
                  <a:cubicBezTo>
                    <a:pt x="141774" y="194449"/>
                    <a:pt x="145420" y="195959"/>
                    <a:pt x="148725" y="194803"/>
                  </a:cubicBezTo>
                  <a:cubicBezTo>
                    <a:pt x="151521" y="193721"/>
                    <a:pt x="154413" y="192901"/>
                    <a:pt x="157362" y="192355"/>
                  </a:cubicBezTo>
                  <a:cubicBezTo>
                    <a:pt x="161975" y="191157"/>
                    <a:pt x="166698" y="190425"/>
                    <a:pt x="171458" y="190171"/>
                  </a:cubicBezTo>
                  <a:cubicBezTo>
                    <a:pt x="174535" y="190535"/>
                    <a:pt x="183007" y="178225"/>
                    <a:pt x="194191" y="178225"/>
                  </a:cubicBezTo>
                  <a:cubicBezTo>
                    <a:pt x="205376" y="178225"/>
                    <a:pt x="208453" y="180144"/>
                    <a:pt x="213483" y="174717"/>
                  </a:cubicBezTo>
                  <a:cubicBezTo>
                    <a:pt x="218513" y="169290"/>
                    <a:pt x="256269" y="131170"/>
                    <a:pt x="259810" y="128391"/>
                  </a:cubicBezTo>
                  <a:cubicBezTo>
                    <a:pt x="263351" y="125611"/>
                    <a:pt x="257494" y="124552"/>
                    <a:pt x="253622" y="124552"/>
                  </a:cubicBezTo>
                  <a:cubicBezTo>
                    <a:pt x="245374" y="124366"/>
                    <a:pt x="237249" y="122520"/>
                    <a:pt x="229731" y="119125"/>
                  </a:cubicBezTo>
                  <a:cubicBezTo>
                    <a:pt x="217388" y="114129"/>
                    <a:pt x="198129" y="107577"/>
                    <a:pt x="194655" y="106816"/>
                  </a:cubicBezTo>
                  <a:cubicBezTo>
                    <a:pt x="191180" y="106054"/>
                    <a:pt x="186150" y="97947"/>
                    <a:pt x="183073" y="96392"/>
                  </a:cubicBezTo>
                  <a:cubicBezTo>
                    <a:pt x="179995" y="94837"/>
                    <a:pt x="173841" y="84082"/>
                    <a:pt x="172285" y="80575"/>
                  </a:cubicBezTo>
                  <a:cubicBezTo>
                    <a:pt x="171756" y="79384"/>
                    <a:pt x="172980" y="76935"/>
                    <a:pt x="174932" y="73957"/>
                  </a:cubicBezTo>
                  <a:cubicBezTo>
                    <a:pt x="171160" y="70416"/>
                    <a:pt x="169274" y="69423"/>
                    <a:pt x="166726" y="71111"/>
                  </a:cubicBezTo>
                  <a:cubicBezTo>
                    <a:pt x="163417" y="73262"/>
                    <a:pt x="158056" y="73857"/>
                    <a:pt x="156998" y="71640"/>
                  </a:cubicBezTo>
                  <a:cubicBezTo>
                    <a:pt x="155938" y="69423"/>
                    <a:pt x="153689" y="61349"/>
                    <a:pt x="157527" y="57047"/>
                  </a:cubicBezTo>
                  <a:cubicBezTo>
                    <a:pt x="160704" y="53096"/>
                    <a:pt x="163601" y="48927"/>
                    <a:pt x="166196" y="44572"/>
                  </a:cubicBezTo>
                  <a:cubicBezTo>
                    <a:pt x="166196" y="44572"/>
                    <a:pt x="133106" y="9364"/>
                    <a:pt x="129334" y="8801"/>
                  </a:cubicBezTo>
                  <a:cubicBezTo>
                    <a:pt x="125562" y="8239"/>
                    <a:pt x="114741" y="9926"/>
                    <a:pt x="112027" y="8801"/>
                  </a:cubicBezTo>
                  <a:cubicBezTo>
                    <a:pt x="109314" y="7676"/>
                    <a:pt x="109844" y="6121"/>
                    <a:pt x="104417" y="8801"/>
                  </a:cubicBezTo>
                  <a:cubicBezTo>
                    <a:pt x="98990" y="11482"/>
                    <a:pt x="96839" y="7213"/>
                    <a:pt x="93596" y="4500"/>
                  </a:cubicBezTo>
                  <a:cubicBezTo>
                    <a:pt x="90353" y="1786"/>
                    <a:pt x="86978" y="1191"/>
                    <a:pt x="85456" y="6650"/>
                  </a:cubicBezTo>
                  <a:cubicBezTo>
                    <a:pt x="83933" y="12110"/>
                    <a:pt x="82742" y="14758"/>
                    <a:pt x="80062" y="12044"/>
                  </a:cubicBezTo>
                  <a:cubicBezTo>
                    <a:pt x="78705" y="10754"/>
                    <a:pt x="71988" y="10853"/>
                    <a:pt x="65502" y="11316"/>
                  </a:cubicBezTo>
                  <a:cubicBezTo>
                    <a:pt x="66561" y="18828"/>
                    <a:pt x="58884" y="27431"/>
                    <a:pt x="58884" y="31700"/>
                  </a:cubicBezTo>
                  <a:cubicBezTo>
                    <a:pt x="58697" y="35965"/>
                    <a:pt x="55600" y="39542"/>
                    <a:pt x="51406" y="40336"/>
                  </a:cubicBezTo>
                  <a:cubicBezTo>
                    <a:pt x="48096" y="40337"/>
                    <a:pt x="44787" y="48907"/>
                    <a:pt x="40651" y="53209"/>
                  </a:cubicBezTo>
                  <a:cubicBezTo>
                    <a:pt x="36515" y="57511"/>
                    <a:pt x="39592" y="67173"/>
                    <a:pt x="35290" y="70416"/>
                  </a:cubicBezTo>
                  <a:cubicBezTo>
                    <a:pt x="30988" y="73659"/>
                    <a:pt x="24536" y="74685"/>
                    <a:pt x="27746" y="77928"/>
                  </a:cubicBezTo>
                  <a:cubicBezTo>
                    <a:pt x="30955" y="81170"/>
                    <a:pt x="22385" y="87590"/>
                    <a:pt x="22385" y="94043"/>
                  </a:cubicBezTo>
                  <a:cubicBezTo>
                    <a:pt x="22385" y="100495"/>
                    <a:pt x="21293" y="112309"/>
                    <a:pt x="20234" y="113367"/>
                  </a:cubicBezTo>
                  <a:cubicBezTo>
                    <a:pt x="19175" y="114426"/>
                    <a:pt x="6270" y="111250"/>
                    <a:pt x="6270" y="116676"/>
                  </a:cubicBezTo>
                  <a:cubicBezTo>
                    <a:pt x="6270" y="122103"/>
                    <a:pt x="876" y="122037"/>
                    <a:pt x="2961" y="126339"/>
                  </a:cubicBezTo>
                  <a:cubicBezTo>
                    <a:pt x="5046" y="130641"/>
                    <a:pt x="17091" y="130045"/>
                    <a:pt x="19242" y="13543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77FB064-2EAC-1840-A999-77757BB76B33}"/>
                </a:ext>
              </a:extLst>
            </p:cNvPr>
            <p:cNvSpPr/>
            <p:nvPr/>
          </p:nvSpPr>
          <p:spPr>
            <a:xfrm>
              <a:off x="3108051" y="3042547"/>
              <a:ext cx="691593" cy="711447"/>
            </a:xfrm>
            <a:custGeom>
              <a:avLst/>
              <a:gdLst>
                <a:gd name="connsiteX0" fmla="*/ 367692 w 691592"/>
                <a:gd name="connsiteY0" fmla="*/ 701536 h 711446"/>
                <a:gd name="connsiteX1" fmla="*/ 380928 w 691592"/>
                <a:gd name="connsiteY1" fmla="*/ 679961 h 711446"/>
                <a:gd name="connsiteX2" fmla="*/ 390194 w 691592"/>
                <a:gd name="connsiteY2" fmla="*/ 658750 h 711446"/>
                <a:gd name="connsiteX3" fmla="*/ 399459 w 691592"/>
                <a:gd name="connsiteY3" fmla="*/ 640286 h 711446"/>
                <a:gd name="connsiteX4" fmla="*/ 399823 w 691592"/>
                <a:gd name="connsiteY4" fmla="*/ 656070 h 711446"/>
                <a:gd name="connsiteX5" fmla="*/ 400981 w 691592"/>
                <a:gd name="connsiteY5" fmla="*/ 661861 h 711446"/>
                <a:gd name="connsiteX6" fmla="*/ 423350 w 691592"/>
                <a:gd name="connsiteY6" fmla="*/ 627910 h 711446"/>
                <a:gd name="connsiteX7" fmla="*/ 440690 w 691592"/>
                <a:gd name="connsiteY7" fmla="*/ 609412 h 711446"/>
                <a:gd name="connsiteX8" fmla="*/ 445720 w 691592"/>
                <a:gd name="connsiteY8" fmla="*/ 584396 h 711446"/>
                <a:gd name="connsiteX9" fmla="*/ 446084 w 691592"/>
                <a:gd name="connsiteY9" fmla="*/ 558552 h 711446"/>
                <a:gd name="connsiteX10" fmla="*/ 451477 w 691592"/>
                <a:gd name="connsiteY10" fmla="*/ 545845 h 711446"/>
                <a:gd name="connsiteX11" fmla="*/ 473449 w 691592"/>
                <a:gd name="connsiteY11" fmla="*/ 529300 h 711446"/>
                <a:gd name="connsiteX12" fmla="*/ 496216 w 691592"/>
                <a:gd name="connsiteY12" fmla="*/ 519373 h 711446"/>
                <a:gd name="connsiteX13" fmla="*/ 505845 w 691592"/>
                <a:gd name="connsiteY13" fmla="*/ 513979 h 711446"/>
                <a:gd name="connsiteX14" fmla="*/ 519346 w 691592"/>
                <a:gd name="connsiteY14" fmla="*/ 503556 h 711446"/>
                <a:gd name="connsiteX15" fmla="*/ 548234 w 691592"/>
                <a:gd name="connsiteY15" fmla="*/ 503953 h 711446"/>
                <a:gd name="connsiteX16" fmla="*/ 563654 w 691592"/>
                <a:gd name="connsiteY16" fmla="*/ 498956 h 711446"/>
                <a:gd name="connsiteX17" fmla="*/ 573069 w 691592"/>
                <a:gd name="connsiteY17" fmla="*/ 488542 h 711446"/>
                <a:gd name="connsiteX18" fmla="*/ 573317 w 691592"/>
                <a:gd name="connsiteY18" fmla="*/ 488533 h 711446"/>
                <a:gd name="connsiteX19" fmla="*/ 580994 w 691592"/>
                <a:gd name="connsiteY19" fmla="*/ 479267 h 711446"/>
                <a:gd name="connsiteX20" fmla="*/ 587943 w 691592"/>
                <a:gd name="connsiteY20" fmla="*/ 463483 h 711446"/>
                <a:gd name="connsiteX21" fmla="*/ 594892 w 691592"/>
                <a:gd name="connsiteY21" fmla="*/ 447302 h 711446"/>
                <a:gd name="connsiteX22" fmla="*/ 601510 w 691592"/>
                <a:gd name="connsiteY22" fmla="*/ 438036 h 711446"/>
                <a:gd name="connsiteX23" fmla="*/ 604190 w 691592"/>
                <a:gd name="connsiteY23" fmla="*/ 416858 h 711446"/>
                <a:gd name="connsiteX24" fmla="*/ 613059 w 691592"/>
                <a:gd name="connsiteY24" fmla="*/ 407593 h 711446"/>
                <a:gd name="connsiteX25" fmla="*/ 614978 w 691592"/>
                <a:gd name="connsiteY25" fmla="*/ 386018 h 711446"/>
                <a:gd name="connsiteX26" fmla="*/ 614978 w 691592"/>
                <a:gd name="connsiteY26" fmla="*/ 352100 h 711446"/>
                <a:gd name="connsiteX27" fmla="*/ 618849 w 691592"/>
                <a:gd name="connsiteY27" fmla="*/ 326653 h 711446"/>
                <a:gd name="connsiteX28" fmla="*/ 617691 w 691592"/>
                <a:gd name="connsiteY28" fmla="*/ 319704 h 711446"/>
                <a:gd name="connsiteX29" fmla="*/ 620769 w 691592"/>
                <a:gd name="connsiteY29" fmla="*/ 314708 h 711446"/>
                <a:gd name="connsiteX30" fmla="*/ 631589 w 691592"/>
                <a:gd name="connsiteY30" fmla="*/ 318017 h 711446"/>
                <a:gd name="connsiteX31" fmla="*/ 645454 w 691592"/>
                <a:gd name="connsiteY31" fmla="*/ 291015 h 711446"/>
                <a:gd name="connsiteX32" fmla="*/ 662000 w 691592"/>
                <a:gd name="connsiteY32" fmla="*/ 278308 h 711446"/>
                <a:gd name="connsiteX33" fmla="*/ 686288 w 691592"/>
                <a:gd name="connsiteY33" fmla="*/ 243993 h 711446"/>
                <a:gd name="connsiteX34" fmla="*/ 682648 w 691592"/>
                <a:gd name="connsiteY34" fmla="*/ 193497 h 711446"/>
                <a:gd name="connsiteX35" fmla="*/ 667625 w 691592"/>
                <a:gd name="connsiteY35" fmla="*/ 183570 h 711446"/>
                <a:gd name="connsiteX36" fmla="*/ 625964 w 691592"/>
                <a:gd name="connsiteY36" fmla="*/ 161201 h 711446"/>
                <a:gd name="connsiteX37" fmla="*/ 575104 w 691592"/>
                <a:gd name="connsiteY37" fmla="*/ 145416 h 711446"/>
                <a:gd name="connsiteX38" fmla="*/ 540723 w 691592"/>
                <a:gd name="connsiteY38" fmla="*/ 137243 h 711446"/>
                <a:gd name="connsiteX39" fmla="*/ 517989 w 691592"/>
                <a:gd name="connsiteY39" fmla="*/ 148428 h 711446"/>
                <a:gd name="connsiteX40" fmla="*/ 521464 w 691592"/>
                <a:gd name="connsiteY40" fmla="*/ 131882 h 711446"/>
                <a:gd name="connsiteX41" fmla="*/ 480597 w 691592"/>
                <a:gd name="connsiteY41" fmla="*/ 107230 h 711446"/>
                <a:gd name="connsiteX42" fmla="*/ 455150 w 691592"/>
                <a:gd name="connsiteY42" fmla="*/ 114907 h 711446"/>
                <a:gd name="connsiteX43" fmla="*/ 442808 w 691592"/>
                <a:gd name="connsiteY43" fmla="*/ 123411 h 711446"/>
                <a:gd name="connsiteX44" fmla="*/ 433939 w 691592"/>
                <a:gd name="connsiteY44" fmla="*/ 123808 h 711446"/>
                <a:gd name="connsiteX45" fmla="*/ 448962 w 691592"/>
                <a:gd name="connsiteY45" fmla="*/ 103755 h 711446"/>
                <a:gd name="connsiteX46" fmla="*/ 413886 w 691592"/>
                <a:gd name="connsiteY46" fmla="*/ 94490 h 711446"/>
                <a:gd name="connsiteX47" fmla="*/ 402702 w 691592"/>
                <a:gd name="connsiteY47" fmla="*/ 107991 h 711446"/>
                <a:gd name="connsiteX48" fmla="*/ 407335 w 691592"/>
                <a:gd name="connsiteY48" fmla="*/ 93729 h 711446"/>
                <a:gd name="connsiteX49" fmla="*/ 424707 w 691592"/>
                <a:gd name="connsiteY49" fmla="*/ 72154 h 711446"/>
                <a:gd name="connsiteX50" fmla="*/ 410412 w 691592"/>
                <a:gd name="connsiteY50" fmla="*/ 53656 h 711446"/>
                <a:gd name="connsiteX51" fmla="*/ 397970 w 691592"/>
                <a:gd name="connsiteY51" fmla="*/ 20268 h 711446"/>
                <a:gd name="connsiteX52" fmla="*/ 377421 w 691592"/>
                <a:gd name="connsiteY52" fmla="*/ 47965 h 711446"/>
                <a:gd name="connsiteX53" fmla="*/ 359155 w 691592"/>
                <a:gd name="connsiteY53" fmla="*/ 55807 h 711446"/>
                <a:gd name="connsiteX54" fmla="*/ 341914 w 691592"/>
                <a:gd name="connsiteY54" fmla="*/ 50579 h 711446"/>
                <a:gd name="connsiteX55" fmla="*/ 322623 w 691592"/>
                <a:gd name="connsiteY55" fmla="*/ 50050 h 711446"/>
                <a:gd name="connsiteX56" fmla="*/ 315310 w 691592"/>
                <a:gd name="connsiteY56" fmla="*/ 61003 h 711446"/>
                <a:gd name="connsiteX57" fmla="*/ 294430 w 691592"/>
                <a:gd name="connsiteY57" fmla="*/ 60506 h 711446"/>
                <a:gd name="connsiteX58" fmla="*/ 285561 w 691592"/>
                <a:gd name="connsiteY58" fmla="*/ 64676 h 711446"/>
                <a:gd name="connsiteX59" fmla="*/ 274079 w 691592"/>
                <a:gd name="connsiteY59" fmla="*/ 68845 h 711446"/>
                <a:gd name="connsiteX60" fmla="*/ 255283 w 691592"/>
                <a:gd name="connsiteY60" fmla="*/ 62558 h 711446"/>
                <a:gd name="connsiteX61" fmla="*/ 251644 w 691592"/>
                <a:gd name="connsiteY61" fmla="*/ 31784 h 711446"/>
                <a:gd name="connsiteX62" fmla="*/ 252221 w 691592"/>
                <a:gd name="connsiteY62" fmla="*/ 18880 h 711446"/>
                <a:gd name="connsiteX63" fmla="*/ 250088 w 691592"/>
                <a:gd name="connsiteY63" fmla="*/ 17157 h 711446"/>
                <a:gd name="connsiteX64" fmla="*/ 242775 w 691592"/>
                <a:gd name="connsiteY64" fmla="*/ 2564 h 711446"/>
                <a:gd name="connsiteX65" fmla="*/ 231822 w 691592"/>
                <a:gd name="connsiteY65" fmla="*/ 12492 h 711446"/>
                <a:gd name="connsiteX66" fmla="*/ 210413 w 691592"/>
                <a:gd name="connsiteY66" fmla="*/ 20831 h 711446"/>
                <a:gd name="connsiteX67" fmla="*/ 198401 w 691592"/>
                <a:gd name="connsiteY67" fmla="*/ 27449 h 711446"/>
                <a:gd name="connsiteX68" fmla="*/ 191617 w 691592"/>
                <a:gd name="connsiteY68" fmla="*/ 26919 h 711446"/>
                <a:gd name="connsiteX69" fmla="*/ 176495 w 691592"/>
                <a:gd name="connsiteY69" fmla="*/ 21724 h 711446"/>
                <a:gd name="connsiteX70" fmla="*/ 165013 w 691592"/>
                <a:gd name="connsiteY70" fmla="*/ 23809 h 711446"/>
                <a:gd name="connsiteX71" fmla="*/ 171631 w 691592"/>
                <a:gd name="connsiteY71" fmla="*/ 36846 h 711446"/>
                <a:gd name="connsiteX72" fmla="*/ 176727 w 691592"/>
                <a:gd name="connsiteY72" fmla="*/ 47899 h 711446"/>
                <a:gd name="connsiteX73" fmla="*/ 185595 w 691592"/>
                <a:gd name="connsiteY73" fmla="*/ 49983 h 711446"/>
                <a:gd name="connsiteX74" fmla="*/ 183510 w 691592"/>
                <a:gd name="connsiteY74" fmla="*/ 57296 h 711446"/>
                <a:gd name="connsiteX75" fmla="*/ 173583 w 691592"/>
                <a:gd name="connsiteY75" fmla="*/ 66694 h 711446"/>
                <a:gd name="connsiteX76" fmla="*/ 162101 w 691592"/>
                <a:gd name="connsiteY76" fmla="*/ 72419 h 711446"/>
                <a:gd name="connsiteX77" fmla="*/ 150089 w 691592"/>
                <a:gd name="connsiteY77" fmla="*/ 78673 h 711446"/>
                <a:gd name="connsiteX78" fmla="*/ 140691 w 691592"/>
                <a:gd name="connsiteY78" fmla="*/ 80261 h 711446"/>
                <a:gd name="connsiteX79" fmla="*/ 130267 w 691592"/>
                <a:gd name="connsiteY79" fmla="*/ 76092 h 711446"/>
                <a:gd name="connsiteX80" fmla="*/ 117031 w 691592"/>
                <a:gd name="connsiteY80" fmla="*/ 58521 h 711446"/>
                <a:gd name="connsiteX81" fmla="*/ 100023 w 691592"/>
                <a:gd name="connsiteY81" fmla="*/ 63517 h 711446"/>
                <a:gd name="connsiteX82" fmla="*/ 73782 w 691592"/>
                <a:gd name="connsiteY82" fmla="*/ 65437 h 711446"/>
                <a:gd name="connsiteX83" fmla="*/ 78282 w 691592"/>
                <a:gd name="connsiteY83" fmla="*/ 74967 h 711446"/>
                <a:gd name="connsiteX84" fmla="*/ 81790 w 691592"/>
                <a:gd name="connsiteY84" fmla="*/ 82114 h 711446"/>
                <a:gd name="connsiteX85" fmla="*/ 69943 w 691592"/>
                <a:gd name="connsiteY85" fmla="*/ 91479 h 711446"/>
                <a:gd name="connsiteX86" fmla="*/ 81062 w 691592"/>
                <a:gd name="connsiteY86" fmla="*/ 119672 h 711446"/>
                <a:gd name="connsiteX87" fmla="*/ 77521 w 691592"/>
                <a:gd name="connsiteY87" fmla="*/ 143365 h 711446"/>
                <a:gd name="connsiteX88" fmla="*/ 70903 w 691592"/>
                <a:gd name="connsiteY88" fmla="*/ 166991 h 711446"/>
                <a:gd name="connsiteX89" fmla="*/ 55979 w 691592"/>
                <a:gd name="connsiteY89" fmla="*/ 168050 h 711446"/>
                <a:gd name="connsiteX90" fmla="*/ 34934 w 691592"/>
                <a:gd name="connsiteY90" fmla="*/ 175761 h 711446"/>
                <a:gd name="connsiteX91" fmla="*/ 19513 w 691592"/>
                <a:gd name="connsiteY91" fmla="*/ 186019 h 711446"/>
                <a:gd name="connsiteX92" fmla="*/ 13855 w 691592"/>
                <a:gd name="connsiteY92" fmla="*/ 202564 h 711446"/>
                <a:gd name="connsiteX93" fmla="*/ 6145 w 691592"/>
                <a:gd name="connsiteY93" fmla="*/ 211829 h 711446"/>
                <a:gd name="connsiteX94" fmla="*/ 3564 w 691592"/>
                <a:gd name="connsiteY94" fmla="*/ 223146 h 711446"/>
                <a:gd name="connsiteX95" fmla="*/ 8196 w 691592"/>
                <a:gd name="connsiteY95" fmla="*/ 238037 h 711446"/>
                <a:gd name="connsiteX96" fmla="*/ 15410 w 691592"/>
                <a:gd name="connsiteY96" fmla="*/ 252928 h 711446"/>
                <a:gd name="connsiteX97" fmla="*/ 24113 w 691592"/>
                <a:gd name="connsiteY97" fmla="*/ 259546 h 711446"/>
                <a:gd name="connsiteX98" fmla="*/ 33378 w 691592"/>
                <a:gd name="connsiteY98" fmla="*/ 269307 h 711446"/>
                <a:gd name="connsiteX99" fmla="*/ 51876 w 691592"/>
                <a:gd name="connsiteY99" fmla="*/ 266760 h 711446"/>
                <a:gd name="connsiteX100" fmla="*/ 59586 w 691592"/>
                <a:gd name="connsiteY100" fmla="*/ 265204 h 711446"/>
                <a:gd name="connsiteX101" fmla="*/ 63689 w 691592"/>
                <a:gd name="connsiteY101" fmla="*/ 287805 h 711446"/>
                <a:gd name="connsiteX102" fmla="*/ 86323 w 691592"/>
                <a:gd name="connsiteY102" fmla="*/ 288335 h 711446"/>
                <a:gd name="connsiteX103" fmla="*/ 101214 w 691592"/>
                <a:gd name="connsiteY103" fmla="*/ 284728 h 711446"/>
                <a:gd name="connsiteX104" fmla="*/ 116105 w 691592"/>
                <a:gd name="connsiteY104" fmla="*/ 277018 h 711446"/>
                <a:gd name="connsiteX105" fmla="*/ 136687 w 691592"/>
                <a:gd name="connsiteY105" fmla="*/ 267785 h 711446"/>
                <a:gd name="connsiteX106" fmla="*/ 153232 w 691592"/>
                <a:gd name="connsiteY106" fmla="*/ 268778 h 711446"/>
                <a:gd name="connsiteX107" fmla="*/ 158527 w 691592"/>
                <a:gd name="connsiteY107" fmla="*/ 302696 h 711446"/>
                <a:gd name="connsiteX108" fmla="*/ 179076 w 691592"/>
                <a:gd name="connsiteY108" fmla="*/ 315072 h 711446"/>
                <a:gd name="connsiteX109" fmla="*/ 191419 w 691592"/>
                <a:gd name="connsiteY109" fmla="*/ 317620 h 711446"/>
                <a:gd name="connsiteX110" fmla="*/ 198599 w 691592"/>
                <a:gd name="connsiteY110" fmla="*/ 323775 h 711446"/>
                <a:gd name="connsiteX111" fmla="*/ 212994 w 691592"/>
                <a:gd name="connsiteY111" fmla="*/ 330393 h 711446"/>
                <a:gd name="connsiteX112" fmla="*/ 232021 w 691592"/>
                <a:gd name="connsiteY112" fmla="*/ 334529 h 711446"/>
                <a:gd name="connsiteX113" fmla="*/ 238639 w 691592"/>
                <a:gd name="connsiteY113" fmla="*/ 346309 h 711446"/>
                <a:gd name="connsiteX114" fmla="*/ 241220 w 691592"/>
                <a:gd name="connsiteY114" fmla="*/ 359545 h 711446"/>
                <a:gd name="connsiteX115" fmla="*/ 243272 w 691592"/>
                <a:gd name="connsiteY115" fmla="*/ 373940 h 711446"/>
                <a:gd name="connsiteX116" fmla="*/ 262266 w 691592"/>
                <a:gd name="connsiteY116" fmla="*/ 382676 h 711446"/>
                <a:gd name="connsiteX117" fmla="*/ 276660 w 691592"/>
                <a:gd name="connsiteY117" fmla="*/ 391445 h 711446"/>
                <a:gd name="connsiteX118" fmla="*/ 286951 w 691592"/>
                <a:gd name="connsiteY118" fmla="*/ 408387 h 711446"/>
                <a:gd name="connsiteX119" fmla="*/ 284900 w 691592"/>
                <a:gd name="connsiteY119" fmla="*/ 430988 h 711446"/>
                <a:gd name="connsiteX120" fmla="*/ 279605 w 691592"/>
                <a:gd name="connsiteY120" fmla="*/ 442801 h 711446"/>
                <a:gd name="connsiteX121" fmla="*/ 280333 w 691592"/>
                <a:gd name="connsiteY121" fmla="*/ 452100 h 711446"/>
                <a:gd name="connsiteX122" fmla="*/ 283477 w 691592"/>
                <a:gd name="connsiteY122" fmla="*/ 473476 h 711446"/>
                <a:gd name="connsiteX123" fmla="*/ 292345 w 691592"/>
                <a:gd name="connsiteY123" fmla="*/ 487573 h 711446"/>
                <a:gd name="connsiteX124" fmla="*/ 307467 w 691592"/>
                <a:gd name="connsiteY124" fmla="*/ 489128 h 711446"/>
                <a:gd name="connsiteX125" fmla="*/ 319479 w 691592"/>
                <a:gd name="connsiteY125" fmla="*/ 503754 h 711446"/>
                <a:gd name="connsiteX126" fmla="*/ 327818 w 691592"/>
                <a:gd name="connsiteY126" fmla="*/ 523046 h 711446"/>
                <a:gd name="connsiteX127" fmla="*/ 342444 w 691592"/>
                <a:gd name="connsiteY127" fmla="*/ 519935 h 711446"/>
                <a:gd name="connsiteX128" fmla="*/ 340790 w 691592"/>
                <a:gd name="connsiteY128" fmla="*/ 551040 h 711446"/>
                <a:gd name="connsiteX129" fmla="*/ 352239 w 691592"/>
                <a:gd name="connsiteY129" fmla="*/ 551768 h 711446"/>
                <a:gd name="connsiteX130" fmla="*/ 355548 w 691592"/>
                <a:gd name="connsiteY130" fmla="*/ 578241 h 711446"/>
                <a:gd name="connsiteX131" fmla="*/ 334436 w 691592"/>
                <a:gd name="connsiteY131" fmla="*/ 589922 h 711446"/>
                <a:gd name="connsiteX132" fmla="*/ 304357 w 691592"/>
                <a:gd name="connsiteY132" fmla="*/ 621556 h 711446"/>
                <a:gd name="connsiteX133" fmla="*/ 289036 w 691592"/>
                <a:gd name="connsiteY133" fmla="*/ 639856 h 711446"/>
                <a:gd name="connsiteX134" fmla="*/ 294198 w 691592"/>
                <a:gd name="connsiteY134" fmla="*/ 639525 h 711446"/>
                <a:gd name="connsiteX135" fmla="*/ 309056 w 691592"/>
                <a:gd name="connsiteY135" fmla="*/ 644985 h 711446"/>
                <a:gd name="connsiteX136" fmla="*/ 316865 w 691592"/>
                <a:gd name="connsiteY136" fmla="*/ 657096 h 711446"/>
                <a:gd name="connsiteX137" fmla="*/ 326627 w 691592"/>
                <a:gd name="connsiteY137" fmla="*/ 654382 h 711446"/>
                <a:gd name="connsiteX138" fmla="*/ 346150 w 691592"/>
                <a:gd name="connsiteY138" fmla="*/ 669207 h 711446"/>
                <a:gd name="connsiteX139" fmla="*/ 357864 w 691592"/>
                <a:gd name="connsiteY139" fmla="*/ 682873 h 711446"/>
                <a:gd name="connsiteX140" fmla="*/ 359684 w 691592"/>
                <a:gd name="connsiteY140" fmla="*/ 709346 h 711446"/>
                <a:gd name="connsiteX141" fmla="*/ 367692 w 691592"/>
                <a:gd name="connsiteY141" fmla="*/ 701536 h 71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691592" h="711446">
                  <a:moveTo>
                    <a:pt x="367692" y="701536"/>
                  </a:moveTo>
                  <a:cubicBezTo>
                    <a:pt x="378513" y="693826"/>
                    <a:pt x="375799" y="689227"/>
                    <a:pt x="380928" y="679961"/>
                  </a:cubicBezTo>
                  <a:cubicBezTo>
                    <a:pt x="386057" y="670696"/>
                    <a:pt x="381723" y="666725"/>
                    <a:pt x="390194" y="658750"/>
                  </a:cubicBezTo>
                  <a:cubicBezTo>
                    <a:pt x="398665" y="650775"/>
                    <a:pt x="388638" y="645283"/>
                    <a:pt x="399459" y="640286"/>
                  </a:cubicBezTo>
                  <a:cubicBezTo>
                    <a:pt x="410280" y="635289"/>
                    <a:pt x="408691" y="644885"/>
                    <a:pt x="399823" y="656070"/>
                  </a:cubicBezTo>
                  <a:cubicBezTo>
                    <a:pt x="390955" y="667255"/>
                    <a:pt x="389433" y="670332"/>
                    <a:pt x="400981" y="661861"/>
                  </a:cubicBezTo>
                  <a:cubicBezTo>
                    <a:pt x="412530" y="653390"/>
                    <a:pt x="416798" y="641411"/>
                    <a:pt x="423350" y="627910"/>
                  </a:cubicBezTo>
                  <a:cubicBezTo>
                    <a:pt x="429902" y="614409"/>
                    <a:pt x="434899" y="610206"/>
                    <a:pt x="440690" y="609412"/>
                  </a:cubicBezTo>
                  <a:cubicBezTo>
                    <a:pt x="446481" y="608618"/>
                    <a:pt x="446481" y="594389"/>
                    <a:pt x="445720" y="584396"/>
                  </a:cubicBezTo>
                  <a:cubicBezTo>
                    <a:pt x="444959" y="574402"/>
                    <a:pt x="441848" y="565104"/>
                    <a:pt x="446084" y="558552"/>
                  </a:cubicBezTo>
                  <a:cubicBezTo>
                    <a:pt x="450319" y="552000"/>
                    <a:pt x="446084" y="545845"/>
                    <a:pt x="451477" y="545845"/>
                  </a:cubicBezTo>
                  <a:cubicBezTo>
                    <a:pt x="456871" y="545845"/>
                    <a:pt x="464978" y="537738"/>
                    <a:pt x="473449" y="529300"/>
                  </a:cubicBezTo>
                  <a:cubicBezTo>
                    <a:pt x="481921" y="520862"/>
                    <a:pt x="487348" y="520035"/>
                    <a:pt x="496216" y="519373"/>
                  </a:cubicBezTo>
                  <a:cubicBezTo>
                    <a:pt x="505084" y="518711"/>
                    <a:pt x="500054" y="515501"/>
                    <a:pt x="505845" y="513979"/>
                  </a:cubicBezTo>
                  <a:cubicBezTo>
                    <a:pt x="511636" y="512457"/>
                    <a:pt x="515474" y="507030"/>
                    <a:pt x="519346" y="503556"/>
                  </a:cubicBezTo>
                  <a:cubicBezTo>
                    <a:pt x="523218" y="500081"/>
                    <a:pt x="539002" y="503953"/>
                    <a:pt x="548234" y="503953"/>
                  </a:cubicBezTo>
                  <a:cubicBezTo>
                    <a:pt x="557466" y="503953"/>
                    <a:pt x="563654" y="504714"/>
                    <a:pt x="563654" y="498956"/>
                  </a:cubicBezTo>
                  <a:cubicBezTo>
                    <a:pt x="563378" y="493480"/>
                    <a:pt x="567594" y="488818"/>
                    <a:pt x="573069" y="488542"/>
                  </a:cubicBezTo>
                  <a:cubicBezTo>
                    <a:pt x="573152" y="488538"/>
                    <a:pt x="573234" y="488535"/>
                    <a:pt x="573317" y="488533"/>
                  </a:cubicBezTo>
                  <a:cubicBezTo>
                    <a:pt x="578677" y="488532"/>
                    <a:pt x="580994" y="487010"/>
                    <a:pt x="580994" y="479267"/>
                  </a:cubicBezTo>
                  <a:cubicBezTo>
                    <a:pt x="580418" y="473157"/>
                    <a:pt x="583047" y="467184"/>
                    <a:pt x="587943" y="463483"/>
                  </a:cubicBezTo>
                  <a:cubicBezTo>
                    <a:pt x="592575" y="460174"/>
                    <a:pt x="593337" y="452331"/>
                    <a:pt x="594892" y="447302"/>
                  </a:cubicBezTo>
                  <a:cubicBezTo>
                    <a:pt x="596447" y="442272"/>
                    <a:pt x="601510" y="445349"/>
                    <a:pt x="601510" y="438036"/>
                  </a:cubicBezTo>
                  <a:cubicBezTo>
                    <a:pt x="601510" y="430723"/>
                    <a:pt x="604190" y="422649"/>
                    <a:pt x="604190" y="416858"/>
                  </a:cubicBezTo>
                  <a:cubicBezTo>
                    <a:pt x="604190" y="411067"/>
                    <a:pt x="610378" y="411828"/>
                    <a:pt x="613059" y="407593"/>
                  </a:cubicBezTo>
                  <a:cubicBezTo>
                    <a:pt x="615739" y="403357"/>
                    <a:pt x="610742" y="397964"/>
                    <a:pt x="614978" y="386018"/>
                  </a:cubicBezTo>
                  <a:cubicBezTo>
                    <a:pt x="619213" y="374072"/>
                    <a:pt x="614978" y="362854"/>
                    <a:pt x="614978" y="352100"/>
                  </a:cubicBezTo>
                  <a:cubicBezTo>
                    <a:pt x="614978" y="341346"/>
                    <a:pt x="614978" y="330128"/>
                    <a:pt x="618849" y="326653"/>
                  </a:cubicBezTo>
                  <a:cubicBezTo>
                    <a:pt x="622721" y="323179"/>
                    <a:pt x="620769" y="321260"/>
                    <a:pt x="617691" y="319704"/>
                  </a:cubicBezTo>
                  <a:cubicBezTo>
                    <a:pt x="614614" y="318149"/>
                    <a:pt x="618088" y="313947"/>
                    <a:pt x="620769" y="314708"/>
                  </a:cubicBezTo>
                  <a:cubicBezTo>
                    <a:pt x="623449" y="315469"/>
                    <a:pt x="626560" y="321326"/>
                    <a:pt x="631589" y="318017"/>
                  </a:cubicBezTo>
                  <a:cubicBezTo>
                    <a:pt x="636619" y="314708"/>
                    <a:pt x="641219" y="301802"/>
                    <a:pt x="645454" y="291015"/>
                  </a:cubicBezTo>
                  <a:cubicBezTo>
                    <a:pt x="649690" y="280227"/>
                    <a:pt x="656639" y="280625"/>
                    <a:pt x="662000" y="278308"/>
                  </a:cubicBezTo>
                  <a:cubicBezTo>
                    <a:pt x="667360" y="275992"/>
                    <a:pt x="678942" y="262888"/>
                    <a:pt x="686288" y="243993"/>
                  </a:cubicBezTo>
                  <a:cubicBezTo>
                    <a:pt x="693634" y="225098"/>
                    <a:pt x="685725" y="206733"/>
                    <a:pt x="682648" y="193497"/>
                  </a:cubicBezTo>
                  <a:cubicBezTo>
                    <a:pt x="679571" y="180261"/>
                    <a:pt x="675302" y="183073"/>
                    <a:pt x="667625" y="183570"/>
                  </a:cubicBezTo>
                  <a:cubicBezTo>
                    <a:pt x="659948" y="184066"/>
                    <a:pt x="645256" y="182015"/>
                    <a:pt x="625964" y="161201"/>
                  </a:cubicBezTo>
                  <a:cubicBezTo>
                    <a:pt x="606672" y="140387"/>
                    <a:pt x="587810" y="141942"/>
                    <a:pt x="575104" y="145416"/>
                  </a:cubicBezTo>
                  <a:cubicBezTo>
                    <a:pt x="562397" y="148891"/>
                    <a:pt x="549260" y="139196"/>
                    <a:pt x="540723" y="137243"/>
                  </a:cubicBezTo>
                  <a:cubicBezTo>
                    <a:pt x="532185" y="135291"/>
                    <a:pt x="524177" y="146111"/>
                    <a:pt x="517989" y="148428"/>
                  </a:cubicBezTo>
                  <a:cubicBezTo>
                    <a:pt x="511801" y="150744"/>
                    <a:pt x="521067" y="139162"/>
                    <a:pt x="521464" y="131882"/>
                  </a:cubicBezTo>
                  <a:cubicBezTo>
                    <a:pt x="521861" y="124602"/>
                    <a:pt x="498300" y="114146"/>
                    <a:pt x="480597" y="107230"/>
                  </a:cubicBezTo>
                  <a:cubicBezTo>
                    <a:pt x="462894" y="100314"/>
                    <a:pt x="455150" y="103921"/>
                    <a:pt x="455150" y="114907"/>
                  </a:cubicBezTo>
                  <a:cubicBezTo>
                    <a:pt x="455150" y="125893"/>
                    <a:pt x="448201" y="111598"/>
                    <a:pt x="442808" y="123411"/>
                  </a:cubicBezTo>
                  <a:cubicBezTo>
                    <a:pt x="437414" y="135225"/>
                    <a:pt x="427387" y="127647"/>
                    <a:pt x="433939" y="123808"/>
                  </a:cubicBezTo>
                  <a:cubicBezTo>
                    <a:pt x="440995" y="118936"/>
                    <a:pt x="446270" y="111896"/>
                    <a:pt x="448962" y="103755"/>
                  </a:cubicBezTo>
                  <a:cubicBezTo>
                    <a:pt x="451279" y="96409"/>
                    <a:pt x="423549" y="90519"/>
                    <a:pt x="413886" y="94490"/>
                  </a:cubicBezTo>
                  <a:cubicBezTo>
                    <a:pt x="404224" y="98461"/>
                    <a:pt x="410412" y="112227"/>
                    <a:pt x="402702" y="107991"/>
                  </a:cubicBezTo>
                  <a:cubicBezTo>
                    <a:pt x="394992" y="103755"/>
                    <a:pt x="401180" y="93332"/>
                    <a:pt x="407335" y="93729"/>
                  </a:cubicBezTo>
                  <a:cubicBezTo>
                    <a:pt x="413489" y="94126"/>
                    <a:pt x="420571" y="81386"/>
                    <a:pt x="424707" y="72154"/>
                  </a:cubicBezTo>
                  <a:cubicBezTo>
                    <a:pt x="428843" y="62922"/>
                    <a:pt x="417361" y="61333"/>
                    <a:pt x="410412" y="53656"/>
                  </a:cubicBezTo>
                  <a:cubicBezTo>
                    <a:pt x="403463" y="45979"/>
                    <a:pt x="404985" y="23875"/>
                    <a:pt x="397970" y="20268"/>
                  </a:cubicBezTo>
                  <a:cubicBezTo>
                    <a:pt x="390392" y="27713"/>
                    <a:pt x="380267" y="39394"/>
                    <a:pt x="377421" y="47965"/>
                  </a:cubicBezTo>
                  <a:cubicBezTo>
                    <a:pt x="373748" y="58918"/>
                    <a:pt x="369049" y="52664"/>
                    <a:pt x="359155" y="55807"/>
                  </a:cubicBezTo>
                  <a:cubicBezTo>
                    <a:pt x="349261" y="58951"/>
                    <a:pt x="344529" y="54748"/>
                    <a:pt x="341914" y="50579"/>
                  </a:cubicBezTo>
                  <a:cubicBezTo>
                    <a:pt x="339300" y="46409"/>
                    <a:pt x="329373" y="50579"/>
                    <a:pt x="322623" y="50050"/>
                  </a:cubicBezTo>
                  <a:cubicBezTo>
                    <a:pt x="315872" y="49520"/>
                    <a:pt x="320009" y="58388"/>
                    <a:pt x="315310" y="61003"/>
                  </a:cubicBezTo>
                  <a:cubicBezTo>
                    <a:pt x="310611" y="63617"/>
                    <a:pt x="298764" y="55807"/>
                    <a:pt x="294430" y="60506"/>
                  </a:cubicBezTo>
                  <a:cubicBezTo>
                    <a:pt x="290095" y="65205"/>
                    <a:pt x="287646" y="60506"/>
                    <a:pt x="285561" y="64676"/>
                  </a:cubicBezTo>
                  <a:cubicBezTo>
                    <a:pt x="283477" y="68845"/>
                    <a:pt x="276164" y="66231"/>
                    <a:pt x="274079" y="68845"/>
                  </a:cubicBezTo>
                  <a:cubicBezTo>
                    <a:pt x="271994" y="71459"/>
                    <a:pt x="264714" y="73014"/>
                    <a:pt x="255283" y="62558"/>
                  </a:cubicBezTo>
                  <a:cubicBezTo>
                    <a:pt x="245853" y="52101"/>
                    <a:pt x="247474" y="34927"/>
                    <a:pt x="251644" y="31784"/>
                  </a:cubicBezTo>
                  <a:cubicBezTo>
                    <a:pt x="255366" y="28380"/>
                    <a:pt x="255625" y="22603"/>
                    <a:pt x="252221" y="18880"/>
                  </a:cubicBezTo>
                  <a:cubicBezTo>
                    <a:pt x="251601" y="18202"/>
                    <a:pt x="250882" y="17621"/>
                    <a:pt x="250088" y="17157"/>
                  </a:cubicBezTo>
                  <a:cubicBezTo>
                    <a:pt x="244330" y="14576"/>
                    <a:pt x="250088" y="3623"/>
                    <a:pt x="242775" y="2564"/>
                  </a:cubicBezTo>
                  <a:cubicBezTo>
                    <a:pt x="235462" y="1506"/>
                    <a:pt x="236521" y="10937"/>
                    <a:pt x="231822" y="12492"/>
                  </a:cubicBezTo>
                  <a:cubicBezTo>
                    <a:pt x="227123" y="14047"/>
                    <a:pt x="215641" y="21889"/>
                    <a:pt x="210413" y="20831"/>
                  </a:cubicBezTo>
                  <a:cubicBezTo>
                    <a:pt x="205184" y="19772"/>
                    <a:pt x="198401" y="21889"/>
                    <a:pt x="198401" y="27449"/>
                  </a:cubicBezTo>
                  <a:cubicBezTo>
                    <a:pt x="198401" y="33008"/>
                    <a:pt x="192676" y="31618"/>
                    <a:pt x="191617" y="26919"/>
                  </a:cubicBezTo>
                  <a:cubicBezTo>
                    <a:pt x="190558" y="22220"/>
                    <a:pt x="179638" y="24835"/>
                    <a:pt x="176495" y="21724"/>
                  </a:cubicBezTo>
                  <a:cubicBezTo>
                    <a:pt x="173351" y="18614"/>
                    <a:pt x="158758" y="20136"/>
                    <a:pt x="165013" y="23809"/>
                  </a:cubicBezTo>
                  <a:cubicBezTo>
                    <a:pt x="171266" y="27482"/>
                    <a:pt x="171631" y="31089"/>
                    <a:pt x="171631" y="36846"/>
                  </a:cubicBezTo>
                  <a:cubicBezTo>
                    <a:pt x="171631" y="42604"/>
                    <a:pt x="176727" y="41280"/>
                    <a:pt x="176727" y="47899"/>
                  </a:cubicBezTo>
                  <a:cubicBezTo>
                    <a:pt x="176727" y="54517"/>
                    <a:pt x="181955" y="49983"/>
                    <a:pt x="185595" y="49983"/>
                  </a:cubicBezTo>
                  <a:cubicBezTo>
                    <a:pt x="189235" y="49983"/>
                    <a:pt x="189268" y="56271"/>
                    <a:pt x="183510" y="57296"/>
                  </a:cubicBezTo>
                  <a:cubicBezTo>
                    <a:pt x="178508" y="57934"/>
                    <a:pt x="174493" y="61734"/>
                    <a:pt x="173583" y="66694"/>
                  </a:cubicBezTo>
                  <a:cubicBezTo>
                    <a:pt x="171995" y="71922"/>
                    <a:pt x="166965" y="68249"/>
                    <a:pt x="162101" y="72419"/>
                  </a:cubicBezTo>
                  <a:cubicBezTo>
                    <a:pt x="157236" y="76588"/>
                    <a:pt x="153232" y="80757"/>
                    <a:pt x="150089" y="78673"/>
                  </a:cubicBezTo>
                  <a:cubicBezTo>
                    <a:pt x="146945" y="76588"/>
                    <a:pt x="144331" y="78177"/>
                    <a:pt x="140691" y="80261"/>
                  </a:cubicBezTo>
                  <a:cubicBezTo>
                    <a:pt x="137051" y="82346"/>
                    <a:pt x="135496" y="80261"/>
                    <a:pt x="130267" y="76092"/>
                  </a:cubicBezTo>
                  <a:cubicBezTo>
                    <a:pt x="126363" y="72948"/>
                    <a:pt x="123914" y="65403"/>
                    <a:pt x="117031" y="58521"/>
                  </a:cubicBezTo>
                  <a:cubicBezTo>
                    <a:pt x="111687" y="61142"/>
                    <a:pt x="105935" y="62832"/>
                    <a:pt x="100023" y="63517"/>
                  </a:cubicBezTo>
                  <a:cubicBezTo>
                    <a:pt x="93934" y="63517"/>
                    <a:pt x="74808" y="62127"/>
                    <a:pt x="73782" y="65437"/>
                  </a:cubicBezTo>
                  <a:cubicBezTo>
                    <a:pt x="72756" y="68746"/>
                    <a:pt x="75172" y="74305"/>
                    <a:pt x="78282" y="74967"/>
                  </a:cubicBezTo>
                  <a:cubicBezTo>
                    <a:pt x="81393" y="75629"/>
                    <a:pt x="88011" y="77581"/>
                    <a:pt x="81790" y="82114"/>
                  </a:cubicBezTo>
                  <a:cubicBezTo>
                    <a:pt x="75569" y="86648"/>
                    <a:pt x="69943" y="80559"/>
                    <a:pt x="69943" y="91479"/>
                  </a:cubicBezTo>
                  <a:cubicBezTo>
                    <a:pt x="69943" y="102399"/>
                    <a:pt x="84007" y="109546"/>
                    <a:pt x="81062" y="119672"/>
                  </a:cubicBezTo>
                  <a:cubicBezTo>
                    <a:pt x="79161" y="127445"/>
                    <a:pt x="77976" y="135376"/>
                    <a:pt x="77521" y="143365"/>
                  </a:cubicBezTo>
                  <a:cubicBezTo>
                    <a:pt x="77521" y="148527"/>
                    <a:pt x="75469" y="165999"/>
                    <a:pt x="70903" y="166991"/>
                  </a:cubicBezTo>
                  <a:cubicBezTo>
                    <a:pt x="66336" y="167984"/>
                    <a:pt x="62167" y="162921"/>
                    <a:pt x="55979" y="168050"/>
                  </a:cubicBezTo>
                  <a:cubicBezTo>
                    <a:pt x="49791" y="173179"/>
                    <a:pt x="42114" y="170102"/>
                    <a:pt x="34934" y="175761"/>
                  </a:cubicBezTo>
                  <a:cubicBezTo>
                    <a:pt x="27753" y="181419"/>
                    <a:pt x="20010" y="179334"/>
                    <a:pt x="19513" y="186019"/>
                  </a:cubicBezTo>
                  <a:cubicBezTo>
                    <a:pt x="19017" y="192703"/>
                    <a:pt x="12300" y="196310"/>
                    <a:pt x="13855" y="202564"/>
                  </a:cubicBezTo>
                  <a:cubicBezTo>
                    <a:pt x="15410" y="208818"/>
                    <a:pt x="10777" y="207197"/>
                    <a:pt x="6145" y="211829"/>
                  </a:cubicBezTo>
                  <a:cubicBezTo>
                    <a:pt x="1512" y="216462"/>
                    <a:pt x="6641" y="219506"/>
                    <a:pt x="3564" y="223146"/>
                  </a:cubicBezTo>
                  <a:cubicBezTo>
                    <a:pt x="486" y="226786"/>
                    <a:pt x="4589" y="232378"/>
                    <a:pt x="8196" y="238037"/>
                  </a:cubicBezTo>
                  <a:cubicBezTo>
                    <a:pt x="11803" y="243695"/>
                    <a:pt x="15906" y="247799"/>
                    <a:pt x="15410" y="252928"/>
                  </a:cubicBezTo>
                  <a:cubicBezTo>
                    <a:pt x="14914" y="258057"/>
                    <a:pt x="18984" y="260141"/>
                    <a:pt x="24113" y="259546"/>
                  </a:cubicBezTo>
                  <a:cubicBezTo>
                    <a:pt x="29242" y="258950"/>
                    <a:pt x="25139" y="269307"/>
                    <a:pt x="33378" y="269307"/>
                  </a:cubicBezTo>
                  <a:cubicBezTo>
                    <a:pt x="41618" y="269307"/>
                    <a:pt x="49923" y="271392"/>
                    <a:pt x="51876" y="266760"/>
                  </a:cubicBezTo>
                  <a:cubicBezTo>
                    <a:pt x="53828" y="262127"/>
                    <a:pt x="59586" y="258520"/>
                    <a:pt x="59586" y="265204"/>
                  </a:cubicBezTo>
                  <a:cubicBezTo>
                    <a:pt x="59586" y="271889"/>
                    <a:pt x="58064" y="289890"/>
                    <a:pt x="63689" y="287805"/>
                  </a:cubicBezTo>
                  <a:cubicBezTo>
                    <a:pt x="71141" y="285911"/>
                    <a:pt x="78969" y="286094"/>
                    <a:pt x="86323" y="288335"/>
                  </a:cubicBezTo>
                  <a:cubicBezTo>
                    <a:pt x="91565" y="290144"/>
                    <a:pt x="97381" y="288735"/>
                    <a:pt x="101214" y="284728"/>
                  </a:cubicBezTo>
                  <a:cubicBezTo>
                    <a:pt x="104821" y="281121"/>
                    <a:pt x="108924" y="281154"/>
                    <a:pt x="116105" y="277018"/>
                  </a:cubicBezTo>
                  <a:cubicBezTo>
                    <a:pt x="123285" y="272881"/>
                    <a:pt x="130003" y="267785"/>
                    <a:pt x="136687" y="267785"/>
                  </a:cubicBezTo>
                  <a:cubicBezTo>
                    <a:pt x="143371" y="267785"/>
                    <a:pt x="154688" y="263649"/>
                    <a:pt x="153232" y="268778"/>
                  </a:cubicBezTo>
                  <a:cubicBezTo>
                    <a:pt x="151776" y="273907"/>
                    <a:pt x="150254" y="293000"/>
                    <a:pt x="158527" y="302696"/>
                  </a:cubicBezTo>
                  <a:cubicBezTo>
                    <a:pt x="166799" y="312391"/>
                    <a:pt x="171366" y="315932"/>
                    <a:pt x="179076" y="315072"/>
                  </a:cubicBezTo>
                  <a:cubicBezTo>
                    <a:pt x="186786" y="314211"/>
                    <a:pt x="185694" y="318116"/>
                    <a:pt x="191419" y="317620"/>
                  </a:cubicBezTo>
                  <a:cubicBezTo>
                    <a:pt x="197143" y="317123"/>
                    <a:pt x="193470" y="323775"/>
                    <a:pt x="198599" y="323775"/>
                  </a:cubicBezTo>
                  <a:cubicBezTo>
                    <a:pt x="203728" y="323775"/>
                    <a:pt x="212994" y="324800"/>
                    <a:pt x="212994" y="330393"/>
                  </a:cubicBezTo>
                  <a:cubicBezTo>
                    <a:pt x="212994" y="335985"/>
                    <a:pt x="228414" y="331418"/>
                    <a:pt x="232021" y="334529"/>
                  </a:cubicBezTo>
                  <a:cubicBezTo>
                    <a:pt x="235628" y="337640"/>
                    <a:pt x="239731" y="340154"/>
                    <a:pt x="238639" y="346309"/>
                  </a:cubicBezTo>
                  <a:cubicBezTo>
                    <a:pt x="237547" y="352464"/>
                    <a:pt x="246349" y="357130"/>
                    <a:pt x="241220" y="359545"/>
                  </a:cubicBezTo>
                  <a:cubicBezTo>
                    <a:pt x="236091" y="361961"/>
                    <a:pt x="242742" y="367256"/>
                    <a:pt x="243272" y="373940"/>
                  </a:cubicBezTo>
                  <a:cubicBezTo>
                    <a:pt x="243801" y="380624"/>
                    <a:pt x="250982" y="383205"/>
                    <a:pt x="262266" y="382676"/>
                  </a:cubicBezTo>
                  <a:cubicBezTo>
                    <a:pt x="273550" y="382146"/>
                    <a:pt x="276660" y="383205"/>
                    <a:pt x="276660" y="391445"/>
                  </a:cubicBezTo>
                  <a:cubicBezTo>
                    <a:pt x="276660" y="399684"/>
                    <a:pt x="284370" y="400677"/>
                    <a:pt x="286951" y="408387"/>
                  </a:cubicBezTo>
                  <a:cubicBezTo>
                    <a:pt x="289532" y="416097"/>
                    <a:pt x="283874" y="424932"/>
                    <a:pt x="284900" y="430988"/>
                  </a:cubicBezTo>
                  <a:cubicBezTo>
                    <a:pt x="285438" y="435599"/>
                    <a:pt x="283405" y="440135"/>
                    <a:pt x="279605" y="442801"/>
                  </a:cubicBezTo>
                  <a:cubicBezTo>
                    <a:pt x="283576" y="447864"/>
                    <a:pt x="283874" y="450147"/>
                    <a:pt x="280333" y="452100"/>
                  </a:cubicBezTo>
                  <a:cubicBezTo>
                    <a:pt x="275634" y="454714"/>
                    <a:pt x="286091" y="462027"/>
                    <a:pt x="283477" y="473476"/>
                  </a:cubicBezTo>
                  <a:cubicBezTo>
                    <a:pt x="280862" y="484926"/>
                    <a:pt x="280366" y="487043"/>
                    <a:pt x="292345" y="487573"/>
                  </a:cubicBezTo>
                  <a:cubicBezTo>
                    <a:pt x="304324" y="488102"/>
                    <a:pt x="303298" y="491742"/>
                    <a:pt x="307467" y="489128"/>
                  </a:cubicBezTo>
                  <a:cubicBezTo>
                    <a:pt x="311637" y="486514"/>
                    <a:pt x="317924" y="497996"/>
                    <a:pt x="319479" y="503754"/>
                  </a:cubicBezTo>
                  <a:cubicBezTo>
                    <a:pt x="321034" y="509512"/>
                    <a:pt x="325733" y="523046"/>
                    <a:pt x="327818" y="523046"/>
                  </a:cubicBezTo>
                  <a:cubicBezTo>
                    <a:pt x="329903" y="523046"/>
                    <a:pt x="336190" y="516792"/>
                    <a:pt x="342444" y="519935"/>
                  </a:cubicBezTo>
                  <a:cubicBezTo>
                    <a:pt x="348698" y="523079"/>
                    <a:pt x="341021" y="542437"/>
                    <a:pt x="340790" y="551040"/>
                  </a:cubicBezTo>
                  <a:cubicBezTo>
                    <a:pt x="344620" y="550654"/>
                    <a:pt x="348488" y="550900"/>
                    <a:pt x="352239" y="551768"/>
                  </a:cubicBezTo>
                  <a:cubicBezTo>
                    <a:pt x="355349" y="553357"/>
                    <a:pt x="356905" y="574402"/>
                    <a:pt x="355548" y="578241"/>
                  </a:cubicBezTo>
                  <a:cubicBezTo>
                    <a:pt x="354191" y="582079"/>
                    <a:pt x="341054" y="585653"/>
                    <a:pt x="334436" y="589922"/>
                  </a:cubicBezTo>
                  <a:cubicBezTo>
                    <a:pt x="322718" y="598719"/>
                    <a:pt x="312552" y="609411"/>
                    <a:pt x="304357" y="621556"/>
                  </a:cubicBezTo>
                  <a:cubicBezTo>
                    <a:pt x="299788" y="628087"/>
                    <a:pt x="294662" y="634210"/>
                    <a:pt x="289036" y="639856"/>
                  </a:cubicBezTo>
                  <a:cubicBezTo>
                    <a:pt x="290755" y="640213"/>
                    <a:pt x="292538" y="640099"/>
                    <a:pt x="294198" y="639525"/>
                  </a:cubicBezTo>
                  <a:cubicBezTo>
                    <a:pt x="297739" y="637969"/>
                    <a:pt x="303199" y="637969"/>
                    <a:pt x="309056" y="644985"/>
                  </a:cubicBezTo>
                  <a:cubicBezTo>
                    <a:pt x="314913" y="652000"/>
                    <a:pt x="314516" y="657493"/>
                    <a:pt x="316865" y="657096"/>
                  </a:cubicBezTo>
                  <a:cubicBezTo>
                    <a:pt x="319214" y="656699"/>
                    <a:pt x="321961" y="647731"/>
                    <a:pt x="326627" y="654382"/>
                  </a:cubicBezTo>
                  <a:cubicBezTo>
                    <a:pt x="331293" y="661033"/>
                    <a:pt x="343404" y="666096"/>
                    <a:pt x="346150" y="669207"/>
                  </a:cubicBezTo>
                  <a:cubicBezTo>
                    <a:pt x="348897" y="672317"/>
                    <a:pt x="357864" y="674700"/>
                    <a:pt x="357864" y="682873"/>
                  </a:cubicBezTo>
                  <a:cubicBezTo>
                    <a:pt x="357864" y="688763"/>
                    <a:pt x="355085" y="699849"/>
                    <a:pt x="359684" y="709346"/>
                  </a:cubicBezTo>
                  <a:cubicBezTo>
                    <a:pt x="361972" y="706378"/>
                    <a:pt x="364668" y="703749"/>
                    <a:pt x="367692" y="70153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BB5BD49E-F3CA-0649-B015-F57FA8BF03A0}"/>
                </a:ext>
              </a:extLst>
            </p:cNvPr>
            <p:cNvSpPr/>
            <p:nvPr/>
          </p:nvSpPr>
          <p:spPr>
            <a:xfrm>
              <a:off x="3378561" y="3679111"/>
              <a:ext cx="89344" cy="95963"/>
            </a:xfrm>
            <a:custGeom>
              <a:avLst/>
              <a:gdLst>
                <a:gd name="connsiteX0" fmla="*/ 87255 w 89344"/>
                <a:gd name="connsiteY0" fmla="*/ 46674 h 95962"/>
                <a:gd name="connsiteX1" fmla="*/ 75541 w 89344"/>
                <a:gd name="connsiteY1" fmla="*/ 33007 h 95962"/>
                <a:gd name="connsiteX2" fmla="*/ 56018 w 89344"/>
                <a:gd name="connsiteY2" fmla="*/ 18183 h 95962"/>
                <a:gd name="connsiteX3" fmla="*/ 46256 w 89344"/>
                <a:gd name="connsiteY3" fmla="*/ 20896 h 95962"/>
                <a:gd name="connsiteX4" fmla="*/ 38446 w 89344"/>
                <a:gd name="connsiteY4" fmla="*/ 8785 h 95962"/>
                <a:gd name="connsiteX5" fmla="*/ 23589 w 89344"/>
                <a:gd name="connsiteY5" fmla="*/ 3325 h 95962"/>
                <a:gd name="connsiteX6" fmla="*/ 18427 w 89344"/>
                <a:gd name="connsiteY6" fmla="*/ 3656 h 95962"/>
                <a:gd name="connsiteX7" fmla="*/ 13066 w 89344"/>
                <a:gd name="connsiteY7" fmla="*/ 13583 h 95962"/>
                <a:gd name="connsiteX8" fmla="*/ 7209 w 89344"/>
                <a:gd name="connsiteY8" fmla="*/ 43365 h 95962"/>
                <a:gd name="connsiteX9" fmla="*/ 2510 w 89344"/>
                <a:gd name="connsiteY9" fmla="*/ 65999 h 95962"/>
                <a:gd name="connsiteX10" fmla="*/ 7573 w 89344"/>
                <a:gd name="connsiteY10" fmla="*/ 76555 h 95962"/>
                <a:gd name="connsiteX11" fmla="*/ 6282 w 89344"/>
                <a:gd name="connsiteY11" fmla="*/ 83834 h 95962"/>
                <a:gd name="connsiteX12" fmla="*/ 13165 w 89344"/>
                <a:gd name="connsiteY12" fmla="*/ 87143 h 95962"/>
                <a:gd name="connsiteX13" fmla="*/ 35534 w 89344"/>
                <a:gd name="connsiteY13" fmla="*/ 92934 h 95962"/>
                <a:gd name="connsiteX14" fmla="*/ 49002 w 89344"/>
                <a:gd name="connsiteY14" fmla="*/ 92934 h 95962"/>
                <a:gd name="connsiteX15" fmla="*/ 75210 w 89344"/>
                <a:gd name="connsiteY15" fmla="*/ 89625 h 95962"/>
                <a:gd name="connsiteX16" fmla="*/ 89075 w 89344"/>
                <a:gd name="connsiteY16" fmla="*/ 73378 h 95962"/>
                <a:gd name="connsiteX17" fmla="*/ 87255 w 89344"/>
                <a:gd name="connsiteY17" fmla="*/ 46674 h 95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9344" h="95962">
                  <a:moveTo>
                    <a:pt x="87255" y="46674"/>
                  </a:moveTo>
                  <a:cubicBezTo>
                    <a:pt x="87255" y="38500"/>
                    <a:pt x="78287" y="36151"/>
                    <a:pt x="75541" y="33007"/>
                  </a:cubicBezTo>
                  <a:cubicBezTo>
                    <a:pt x="72794" y="29864"/>
                    <a:pt x="60716" y="24801"/>
                    <a:pt x="56018" y="18183"/>
                  </a:cubicBezTo>
                  <a:cubicBezTo>
                    <a:pt x="51319" y="11565"/>
                    <a:pt x="48605" y="20499"/>
                    <a:pt x="46256" y="20896"/>
                  </a:cubicBezTo>
                  <a:cubicBezTo>
                    <a:pt x="43906" y="21293"/>
                    <a:pt x="44303" y="15833"/>
                    <a:pt x="38446" y="8785"/>
                  </a:cubicBezTo>
                  <a:cubicBezTo>
                    <a:pt x="32589" y="1737"/>
                    <a:pt x="27129" y="1770"/>
                    <a:pt x="23589" y="3325"/>
                  </a:cubicBezTo>
                  <a:cubicBezTo>
                    <a:pt x="21929" y="3899"/>
                    <a:pt x="20145" y="4014"/>
                    <a:pt x="18427" y="3656"/>
                  </a:cubicBezTo>
                  <a:cubicBezTo>
                    <a:pt x="15571" y="6265"/>
                    <a:pt x="13681" y="9764"/>
                    <a:pt x="13066" y="13583"/>
                  </a:cubicBezTo>
                  <a:cubicBezTo>
                    <a:pt x="13066" y="20995"/>
                    <a:pt x="7573" y="29202"/>
                    <a:pt x="7209" y="43365"/>
                  </a:cubicBezTo>
                  <a:cubicBezTo>
                    <a:pt x="6845" y="57528"/>
                    <a:pt x="2907" y="55079"/>
                    <a:pt x="2510" y="65999"/>
                  </a:cubicBezTo>
                  <a:cubicBezTo>
                    <a:pt x="2113" y="76919"/>
                    <a:pt x="6018" y="74999"/>
                    <a:pt x="7573" y="76555"/>
                  </a:cubicBezTo>
                  <a:cubicBezTo>
                    <a:pt x="8466" y="77415"/>
                    <a:pt x="7573" y="80889"/>
                    <a:pt x="6282" y="83834"/>
                  </a:cubicBezTo>
                  <a:cubicBezTo>
                    <a:pt x="7937" y="85290"/>
                    <a:pt x="9591" y="87574"/>
                    <a:pt x="13165" y="87143"/>
                  </a:cubicBezTo>
                  <a:cubicBezTo>
                    <a:pt x="20114" y="86382"/>
                    <a:pt x="27030" y="89096"/>
                    <a:pt x="35534" y="92934"/>
                  </a:cubicBezTo>
                  <a:cubicBezTo>
                    <a:pt x="44039" y="96773"/>
                    <a:pt x="40928" y="91776"/>
                    <a:pt x="49002" y="92934"/>
                  </a:cubicBezTo>
                  <a:cubicBezTo>
                    <a:pt x="57076" y="94093"/>
                    <a:pt x="66375" y="94854"/>
                    <a:pt x="75210" y="89625"/>
                  </a:cubicBezTo>
                  <a:cubicBezTo>
                    <a:pt x="81299" y="85919"/>
                    <a:pt x="84343" y="79698"/>
                    <a:pt x="89075" y="73378"/>
                  </a:cubicBezTo>
                  <a:cubicBezTo>
                    <a:pt x="84475" y="63616"/>
                    <a:pt x="87255" y="52531"/>
                    <a:pt x="87255" y="4667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3549F3F-DCC6-CC4B-9F0F-B639687640DA}"/>
                </a:ext>
              </a:extLst>
            </p:cNvPr>
            <p:cNvSpPr/>
            <p:nvPr/>
          </p:nvSpPr>
          <p:spPr>
            <a:xfrm>
              <a:off x="3112220" y="3523749"/>
              <a:ext cx="354069" cy="691593"/>
            </a:xfrm>
            <a:custGeom>
              <a:avLst/>
              <a:gdLst>
                <a:gd name="connsiteX0" fmla="*/ 134569 w 354068"/>
                <a:gd name="connsiteY0" fmla="*/ 679400 h 691592"/>
                <a:gd name="connsiteX1" fmla="*/ 100255 w 354068"/>
                <a:gd name="connsiteY1" fmla="*/ 656667 h 691592"/>
                <a:gd name="connsiteX2" fmla="*/ 91783 w 354068"/>
                <a:gd name="connsiteY2" fmla="*/ 648560 h 691592"/>
                <a:gd name="connsiteX3" fmla="*/ 93305 w 354068"/>
                <a:gd name="connsiteY3" fmla="*/ 641247 h 691592"/>
                <a:gd name="connsiteX4" fmla="*/ 87217 w 354068"/>
                <a:gd name="connsiteY4" fmla="*/ 631816 h 691592"/>
                <a:gd name="connsiteX5" fmla="*/ 87217 w 354068"/>
                <a:gd name="connsiteY5" fmla="*/ 689062 h 691592"/>
                <a:gd name="connsiteX6" fmla="*/ 116502 w 354068"/>
                <a:gd name="connsiteY6" fmla="*/ 690618 h 691592"/>
                <a:gd name="connsiteX7" fmla="*/ 124411 w 354068"/>
                <a:gd name="connsiteY7" fmla="*/ 690618 h 691592"/>
                <a:gd name="connsiteX8" fmla="*/ 145985 w 354068"/>
                <a:gd name="connsiteY8" fmla="*/ 684827 h 691592"/>
                <a:gd name="connsiteX9" fmla="*/ 134569 w 354068"/>
                <a:gd name="connsiteY9" fmla="*/ 679400 h 691592"/>
                <a:gd name="connsiteX10" fmla="*/ 348136 w 354068"/>
                <a:gd name="connsiteY10" fmla="*/ 70799 h 691592"/>
                <a:gd name="connsiteX11" fmla="*/ 336686 w 354068"/>
                <a:gd name="connsiteY11" fmla="*/ 70071 h 691592"/>
                <a:gd name="connsiteX12" fmla="*/ 336686 w 354068"/>
                <a:gd name="connsiteY12" fmla="*/ 71825 h 691592"/>
                <a:gd name="connsiteX13" fmla="*/ 327851 w 354068"/>
                <a:gd name="connsiteY13" fmla="*/ 97403 h 691592"/>
                <a:gd name="connsiteX14" fmla="*/ 314284 w 354068"/>
                <a:gd name="connsiteY14" fmla="*/ 104021 h 691592"/>
                <a:gd name="connsiteX15" fmla="*/ 299129 w 354068"/>
                <a:gd name="connsiteY15" fmla="*/ 107132 h 691592"/>
                <a:gd name="connsiteX16" fmla="*/ 282583 w 354068"/>
                <a:gd name="connsiteY16" fmla="*/ 105577 h 691592"/>
                <a:gd name="connsiteX17" fmla="*/ 266402 w 354068"/>
                <a:gd name="connsiteY17" fmla="*/ 101937 h 691592"/>
                <a:gd name="connsiteX18" fmla="*/ 272127 w 354068"/>
                <a:gd name="connsiteY18" fmla="*/ 90421 h 691592"/>
                <a:gd name="connsiteX19" fmla="*/ 285694 w 354068"/>
                <a:gd name="connsiteY19" fmla="*/ 66960 h 691592"/>
                <a:gd name="connsiteX20" fmla="*/ 253364 w 354068"/>
                <a:gd name="connsiteY20" fmla="*/ 50812 h 691592"/>
                <a:gd name="connsiteX21" fmla="*/ 234039 w 354068"/>
                <a:gd name="connsiteY21" fmla="*/ 40885 h 691592"/>
                <a:gd name="connsiteX22" fmla="*/ 214748 w 354068"/>
                <a:gd name="connsiteY22" fmla="*/ 28873 h 691592"/>
                <a:gd name="connsiteX23" fmla="*/ 190592 w 354068"/>
                <a:gd name="connsiteY23" fmla="*/ 4187 h 691592"/>
                <a:gd name="connsiteX24" fmla="*/ 173418 w 354068"/>
                <a:gd name="connsiteY24" fmla="*/ 4187 h 691592"/>
                <a:gd name="connsiteX25" fmla="*/ 163159 w 354068"/>
                <a:gd name="connsiteY25" fmla="*/ 14478 h 691592"/>
                <a:gd name="connsiteX26" fmla="*/ 143107 w 354068"/>
                <a:gd name="connsiteY26" fmla="*/ 6239 h 691592"/>
                <a:gd name="connsiteX27" fmla="*/ 127687 w 354068"/>
                <a:gd name="connsiteY27" fmla="*/ 6768 h 691592"/>
                <a:gd name="connsiteX28" fmla="*/ 114947 w 354068"/>
                <a:gd name="connsiteY28" fmla="*/ 17291 h 691592"/>
                <a:gd name="connsiteX29" fmla="*/ 111406 w 354068"/>
                <a:gd name="connsiteY29" fmla="*/ 37609 h 691592"/>
                <a:gd name="connsiteX30" fmla="*/ 91552 w 354068"/>
                <a:gd name="connsiteY30" fmla="*/ 53260 h 691592"/>
                <a:gd name="connsiteX31" fmla="*/ 90493 w 354068"/>
                <a:gd name="connsiteY31" fmla="*/ 65802 h 691592"/>
                <a:gd name="connsiteX32" fmla="*/ 92081 w 354068"/>
                <a:gd name="connsiteY32" fmla="*/ 84564 h 691592"/>
                <a:gd name="connsiteX33" fmla="*/ 92577 w 354068"/>
                <a:gd name="connsiteY33" fmla="*/ 96047 h 691592"/>
                <a:gd name="connsiteX34" fmla="*/ 82154 w 354068"/>
                <a:gd name="connsiteY34" fmla="*/ 104385 h 691592"/>
                <a:gd name="connsiteX35" fmla="*/ 76926 w 354068"/>
                <a:gd name="connsiteY35" fmla="*/ 119011 h 691592"/>
                <a:gd name="connsiteX36" fmla="*/ 69116 w 354068"/>
                <a:gd name="connsiteY36" fmla="*/ 134663 h 691592"/>
                <a:gd name="connsiteX37" fmla="*/ 64417 w 354068"/>
                <a:gd name="connsiteY37" fmla="*/ 144061 h 691592"/>
                <a:gd name="connsiteX38" fmla="*/ 64417 w 354068"/>
                <a:gd name="connsiteY38" fmla="*/ 161798 h 691592"/>
                <a:gd name="connsiteX39" fmla="*/ 57104 w 354068"/>
                <a:gd name="connsiteY39" fmla="*/ 175365 h 691592"/>
                <a:gd name="connsiteX40" fmla="*/ 57104 w 354068"/>
                <a:gd name="connsiteY40" fmla="*/ 194127 h 691592"/>
                <a:gd name="connsiteX41" fmla="*/ 62862 w 354068"/>
                <a:gd name="connsiteY41" fmla="*/ 211367 h 691592"/>
                <a:gd name="connsiteX42" fmla="*/ 67031 w 354068"/>
                <a:gd name="connsiteY42" fmla="*/ 226490 h 691592"/>
                <a:gd name="connsiteX43" fmla="*/ 62333 w 354068"/>
                <a:gd name="connsiteY43" fmla="*/ 241082 h 691592"/>
                <a:gd name="connsiteX44" fmla="*/ 57104 w 354068"/>
                <a:gd name="connsiteY44" fmla="*/ 253624 h 691592"/>
                <a:gd name="connsiteX45" fmla="*/ 57104 w 354068"/>
                <a:gd name="connsiteY45" fmla="*/ 275530 h 691592"/>
                <a:gd name="connsiteX46" fmla="*/ 44067 w 354068"/>
                <a:gd name="connsiteY46" fmla="*/ 292770 h 691592"/>
                <a:gd name="connsiteX47" fmla="*/ 44596 w 354068"/>
                <a:gd name="connsiteY47" fmla="*/ 315735 h 691592"/>
                <a:gd name="connsiteX48" fmla="*/ 48766 w 354068"/>
                <a:gd name="connsiteY48" fmla="*/ 325662 h 691592"/>
                <a:gd name="connsiteX49" fmla="*/ 38838 w 354068"/>
                <a:gd name="connsiteY49" fmla="*/ 332280 h 691592"/>
                <a:gd name="connsiteX50" fmla="*/ 37813 w 354068"/>
                <a:gd name="connsiteY50" fmla="*/ 345318 h 691592"/>
                <a:gd name="connsiteX51" fmla="*/ 33114 w 354068"/>
                <a:gd name="connsiteY51" fmla="*/ 356271 h 691592"/>
                <a:gd name="connsiteX52" fmla="*/ 28415 w 354068"/>
                <a:gd name="connsiteY52" fmla="*/ 368283 h 691592"/>
                <a:gd name="connsiteX53" fmla="*/ 32055 w 354068"/>
                <a:gd name="connsiteY53" fmla="*/ 380261 h 691592"/>
                <a:gd name="connsiteX54" fmla="*/ 31029 w 354068"/>
                <a:gd name="connsiteY54" fmla="*/ 399057 h 691592"/>
                <a:gd name="connsiteX55" fmla="*/ 28415 w 354068"/>
                <a:gd name="connsiteY55" fmla="*/ 417323 h 691592"/>
                <a:gd name="connsiteX56" fmla="*/ 29970 w 354068"/>
                <a:gd name="connsiteY56" fmla="*/ 426721 h 691592"/>
                <a:gd name="connsiteX57" fmla="*/ 32584 w 354068"/>
                <a:gd name="connsiteY57" fmla="*/ 437674 h 691592"/>
                <a:gd name="connsiteX58" fmla="*/ 37813 w 354068"/>
                <a:gd name="connsiteY58" fmla="*/ 446542 h 691592"/>
                <a:gd name="connsiteX59" fmla="*/ 40427 w 354068"/>
                <a:gd name="connsiteY59" fmla="*/ 454351 h 691592"/>
                <a:gd name="connsiteX60" fmla="*/ 33809 w 354068"/>
                <a:gd name="connsiteY60" fmla="*/ 458024 h 691592"/>
                <a:gd name="connsiteX61" fmla="*/ 36390 w 354068"/>
                <a:gd name="connsiteY61" fmla="*/ 469507 h 691592"/>
                <a:gd name="connsiteX62" fmla="*/ 33809 w 354068"/>
                <a:gd name="connsiteY62" fmla="*/ 483074 h 691592"/>
                <a:gd name="connsiteX63" fmla="*/ 33279 w 354068"/>
                <a:gd name="connsiteY63" fmla="*/ 496641 h 691592"/>
                <a:gd name="connsiteX64" fmla="*/ 28051 w 354068"/>
                <a:gd name="connsiteY64" fmla="*/ 508653 h 691592"/>
                <a:gd name="connsiteX65" fmla="*/ 20738 w 354068"/>
                <a:gd name="connsiteY65" fmla="*/ 520135 h 691592"/>
                <a:gd name="connsiteX66" fmla="*/ 21267 w 354068"/>
                <a:gd name="connsiteY66" fmla="*/ 533669 h 691592"/>
                <a:gd name="connsiteX67" fmla="*/ 13723 w 354068"/>
                <a:gd name="connsiteY67" fmla="*/ 546177 h 691592"/>
                <a:gd name="connsiteX68" fmla="*/ 4325 w 354068"/>
                <a:gd name="connsiteY68" fmla="*/ 557660 h 691592"/>
                <a:gd name="connsiteX69" fmla="*/ 4854 w 354068"/>
                <a:gd name="connsiteY69" fmla="*/ 573808 h 691592"/>
                <a:gd name="connsiteX70" fmla="*/ 7998 w 354068"/>
                <a:gd name="connsiteY70" fmla="*/ 585291 h 691592"/>
                <a:gd name="connsiteX71" fmla="*/ 24179 w 354068"/>
                <a:gd name="connsiteY71" fmla="*/ 590519 h 691592"/>
                <a:gd name="connsiteX72" fmla="*/ 25205 w 354068"/>
                <a:gd name="connsiteY72" fmla="*/ 610373 h 691592"/>
                <a:gd name="connsiteX73" fmla="*/ 33577 w 354068"/>
                <a:gd name="connsiteY73" fmla="*/ 617686 h 691592"/>
                <a:gd name="connsiteX74" fmla="*/ 64351 w 354068"/>
                <a:gd name="connsiteY74" fmla="*/ 617157 h 691592"/>
                <a:gd name="connsiteX75" fmla="*/ 73716 w 354068"/>
                <a:gd name="connsiteY75" fmla="*/ 622551 h 691592"/>
                <a:gd name="connsiteX76" fmla="*/ 90261 w 354068"/>
                <a:gd name="connsiteY76" fmla="*/ 624768 h 691592"/>
                <a:gd name="connsiteX77" fmla="*/ 81029 w 354068"/>
                <a:gd name="connsiteY77" fmla="*/ 608586 h 691592"/>
                <a:gd name="connsiteX78" fmla="*/ 79076 w 354068"/>
                <a:gd name="connsiteY78" fmla="*/ 595350 h 691592"/>
                <a:gd name="connsiteX79" fmla="*/ 82386 w 354068"/>
                <a:gd name="connsiteY79" fmla="*/ 579169 h 691592"/>
                <a:gd name="connsiteX80" fmla="*/ 91651 w 354068"/>
                <a:gd name="connsiteY80" fmla="*/ 572253 h 691592"/>
                <a:gd name="connsiteX81" fmla="*/ 102438 w 354068"/>
                <a:gd name="connsiteY81" fmla="*/ 559910 h 691592"/>
                <a:gd name="connsiteX82" fmla="*/ 114781 w 354068"/>
                <a:gd name="connsiteY82" fmla="*/ 540618 h 691592"/>
                <a:gd name="connsiteX83" fmla="*/ 135198 w 354068"/>
                <a:gd name="connsiteY83" fmla="*/ 523676 h 691592"/>
                <a:gd name="connsiteX84" fmla="*/ 138276 w 354068"/>
                <a:gd name="connsiteY84" fmla="*/ 506734 h 691592"/>
                <a:gd name="connsiteX85" fmla="*/ 120936 w 354068"/>
                <a:gd name="connsiteY85" fmla="*/ 502101 h 691592"/>
                <a:gd name="connsiteX86" fmla="*/ 108990 w 354068"/>
                <a:gd name="connsiteY86" fmla="*/ 475628 h 691592"/>
                <a:gd name="connsiteX87" fmla="*/ 137514 w 354068"/>
                <a:gd name="connsiteY87" fmla="*/ 459447 h 691592"/>
                <a:gd name="connsiteX88" fmla="*/ 141750 w 354068"/>
                <a:gd name="connsiteY88" fmla="*/ 450182 h 691592"/>
                <a:gd name="connsiteX89" fmla="*/ 146383 w 354068"/>
                <a:gd name="connsiteY89" fmla="*/ 438236 h 691592"/>
                <a:gd name="connsiteX90" fmla="*/ 153332 w 354068"/>
                <a:gd name="connsiteY90" fmla="*/ 420500 h 691592"/>
                <a:gd name="connsiteX91" fmla="*/ 157931 w 354068"/>
                <a:gd name="connsiteY91" fmla="*/ 414742 h 691592"/>
                <a:gd name="connsiteX92" fmla="*/ 158725 w 354068"/>
                <a:gd name="connsiteY92" fmla="*/ 407793 h 691592"/>
                <a:gd name="connsiteX93" fmla="*/ 168355 w 354068"/>
                <a:gd name="connsiteY93" fmla="*/ 413584 h 691592"/>
                <a:gd name="connsiteX94" fmla="*/ 175304 w 354068"/>
                <a:gd name="connsiteY94" fmla="*/ 400083 h 691592"/>
                <a:gd name="connsiteX95" fmla="*/ 163358 w 354068"/>
                <a:gd name="connsiteY95" fmla="*/ 403160 h 691592"/>
                <a:gd name="connsiteX96" fmla="*/ 153696 w 354068"/>
                <a:gd name="connsiteY96" fmla="*/ 398561 h 691592"/>
                <a:gd name="connsiteX97" fmla="*/ 151015 w 354068"/>
                <a:gd name="connsiteY97" fmla="*/ 385324 h 691592"/>
                <a:gd name="connsiteX98" fmla="*/ 150221 w 354068"/>
                <a:gd name="connsiteY98" fmla="*/ 369110 h 691592"/>
                <a:gd name="connsiteX99" fmla="*/ 177984 w 354068"/>
                <a:gd name="connsiteY99" fmla="*/ 376456 h 691592"/>
                <a:gd name="connsiteX100" fmla="*/ 198037 w 354068"/>
                <a:gd name="connsiteY100" fmla="*/ 366529 h 691592"/>
                <a:gd name="connsiteX101" fmla="*/ 199559 w 354068"/>
                <a:gd name="connsiteY101" fmla="*/ 349984 h 691592"/>
                <a:gd name="connsiteX102" fmla="*/ 198798 w 354068"/>
                <a:gd name="connsiteY102" fmla="*/ 337641 h 691592"/>
                <a:gd name="connsiteX103" fmla="*/ 204986 w 354068"/>
                <a:gd name="connsiteY103" fmla="*/ 330725 h 691592"/>
                <a:gd name="connsiteX104" fmla="*/ 249691 w 354068"/>
                <a:gd name="connsiteY104" fmla="*/ 328011 h 691592"/>
                <a:gd name="connsiteX105" fmla="*/ 282782 w 354068"/>
                <a:gd name="connsiteY105" fmla="*/ 311830 h 691592"/>
                <a:gd name="connsiteX106" fmla="*/ 298566 w 354068"/>
                <a:gd name="connsiteY106" fmla="*/ 289097 h 691592"/>
                <a:gd name="connsiteX107" fmla="*/ 291253 w 354068"/>
                <a:gd name="connsiteY107" fmla="*/ 277515 h 691592"/>
                <a:gd name="connsiteX108" fmla="*/ 288176 w 354068"/>
                <a:gd name="connsiteY108" fmla="*/ 262492 h 691592"/>
                <a:gd name="connsiteX109" fmla="*/ 278546 w 354068"/>
                <a:gd name="connsiteY109" fmla="*/ 252069 h 691592"/>
                <a:gd name="connsiteX110" fmla="*/ 266204 w 354068"/>
                <a:gd name="connsiteY110" fmla="*/ 240156 h 691592"/>
                <a:gd name="connsiteX111" fmla="*/ 272425 w 354068"/>
                <a:gd name="connsiteY111" fmla="*/ 239097 h 691592"/>
                <a:gd name="connsiteX112" fmla="*/ 273715 w 354068"/>
                <a:gd name="connsiteY112" fmla="*/ 231817 h 691592"/>
                <a:gd name="connsiteX113" fmla="*/ 268652 w 354068"/>
                <a:gd name="connsiteY113" fmla="*/ 221261 h 691592"/>
                <a:gd name="connsiteX114" fmla="*/ 273351 w 354068"/>
                <a:gd name="connsiteY114" fmla="*/ 198627 h 691592"/>
                <a:gd name="connsiteX115" fmla="*/ 279208 w 354068"/>
                <a:gd name="connsiteY115" fmla="*/ 168846 h 691592"/>
                <a:gd name="connsiteX116" fmla="*/ 299890 w 354068"/>
                <a:gd name="connsiteY116" fmla="*/ 140719 h 691592"/>
                <a:gd name="connsiteX117" fmla="*/ 329969 w 354068"/>
                <a:gd name="connsiteY117" fmla="*/ 109084 h 691592"/>
                <a:gd name="connsiteX118" fmla="*/ 351081 w 354068"/>
                <a:gd name="connsiteY118" fmla="*/ 97403 h 691592"/>
                <a:gd name="connsiteX119" fmla="*/ 348136 w 354068"/>
                <a:gd name="connsiteY119" fmla="*/ 70799 h 69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354068" h="691592">
                  <a:moveTo>
                    <a:pt x="134569" y="679400"/>
                  </a:moveTo>
                  <a:cubicBezTo>
                    <a:pt x="124940" y="679003"/>
                    <a:pt x="106045" y="661299"/>
                    <a:pt x="100255" y="656667"/>
                  </a:cubicBezTo>
                  <a:cubicBezTo>
                    <a:pt x="94464" y="652034"/>
                    <a:pt x="98699" y="647402"/>
                    <a:pt x="91783" y="648560"/>
                  </a:cubicBezTo>
                  <a:cubicBezTo>
                    <a:pt x="84867" y="649718"/>
                    <a:pt x="89467" y="643166"/>
                    <a:pt x="93305" y="641247"/>
                  </a:cubicBezTo>
                  <a:cubicBezTo>
                    <a:pt x="97144" y="639327"/>
                    <a:pt x="91949" y="632875"/>
                    <a:pt x="87217" y="631816"/>
                  </a:cubicBezTo>
                  <a:cubicBezTo>
                    <a:pt x="86720" y="642173"/>
                    <a:pt x="84569" y="688632"/>
                    <a:pt x="87217" y="689062"/>
                  </a:cubicBezTo>
                  <a:cubicBezTo>
                    <a:pt x="89864" y="689493"/>
                    <a:pt x="110380" y="686680"/>
                    <a:pt x="116502" y="690618"/>
                  </a:cubicBezTo>
                  <a:cubicBezTo>
                    <a:pt x="118818" y="691346"/>
                    <a:pt x="121995" y="693232"/>
                    <a:pt x="124411" y="690618"/>
                  </a:cubicBezTo>
                  <a:cubicBezTo>
                    <a:pt x="128249" y="686382"/>
                    <a:pt x="139831" y="688699"/>
                    <a:pt x="145985" y="684827"/>
                  </a:cubicBezTo>
                  <a:cubicBezTo>
                    <a:pt x="152140" y="680955"/>
                    <a:pt x="144199" y="679797"/>
                    <a:pt x="134569" y="679400"/>
                  </a:cubicBezTo>
                  <a:close/>
                  <a:moveTo>
                    <a:pt x="348136" y="70799"/>
                  </a:moveTo>
                  <a:cubicBezTo>
                    <a:pt x="344385" y="69930"/>
                    <a:pt x="340517" y="69685"/>
                    <a:pt x="336686" y="70071"/>
                  </a:cubicBezTo>
                  <a:cubicBezTo>
                    <a:pt x="336651" y="70655"/>
                    <a:pt x="336651" y="71241"/>
                    <a:pt x="336686" y="71825"/>
                  </a:cubicBezTo>
                  <a:cubicBezTo>
                    <a:pt x="337745" y="79137"/>
                    <a:pt x="333046" y="97933"/>
                    <a:pt x="327851" y="97403"/>
                  </a:cubicBezTo>
                  <a:cubicBezTo>
                    <a:pt x="322656" y="96874"/>
                    <a:pt x="318454" y="105213"/>
                    <a:pt x="314284" y="104021"/>
                  </a:cubicBezTo>
                  <a:cubicBezTo>
                    <a:pt x="310115" y="102830"/>
                    <a:pt x="304357" y="110276"/>
                    <a:pt x="299129" y="107132"/>
                  </a:cubicBezTo>
                  <a:cubicBezTo>
                    <a:pt x="293900" y="103988"/>
                    <a:pt x="286620" y="108191"/>
                    <a:pt x="282583" y="105577"/>
                  </a:cubicBezTo>
                  <a:cubicBezTo>
                    <a:pt x="278546" y="102963"/>
                    <a:pt x="266402" y="105047"/>
                    <a:pt x="266402" y="101937"/>
                  </a:cubicBezTo>
                  <a:cubicBezTo>
                    <a:pt x="266402" y="98826"/>
                    <a:pt x="272127" y="99852"/>
                    <a:pt x="272127" y="90421"/>
                  </a:cubicBezTo>
                  <a:cubicBezTo>
                    <a:pt x="272127" y="80990"/>
                    <a:pt x="287779" y="70567"/>
                    <a:pt x="285694" y="66960"/>
                  </a:cubicBezTo>
                  <a:cubicBezTo>
                    <a:pt x="283609" y="63353"/>
                    <a:pt x="257004" y="55478"/>
                    <a:pt x="253364" y="50812"/>
                  </a:cubicBezTo>
                  <a:cubicBezTo>
                    <a:pt x="248730" y="44781"/>
                    <a:pt x="241641" y="41139"/>
                    <a:pt x="234039" y="40885"/>
                  </a:cubicBezTo>
                  <a:cubicBezTo>
                    <a:pt x="223583" y="39826"/>
                    <a:pt x="224112" y="34630"/>
                    <a:pt x="214748" y="28873"/>
                  </a:cubicBezTo>
                  <a:cubicBezTo>
                    <a:pt x="205231" y="22217"/>
                    <a:pt x="197039" y="13846"/>
                    <a:pt x="190592" y="4187"/>
                  </a:cubicBezTo>
                  <a:cubicBezTo>
                    <a:pt x="184238" y="3525"/>
                    <a:pt x="175238" y="2169"/>
                    <a:pt x="173418" y="4187"/>
                  </a:cubicBezTo>
                  <a:cubicBezTo>
                    <a:pt x="170870" y="7298"/>
                    <a:pt x="166800" y="21659"/>
                    <a:pt x="163159" y="14478"/>
                  </a:cubicBezTo>
                  <a:cubicBezTo>
                    <a:pt x="159520" y="7298"/>
                    <a:pt x="150817" y="7298"/>
                    <a:pt x="143107" y="6239"/>
                  </a:cubicBezTo>
                  <a:cubicBezTo>
                    <a:pt x="135397" y="5180"/>
                    <a:pt x="135926" y="-1968"/>
                    <a:pt x="127687" y="6768"/>
                  </a:cubicBezTo>
                  <a:cubicBezTo>
                    <a:pt x="123872" y="10768"/>
                    <a:pt x="119595" y="14301"/>
                    <a:pt x="114947" y="17291"/>
                  </a:cubicBezTo>
                  <a:cubicBezTo>
                    <a:pt x="114784" y="24202"/>
                    <a:pt x="113590" y="31050"/>
                    <a:pt x="111406" y="37609"/>
                  </a:cubicBezTo>
                  <a:cubicBezTo>
                    <a:pt x="109321" y="41282"/>
                    <a:pt x="92114" y="49091"/>
                    <a:pt x="91552" y="53260"/>
                  </a:cubicBezTo>
                  <a:cubicBezTo>
                    <a:pt x="90989" y="57430"/>
                    <a:pt x="93636" y="63188"/>
                    <a:pt x="90493" y="65802"/>
                  </a:cubicBezTo>
                  <a:cubicBezTo>
                    <a:pt x="87349" y="68416"/>
                    <a:pt x="97806" y="81421"/>
                    <a:pt x="92081" y="84564"/>
                  </a:cubicBezTo>
                  <a:cubicBezTo>
                    <a:pt x="86356" y="87708"/>
                    <a:pt x="96250" y="92936"/>
                    <a:pt x="92577" y="96047"/>
                  </a:cubicBezTo>
                  <a:cubicBezTo>
                    <a:pt x="88904" y="99157"/>
                    <a:pt x="82154" y="100746"/>
                    <a:pt x="82154" y="104385"/>
                  </a:cubicBezTo>
                  <a:cubicBezTo>
                    <a:pt x="82154" y="108025"/>
                    <a:pt x="81625" y="116927"/>
                    <a:pt x="76926" y="119011"/>
                  </a:cubicBezTo>
                  <a:cubicBezTo>
                    <a:pt x="72227" y="121096"/>
                    <a:pt x="69116" y="128939"/>
                    <a:pt x="69116" y="134663"/>
                  </a:cubicBezTo>
                  <a:cubicBezTo>
                    <a:pt x="69116" y="140388"/>
                    <a:pt x="61803" y="136748"/>
                    <a:pt x="64417" y="144061"/>
                  </a:cubicBezTo>
                  <a:cubicBezTo>
                    <a:pt x="67031" y="151374"/>
                    <a:pt x="70142" y="160242"/>
                    <a:pt x="64417" y="161798"/>
                  </a:cubicBezTo>
                  <a:cubicBezTo>
                    <a:pt x="58693" y="163353"/>
                    <a:pt x="60248" y="175365"/>
                    <a:pt x="57104" y="175365"/>
                  </a:cubicBezTo>
                  <a:cubicBezTo>
                    <a:pt x="53961" y="175365"/>
                    <a:pt x="52405" y="187873"/>
                    <a:pt x="57104" y="194127"/>
                  </a:cubicBezTo>
                  <a:cubicBezTo>
                    <a:pt x="60998" y="199014"/>
                    <a:pt x="63038" y="205121"/>
                    <a:pt x="62862" y="211367"/>
                  </a:cubicBezTo>
                  <a:cubicBezTo>
                    <a:pt x="62862" y="217092"/>
                    <a:pt x="69116" y="220235"/>
                    <a:pt x="67031" y="226490"/>
                  </a:cubicBezTo>
                  <a:cubicBezTo>
                    <a:pt x="64947" y="232744"/>
                    <a:pt x="65973" y="238502"/>
                    <a:pt x="62333" y="241082"/>
                  </a:cubicBezTo>
                  <a:cubicBezTo>
                    <a:pt x="58693" y="243664"/>
                    <a:pt x="61803" y="251539"/>
                    <a:pt x="57104" y="253624"/>
                  </a:cubicBezTo>
                  <a:cubicBezTo>
                    <a:pt x="52405" y="255708"/>
                    <a:pt x="60744" y="272386"/>
                    <a:pt x="57104" y="275530"/>
                  </a:cubicBezTo>
                  <a:cubicBezTo>
                    <a:pt x="53464" y="278673"/>
                    <a:pt x="44067" y="281288"/>
                    <a:pt x="44067" y="292770"/>
                  </a:cubicBezTo>
                  <a:cubicBezTo>
                    <a:pt x="44067" y="304252"/>
                    <a:pt x="45821" y="310738"/>
                    <a:pt x="44596" y="315735"/>
                  </a:cubicBezTo>
                  <a:cubicBezTo>
                    <a:pt x="43537" y="319904"/>
                    <a:pt x="49791" y="318845"/>
                    <a:pt x="48766" y="325662"/>
                  </a:cubicBezTo>
                  <a:cubicBezTo>
                    <a:pt x="47740" y="332479"/>
                    <a:pt x="39368" y="328276"/>
                    <a:pt x="38838" y="332280"/>
                  </a:cubicBezTo>
                  <a:cubicBezTo>
                    <a:pt x="38309" y="336284"/>
                    <a:pt x="40923" y="344788"/>
                    <a:pt x="37813" y="345318"/>
                  </a:cubicBezTo>
                  <a:cubicBezTo>
                    <a:pt x="34702" y="345847"/>
                    <a:pt x="33114" y="348958"/>
                    <a:pt x="33114" y="356271"/>
                  </a:cubicBezTo>
                  <a:cubicBezTo>
                    <a:pt x="33114" y="363584"/>
                    <a:pt x="28944" y="364610"/>
                    <a:pt x="28415" y="368283"/>
                  </a:cubicBezTo>
                  <a:cubicBezTo>
                    <a:pt x="27885" y="371956"/>
                    <a:pt x="32055" y="376125"/>
                    <a:pt x="32055" y="380261"/>
                  </a:cubicBezTo>
                  <a:cubicBezTo>
                    <a:pt x="32055" y="384398"/>
                    <a:pt x="34669" y="398527"/>
                    <a:pt x="31029" y="399057"/>
                  </a:cubicBezTo>
                  <a:cubicBezTo>
                    <a:pt x="27389" y="399586"/>
                    <a:pt x="25271" y="415238"/>
                    <a:pt x="28415" y="417323"/>
                  </a:cubicBezTo>
                  <a:cubicBezTo>
                    <a:pt x="31208" y="419627"/>
                    <a:pt x="31872" y="423639"/>
                    <a:pt x="29970" y="426721"/>
                  </a:cubicBezTo>
                  <a:cubicBezTo>
                    <a:pt x="28415" y="429831"/>
                    <a:pt x="37283" y="432975"/>
                    <a:pt x="32584" y="437674"/>
                  </a:cubicBezTo>
                  <a:cubicBezTo>
                    <a:pt x="27885" y="442372"/>
                    <a:pt x="31625" y="448395"/>
                    <a:pt x="37813" y="446542"/>
                  </a:cubicBezTo>
                  <a:cubicBezTo>
                    <a:pt x="43008" y="444986"/>
                    <a:pt x="46151" y="454351"/>
                    <a:pt x="40427" y="454351"/>
                  </a:cubicBezTo>
                  <a:cubicBezTo>
                    <a:pt x="34702" y="454351"/>
                    <a:pt x="28944" y="454351"/>
                    <a:pt x="33809" y="458024"/>
                  </a:cubicBezTo>
                  <a:cubicBezTo>
                    <a:pt x="38673" y="461697"/>
                    <a:pt x="43173" y="466892"/>
                    <a:pt x="36390" y="469507"/>
                  </a:cubicBezTo>
                  <a:cubicBezTo>
                    <a:pt x="29606" y="472121"/>
                    <a:pt x="35364" y="476787"/>
                    <a:pt x="33809" y="483074"/>
                  </a:cubicBezTo>
                  <a:cubicBezTo>
                    <a:pt x="32253" y="489361"/>
                    <a:pt x="38507" y="495086"/>
                    <a:pt x="33279" y="496641"/>
                  </a:cubicBezTo>
                  <a:cubicBezTo>
                    <a:pt x="28051" y="498196"/>
                    <a:pt x="35364" y="507594"/>
                    <a:pt x="28051" y="508653"/>
                  </a:cubicBezTo>
                  <a:cubicBezTo>
                    <a:pt x="20738" y="509712"/>
                    <a:pt x="25437" y="516462"/>
                    <a:pt x="20738" y="520135"/>
                  </a:cubicBezTo>
                  <a:cubicBezTo>
                    <a:pt x="16039" y="523808"/>
                    <a:pt x="26992" y="530062"/>
                    <a:pt x="21267" y="533669"/>
                  </a:cubicBezTo>
                  <a:cubicBezTo>
                    <a:pt x="15543" y="537276"/>
                    <a:pt x="19513" y="546177"/>
                    <a:pt x="13723" y="546177"/>
                  </a:cubicBezTo>
                  <a:cubicBezTo>
                    <a:pt x="7932" y="546177"/>
                    <a:pt x="4854" y="553987"/>
                    <a:pt x="4325" y="557660"/>
                  </a:cubicBezTo>
                  <a:cubicBezTo>
                    <a:pt x="3795" y="561333"/>
                    <a:pt x="156" y="568613"/>
                    <a:pt x="4854" y="573808"/>
                  </a:cubicBezTo>
                  <a:cubicBezTo>
                    <a:pt x="9553" y="579003"/>
                    <a:pt x="3829" y="583239"/>
                    <a:pt x="7998" y="585291"/>
                  </a:cubicBezTo>
                  <a:cubicBezTo>
                    <a:pt x="12167" y="587342"/>
                    <a:pt x="26264" y="584265"/>
                    <a:pt x="24179" y="590519"/>
                  </a:cubicBezTo>
                  <a:cubicBezTo>
                    <a:pt x="22095" y="596773"/>
                    <a:pt x="22591" y="610373"/>
                    <a:pt x="25205" y="610373"/>
                  </a:cubicBezTo>
                  <a:cubicBezTo>
                    <a:pt x="27819" y="610373"/>
                    <a:pt x="29374" y="618216"/>
                    <a:pt x="33577" y="617686"/>
                  </a:cubicBezTo>
                  <a:cubicBezTo>
                    <a:pt x="37780" y="617157"/>
                    <a:pt x="56509" y="615072"/>
                    <a:pt x="64351" y="617157"/>
                  </a:cubicBezTo>
                  <a:cubicBezTo>
                    <a:pt x="67851" y="618199"/>
                    <a:pt x="71058" y="620046"/>
                    <a:pt x="73716" y="622551"/>
                  </a:cubicBezTo>
                  <a:cubicBezTo>
                    <a:pt x="78183" y="620598"/>
                    <a:pt x="87978" y="626951"/>
                    <a:pt x="90261" y="624768"/>
                  </a:cubicBezTo>
                  <a:cubicBezTo>
                    <a:pt x="92975" y="622054"/>
                    <a:pt x="80632" y="612028"/>
                    <a:pt x="81029" y="608586"/>
                  </a:cubicBezTo>
                  <a:cubicBezTo>
                    <a:pt x="81426" y="605145"/>
                    <a:pt x="79076" y="599321"/>
                    <a:pt x="79076" y="595350"/>
                  </a:cubicBezTo>
                  <a:cubicBezTo>
                    <a:pt x="79076" y="591379"/>
                    <a:pt x="77157" y="583040"/>
                    <a:pt x="82386" y="579169"/>
                  </a:cubicBezTo>
                  <a:cubicBezTo>
                    <a:pt x="87614" y="575297"/>
                    <a:pt x="88176" y="571459"/>
                    <a:pt x="91651" y="572253"/>
                  </a:cubicBezTo>
                  <a:cubicBezTo>
                    <a:pt x="95125" y="573047"/>
                    <a:pt x="102041" y="569175"/>
                    <a:pt x="102438" y="559910"/>
                  </a:cubicBezTo>
                  <a:cubicBezTo>
                    <a:pt x="102835" y="550645"/>
                    <a:pt x="107071" y="547203"/>
                    <a:pt x="114781" y="540618"/>
                  </a:cubicBezTo>
                  <a:cubicBezTo>
                    <a:pt x="123186" y="533504"/>
                    <a:pt x="137117" y="526753"/>
                    <a:pt x="135198" y="523676"/>
                  </a:cubicBezTo>
                  <a:cubicBezTo>
                    <a:pt x="133279" y="520599"/>
                    <a:pt x="138276" y="510440"/>
                    <a:pt x="138276" y="506734"/>
                  </a:cubicBezTo>
                  <a:cubicBezTo>
                    <a:pt x="138276" y="503027"/>
                    <a:pt x="125039" y="503623"/>
                    <a:pt x="120936" y="502101"/>
                  </a:cubicBezTo>
                  <a:cubicBezTo>
                    <a:pt x="116833" y="500579"/>
                    <a:pt x="101280" y="489758"/>
                    <a:pt x="108990" y="475628"/>
                  </a:cubicBezTo>
                  <a:cubicBezTo>
                    <a:pt x="116700" y="461499"/>
                    <a:pt x="132882" y="459811"/>
                    <a:pt x="137514" y="459447"/>
                  </a:cubicBezTo>
                  <a:cubicBezTo>
                    <a:pt x="142147" y="459083"/>
                    <a:pt x="137912" y="452498"/>
                    <a:pt x="141750" y="450182"/>
                  </a:cubicBezTo>
                  <a:cubicBezTo>
                    <a:pt x="145588" y="447865"/>
                    <a:pt x="146383" y="444027"/>
                    <a:pt x="146383" y="438236"/>
                  </a:cubicBezTo>
                  <a:cubicBezTo>
                    <a:pt x="146383" y="431618"/>
                    <a:pt x="146383" y="421294"/>
                    <a:pt x="153332" y="420500"/>
                  </a:cubicBezTo>
                  <a:cubicBezTo>
                    <a:pt x="160281" y="419705"/>
                    <a:pt x="162200" y="415900"/>
                    <a:pt x="157931" y="414742"/>
                  </a:cubicBezTo>
                  <a:cubicBezTo>
                    <a:pt x="153663" y="413584"/>
                    <a:pt x="151776" y="408587"/>
                    <a:pt x="158725" y="407793"/>
                  </a:cubicBezTo>
                  <a:cubicBezTo>
                    <a:pt x="165674" y="406999"/>
                    <a:pt x="163358" y="413584"/>
                    <a:pt x="168355" y="413584"/>
                  </a:cubicBezTo>
                  <a:cubicBezTo>
                    <a:pt x="173351" y="413584"/>
                    <a:pt x="181856" y="405079"/>
                    <a:pt x="175304" y="400083"/>
                  </a:cubicBezTo>
                  <a:cubicBezTo>
                    <a:pt x="168752" y="395086"/>
                    <a:pt x="166800" y="402399"/>
                    <a:pt x="163358" y="403160"/>
                  </a:cubicBezTo>
                  <a:cubicBezTo>
                    <a:pt x="159917" y="403921"/>
                    <a:pt x="157170" y="398561"/>
                    <a:pt x="153696" y="398561"/>
                  </a:cubicBezTo>
                  <a:cubicBezTo>
                    <a:pt x="150221" y="398561"/>
                    <a:pt x="152538" y="388898"/>
                    <a:pt x="151015" y="385324"/>
                  </a:cubicBezTo>
                  <a:cubicBezTo>
                    <a:pt x="149493" y="381750"/>
                    <a:pt x="147144" y="373379"/>
                    <a:pt x="150221" y="369110"/>
                  </a:cubicBezTo>
                  <a:cubicBezTo>
                    <a:pt x="153299" y="364841"/>
                    <a:pt x="166436" y="375728"/>
                    <a:pt x="177984" y="376456"/>
                  </a:cubicBezTo>
                  <a:cubicBezTo>
                    <a:pt x="189533" y="377184"/>
                    <a:pt x="198037" y="370665"/>
                    <a:pt x="198037" y="366529"/>
                  </a:cubicBezTo>
                  <a:cubicBezTo>
                    <a:pt x="198037" y="362393"/>
                    <a:pt x="192643" y="354550"/>
                    <a:pt x="199559" y="349984"/>
                  </a:cubicBezTo>
                  <a:cubicBezTo>
                    <a:pt x="206475" y="345417"/>
                    <a:pt x="200751" y="343796"/>
                    <a:pt x="198798" y="337641"/>
                  </a:cubicBezTo>
                  <a:cubicBezTo>
                    <a:pt x="196846" y="331486"/>
                    <a:pt x="201875" y="327714"/>
                    <a:pt x="204986" y="330725"/>
                  </a:cubicBezTo>
                  <a:cubicBezTo>
                    <a:pt x="208097" y="333736"/>
                    <a:pt x="230797" y="331883"/>
                    <a:pt x="249691" y="328011"/>
                  </a:cubicBezTo>
                  <a:cubicBezTo>
                    <a:pt x="268586" y="324140"/>
                    <a:pt x="281690" y="317224"/>
                    <a:pt x="282782" y="311830"/>
                  </a:cubicBezTo>
                  <a:cubicBezTo>
                    <a:pt x="283874" y="306436"/>
                    <a:pt x="296018" y="293730"/>
                    <a:pt x="298566" y="289097"/>
                  </a:cubicBezTo>
                  <a:cubicBezTo>
                    <a:pt x="301114" y="284464"/>
                    <a:pt x="298963" y="278673"/>
                    <a:pt x="291253" y="277515"/>
                  </a:cubicBezTo>
                  <a:cubicBezTo>
                    <a:pt x="283543" y="276357"/>
                    <a:pt x="283940" y="267588"/>
                    <a:pt x="288176" y="262492"/>
                  </a:cubicBezTo>
                  <a:cubicBezTo>
                    <a:pt x="292411" y="257396"/>
                    <a:pt x="285859" y="252863"/>
                    <a:pt x="278546" y="252069"/>
                  </a:cubicBezTo>
                  <a:cubicBezTo>
                    <a:pt x="271233" y="251274"/>
                    <a:pt x="259652" y="246311"/>
                    <a:pt x="266204" y="240156"/>
                  </a:cubicBezTo>
                  <a:cubicBezTo>
                    <a:pt x="269347" y="237145"/>
                    <a:pt x="270902" y="237773"/>
                    <a:pt x="272425" y="239097"/>
                  </a:cubicBezTo>
                  <a:cubicBezTo>
                    <a:pt x="273550" y="236152"/>
                    <a:pt x="274609" y="232678"/>
                    <a:pt x="273715" y="231817"/>
                  </a:cubicBezTo>
                  <a:cubicBezTo>
                    <a:pt x="272160" y="230262"/>
                    <a:pt x="268255" y="232214"/>
                    <a:pt x="268652" y="221261"/>
                  </a:cubicBezTo>
                  <a:cubicBezTo>
                    <a:pt x="269049" y="210308"/>
                    <a:pt x="272954" y="212691"/>
                    <a:pt x="273351" y="198627"/>
                  </a:cubicBezTo>
                  <a:cubicBezTo>
                    <a:pt x="273748" y="184564"/>
                    <a:pt x="279208" y="176357"/>
                    <a:pt x="279208" y="168846"/>
                  </a:cubicBezTo>
                  <a:cubicBezTo>
                    <a:pt x="279208" y="161334"/>
                    <a:pt x="292444" y="152863"/>
                    <a:pt x="299890" y="140719"/>
                  </a:cubicBezTo>
                  <a:cubicBezTo>
                    <a:pt x="308085" y="128573"/>
                    <a:pt x="318251" y="117881"/>
                    <a:pt x="329969" y="109084"/>
                  </a:cubicBezTo>
                  <a:cubicBezTo>
                    <a:pt x="336587" y="104816"/>
                    <a:pt x="349492" y="101275"/>
                    <a:pt x="351081" y="97403"/>
                  </a:cubicBezTo>
                  <a:cubicBezTo>
                    <a:pt x="352669" y="93532"/>
                    <a:pt x="351246" y="72387"/>
                    <a:pt x="348136" y="7079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C8C5688-918D-6B46-9069-507E8957ED2C}"/>
                </a:ext>
              </a:extLst>
            </p:cNvPr>
            <p:cNvSpPr/>
            <p:nvPr/>
          </p:nvSpPr>
          <p:spPr>
            <a:xfrm>
              <a:off x="3075092" y="3443964"/>
              <a:ext cx="155526" cy="784246"/>
            </a:xfrm>
            <a:custGeom>
              <a:avLst/>
              <a:gdLst>
                <a:gd name="connsiteX0" fmla="*/ 70706 w 155525"/>
                <a:gd name="connsiteY0" fmla="*/ 697372 h 784246"/>
                <a:gd name="connsiteX1" fmla="*/ 62334 w 155525"/>
                <a:gd name="connsiteY1" fmla="*/ 690059 h 784246"/>
                <a:gd name="connsiteX2" fmla="*/ 61308 w 155525"/>
                <a:gd name="connsiteY2" fmla="*/ 670205 h 784246"/>
                <a:gd name="connsiteX3" fmla="*/ 45127 w 155525"/>
                <a:gd name="connsiteY3" fmla="*/ 664976 h 784246"/>
                <a:gd name="connsiteX4" fmla="*/ 41983 w 155525"/>
                <a:gd name="connsiteY4" fmla="*/ 653494 h 784246"/>
                <a:gd name="connsiteX5" fmla="*/ 41453 w 155525"/>
                <a:gd name="connsiteY5" fmla="*/ 637346 h 784246"/>
                <a:gd name="connsiteX6" fmla="*/ 50851 w 155525"/>
                <a:gd name="connsiteY6" fmla="*/ 625963 h 784246"/>
                <a:gd name="connsiteX7" fmla="*/ 58164 w 155525"/>
                <a:gd name="connsiteY7" fmla="*/ 613951 h 784246"/>
                <a:gd name="connsiteX8" fmla="*/ 57635 w 155525"/>
                <a:gd name="connsiteY8" fmla="*/ 600417 h 784246"/>
                <a:gd name="connsiteX9" fmla="*/ 64948 w 155525"/>
                <a:gd name="connsiteY9" fmla="*/ 588934 h 784246"/>
                <a:gd name="connsiteX10" fmla="*/ 70176 w 155525"/>
                <a:gd name="connsiteY10" fmla="*/ 576922 h 784246"/>
                <a:gd name="connsiteX11" fmla="*/ 70706 w 155525"/>
                <a:gd name="connsiteY11" fmla="*/ 563355 h 784246"/>
                <a:gd name="connsiteX12" fmla="*/ 73287 w 155525"/>
                <a:gd name="connsiteY12" fmla="*/ 549788 h 784246"/>
                <a:gd name="connsiteX13" fmla="*/ 70706 w 155525"/>
                <a:gd name="connsiteY13" fmla="*/ 538306 h 784246"/>
                <a:gd name="connsiteX14" fmla="*/ 77324 w 155525"/>
                <a:gd name="connsiteY14" fmla="*/ 534633 h 784246"/>
                <a:gd name="connsiteX15" fmla="*/ 74710 w 155525"/>
                <a:gd name="connsiteY15" fmla="*/ 526823 h 784246"/>
                <a:gd name="connsiteX16" fmla="*/ 69481 w 155525"/>
                <a:gd name="connsiteY16" fmla="*/ 517955 h 784246"/>
                <a:gd name="connsiteX17" fmla="*/ 66867 w 155525"/>
                <a:gd name="connsiteY17" fmla="*/ 507002 h 784246"/>
                <a:gd name="connsiteX18" fmla="*/ 65312 w 155525"/>
                <a:gd name="connsiteY18" fmla="*/ 497604 h 784246"/>
                <a:gd name="connsiteX19" fmla="*/ 67926 w 155525"/>
                <a:gd name="connsiteY19" fmla="*/ 479338 h 784246"/>
                <a:gd name="connsiteX20" fmla="*/ 68952 w 155525"/>
                <a:gd name="connsiteY20" fmla="*/ 460543 h 784246"/>
                <a:gd name="connsiteX21" fmla="*/ 65312 w 155525"/>
                <a:gd name="connsiteY21" fmla="*/ 448564 h 784246"/>
                <a:gd name="connsiteX22" fmla="*/ 70011 w 155525"/>
                <a:gd name="connsiteY22" fmla="*/ 436552 h 784246"/>
                <a:gd name="connsiteX23" fmla="*/ 74710 w 155525"/>
                <a:gd name="connsiteY23" fmla="*/ 425599 h 784246"/>
                <a:gd name="connsiteX24" fmla="*/ 75735 w 155525"/>
                <a:gd name="connsiteY24" fmla="*/ 412562 h 784246"/>
                <a:gd name="connsiteX25" fmla="*/ 85663 w 155525"/>
                <a:gd name="connsiteY25" fmla="*/ 405944 h 784246"/>
                <a:gd name="connsiteX26" fmla="*/ 81493 w 155525"/>
                <a:gd name="connsiteY26" fmla="*/ 396016 h 784246"/>
                <a:gd name="connsiteX27" fmla="*/ 80964 w 155525"/>
                <a:gd name="connsiteY27" fmla="*/ 373051 h 784246"/>
                <a:gd name="connsiteX28" fmla="*/ 94001 w 155525"/>
                <a:gd name="connsiteY28" fmla="*/ 355811 h 784246"/>
                <a:gd name="connsiteX29" fmla="*/ 94001 w 155525"/>
                <a:gd name="connsiteY29" fmla="*/ 333905 h 784246"/>
                <a:gd name="connsiteX30" fmla="*/ 99230 w 155525"/>
                <a:gd name="connsiteY30" fmla="*/ 321364 h 784246"/>
                <a:gd name="connsiteX31" fmla="*/ 103928 w 155525"/>
                <a:gd name="connsiteY31" fmla="*/ 306771 h 784246"/>
                <a:gd name="connsiteX32" fmla="*/ 99759 w 155525"/>
                <a:gd name="connsiteY32" fmla="*/ 291649 h 784246"/>
                <a:gd name="connsiteX33" fmla="*/ 94001 w 155525"/>
                <a:gd name="connsiteY33" fmla="*/ 274408 h 784246"/>
                <a:gd name="connsiteX34" fmla="*/ 94001 w 155525"/>
                <a:gd name="connsiteY34" fmla="*/ 255646 h 784246"/>
                <a:gd name="connsiteX35" fmla="*/ 101314 w 155525"/>
                <a:gd name="connsiteY35" fmla="*/ 242079 h 784246"/>
                <a:gd name="connsiteX36" fmla="*/ 101314 w 155525"/>
                <a:gd name="connsiteY36" fmla="*/ 224343 h 784246"/>
                <a:gd name="connsiteX37" fmla="*/ 106013 w 155525"/>
                <a:gd name="connsiteY37" fmla="*/ 214945 h 784246"/>
                <a:gd name="connsiteX38" fmla="*/ 113823 w 155525"/>
                <a:gd name="connsiteY38" fmla="*/ 199293 h 784246"/>
                <a:gd name="connsiteX39" fmla="*/ 119051 w 155525"/>
                <a:gd name="connsiteY39" fmla="*/ 184667 h 784246"/>
                <a:gd name="connsiteX40" fmla="*/ 129474 w 155525"/>
                <a:gd name="connsiteY40" fmla="*/ 176328 h 784246"/>
                <a:gd name="connsiteX41" fmla="*/ 128978 w 155525"/>
                <a:gd name="connsiteY41" fmla="*/ 164846 h 784246"/>
                <a:gd name="connsiteX42" fmla="*/ 127390 w 155525"/>
                <a:gd name="connsiteY42" fmla="*/ 146083 h 784246"/>
                <a:gd name="connsiteX43" fmla="*/ 128449 w 155525"/>
                <a:gd name="connsiteY43" fmla="*/ 133542 h 784246"/>
                <a:gd name="connsiteX44" fmla="*/ 148303 w 155525"/>
                <a:gd name="connsiteY44" fmla="*/ 117890 h 784246"/>
                <a:gd name="connsiteX45" fmla="*/ 151844 w 155525"/>
                <a:gd name="connsiteY45" fmla="*/ 97573 h 784246"/>
                <a:gd name="connsiteX46" fmla="*/ 140957 w 155525"/>
                <a:gd name="connsiteY46" fmla="*/ 100882 h 784246"/>
                <a:gd name="connsiteX47" fmla="*/ 136820 w 155525"/>
                <a:gd name="connsiteY47" fmla="*/ 81888 h 784246"/>
                <a:gd name="connsiteX48" fmla="*/ 130666 w 155525"/>
                <a:gd name="connsiteY48" fmla="*/ 65971 h 784246"/>
                <a:gd name="connsiteX49" fmla="*/ 124511 w 155525"/>
                <a:gd name="connsiteY49" fmla="*/ 51544 h 784246"/>
                <a:gd name="connsiteX50" fmla="*/ 128085 w 155525"/>
                <a:gd name="connsiteY50" fmla="*/ 39234 h 784246"/>
                <a:gd name="connsiteX51" fmla="*/ 120904 w 155525"/>
                <a:gd name="connsiteY51" fmla="*/ 29307 h 784246"/>
                <a:gd name="connsiteX52" fmla="*/ 116801 w 155525"/>
                <a:gd name="connsiteY52" fmla="*/ 10809 h 784246"/>
                <a:gd name="connsiteX53" fmla="*/ 109090 w 155525"/>
                <a:gd name="connsiteY53" fmla="*/ 3132 h 784246"/>
                <a:gd name="connsiteX54" fmla="*/ 101877 w 155525"/>
                <a:gd name="connsiteY54" fmla="*/ 16997 h 784246"/>
                <a:gd name="connsiteX55" fmla="*/ 98104 w 155525"/>
                <a:gd name="connsiteY55" fmla="*/ 19744 h 784246"/>
                <a:gd name="connsiteX56" fmla="*/ 98303 w 155525"/>
                <a:gd name="connsiteY56" fmla="*/ 35362 h 784246"/>
                <a:gd name="connsiteX57" fmla="*/ 99461 w 155525"/>
                <a:gd name="connsiteY57" fmla="*/ 80068 h 784246"/>
                <a:gd name="connsiteX58" fmla="*/ 92512 w 155525"/>
                <a:gd name="connsiteY58" fmla="*/ 106275 h 784246"/>
                <a:gd name="connsiteX59" fmla="*/ 94828 w 155525"/>
                <a:gd name="connsiteY59" fmla="*/ 116203 h 784246"/>
                <a:gd name="connsiteX60" fmla="*/ 92876 w 155525"/>
                <a:gd name="connsiteY60" fmla="*/ 139366 h 784246"/>
                <a:gd name="connsiteX61" fmla="*/ 85166 w 155525"/>
                <a:gd name="connsiteY61" fmla="*/ 179075 h 784246"/>
                <a:gd name="connsiteX62" fmla="*/ 80566 w 155525"/>
                <a:gd name="connsiteY62" fmla="*/ 197175 h 784246"/>
                <a:gd name="connsiteX63" fmla="*/ 72856 w 155525"/>
                <a:gd name="connsiteY63" fmla="*/ 212198 h 784246"/>
                <a:gd name="connsiteX64" fmla="*/ 79475 w 155525"/>
                <a:gd name="connsiteY64" fmla="*/ 233045 h 784246"/>
                <a:gd name="connsiteX65" fmla="*/ 72856 w 155525"/>
                <a:gd name="connsiteY65" fmla="*/ 251940 h 784246"/>
                <a:gd name="connsiteX66" fmla="*/ 72856 w 155525"/>
                <a:gd name="connsiteY66" fmla="*/ 290093 h 784246"/>
                <a:gd name="connsiteX67" fmla="*/ 68985 w 155525"/>
                <a:gd name="connsiteY67" fmla="*/ 302006 h 784246"/>
                <a:gd name="connsiteX68" fmla="*/ 62830 w 155525"/>
                <a:gd name="connsiteY68" fmla="*/ 323614 h 784246"/>
                <a:gd name="connsiteX69" fmla="*/ 49329 w 155525"/>
                <a:gd name="connsiteY69" fmla="*/ 360609 h 784246"/>
                <a:gd name="connsiteX70" fmla="*/ 41255 w 155525"/>
                <a:gd name="connsiteY70" fmla="*/ 374474 h 784246"/>
                <a:gd name="connsiteX71" fmla="*/ 38939 w 155525"/>
                <a:gd name="connsiteY71" fmla="*/ 387214 h 784246"/>
                <a:gd name="connsiteX72" fmla="*/ 41255 w 155525"/>
                <a:gd name="connsiteY72" fmla="*/ 409186 h 784246"/>
                <a:gd name="connsiteX73" fmla="*/ 42016 w 155525"/>
                <a:gd name="connsiteY73" fmla="*/ 426923 h 784246"/>
                <a:gd name="connsiteX74" fmla="*/ 36622 w 155525"/>
                <a:gd name="connsiteY74" fmla="*/ 441549 h 784246"/>
                <a:gd name="connsiteX75" fmla="*/ 34306 w 155525"/>
                <a:gd name="connsiteY75" fmla="*/ 461966 h 784246"/>
                <a:gd name="connsiteX76" fmla="*/ 32751 w 155525"/>
                <a:gd name="connsiteY76" fmla="*/ 472389 h 784246"/>
                <a:gd name="connsiteX77" fmla="*/ 25438 w 155525"/>
                <a:gd name="connsiteY77" fmla="*/ 491284 h 784246"/>
                <a:gd name="connsiteX78" fmla="*/ 33512 w 155525"/>
                <a:gd name="connsiteY78" fmla="*/ 502833 h 784246"/>
                <a:gd name="connsiteX79" fmla="*/ 41255 w 155525"/>
                <a:gd name="connsiteY79" fmla="*/ 471628 h 784246"/>
                <a:gd name="connsiteX80" fmla="*/ 47873 w 155525"/>
                <a:gd name="connsiteY80" fmla="*/ 465010 h 784246"/>
                <a:gd name="connsiteX81" fmla="*/ 52506 w 155525"/>
                <a:gd name="connsiteY81" fmla="*/ 471628 h 784246"/>
                <a:gd name="connsiteX82" fmla="*/ 53664 w 155525"/>
                <a:gd name="connsiteY82" fmla="*/ 479305 h 784246"/>
                <a:gd name="connsiteX83" fmla="*/ 52142 w 155525"/>
                <a:gd name="connsiteY83" fmla="*/ 493964 h 784246"/>
                <a:gd name="connsiteX84" fmla="*/ 47873 w 155525"/>
                <a:gd name="connsiteY84" fmla="*/ 507862 h 784246"/>
                <a:gd name="connsiteX85" fmla="*/ 44796 w 155525"/>
                <a:gd name="connsiteY85" fmla="*/ 519014 h 784246"/>
                <a:gd name="connsiteX86" fmla="*/ 45590 w 155525"/>
                <a:gd name="connsiteY86" fmla="*/ 527485 h 784246"/>
                <a:gd name="connsiteX87" fmla="*/ 45193 w 155525"/>
                <a:gd name="connsiteY87" fmla="*/ 534831 h 784246"/>
                <a:gd name="connsiteX88" fmla="*/ 45954 w 155525"/>
                <a:gd name="connsiteY88" fmla="*/ 545222 h 784246"/>
                <a:gd name="connsiteX89" fmla="*/ 37086 w 155525"/>
                <a:gd name="connsiteY89" fmla="*/ 550251 h 784246"/>
                <a:gd name="connsiteX90" fmla="*/ 38641 w 155525"/>
                <a:gd name="connsiteY90" fmla="*/ 561800 h 784246"/>
                <a:gd name="connsiteX91" fmla="*/ 27456 w 155525"/>
                <a:gd name="connsiteY91" fmla="*/ 557167 h 784246"/>
                <a:gd name="connsiteX92" fmla="*/ 35166 w 155525"/>
                <a:gd name="connsiteY92" fmla="*/ 545619 h 784246"/>
                <a:gd name="connsiteX93" fmla="*/ 25901 w 155525"/>
                <a:gd name="connsiteY93" fmla="*/ 532879 h 784246"/>
                <a:gd name="connsiteX94" fmla="*/ 31692 w 155525"/>
                <a:gd name="connsiteY94" fmla="*/ 546777 h 784246"/>
                <a:gd name="connsiteX95" fmla="*/ 22459 w 155525"/>
                <a:gd name="connsiteY95" fmla="*/ 551012 h 784246"/>
                <a:gd name="connsiteX96" fmla="*/ 12532 w 155525"/>
                <a:gd name="connsiteY96" fmla="*/ 558326 h 784246"/>
                <a:gd name="connsiteX97" fmla="*/ 13293 w 155525"/>
                <a:gd name="connsiteY97" fmla="*/ 566830 h 784246"/>
                <a:gd name="connsiteX98" fmla="*/ 2506 w 155525"/>
                <a:gd name="connsiteY98" fmla="*/ 577220 h 784246"/>
                <a:gd name="connsiteX99" fmla="*/ 6742 w 155525"/>
                <a:gd name="connsiteY99" fmla="*/ 577981 h 784246"/>
                <a:gd name="connsiteX100" fmla="*/ 14849 w 155525"/>
                <a:gd name="connsiteY100" fmla="*/ 577981 h 784246"/>
                <a:gd name="connsiteX101" fmla="*/ 24776 w 155525"/>
                <a:gd name="connsiteY101" fmla="*/ 579139 h 784246"/>
                <a:gd name="connsiteX102" fmla="*/ 26298 w 155525"/>
                <a:gd name="connsiteY102" fmla="*/ 588008 h 784246"/>
                <a:gd name="connsiteX103" fmla="*/ 20904 w 155525"/>
                <a:gd name="connsiteY103" fmla="*/ 598795 h 784246"/>
                <a:gd name="connsiteX104" fmla="*/ 37086 w 155525"/>
                <a:gd name="connsiteY104" fmla="*/ 600351 h 784246"/>
                <a:gd name="connsiteX105" fmla="*/ 37483 w 155525"/>
                <a:gd name="connsiteY105" fmla="*/ 607266 h 784246"/>
                <a:gd name="connsiteX106" fmla="*/ 25901 w 155525"/>
                <a:gd name="connsiteY106" fmla="*/ 604586 h 784246"/>
                <a:gd name="connsiteX107" fmla="*/ 15511 w 155525"/>
                <a:gd name="connsiteY107" fmla="*/ 605347 h 784246"/>
                <a:gd name="connsiteX108" fmla="*/ 3962 w 155525"/>
                <a:gd name="connsiteY108" fmla="*/ 615010 h 784246"/>
                <a:gd name="connsiteX109" fmla="*/ 10580 w 155525"/>
                <a:gd name="connsiteY109" fmla="*/ 622720 h 784246"/>
                <a:gd name="connsiteX110" fmla="*/ 19051 w 155525"/>
                <a:gd name="connsiteY110" fmla="*/ 617326 h 784246"/>
                <a:gd name="connsiteX111" fmla="*/ 26364 w 155525"/>
                <a:gd name="connsiteY111" fmla="*/ 618054 h 784246"/>
                <a:gd name="connsiteX112" fmla="*/ 17496 w 155525"/>
                <a:gd name="connsiteY112" fmla="*/ 625400 h 784246"/>
                <a:gd name="connsiteX113" fmla="*/ 8264 w 155525"/>
                <a:gd name="connsiteY113" fmla="*/ 635824 h 784246"/>
                <a:gd name="connsiteX114" fmla="*/ 6845 w 155525"/>
                <a:gd name="connsiteY114" fmla="*/ 641499 h 784246"/>
                <a:gd name="connsiteX115" fmla="*/ 12102 w 155525"/>
                <a:gd name="connsiteY115" fmla="*/ 643137 h 784246"/>
                <a:gd name="connsiteX116" fmla="*/ 16338 w 155525"/>
                <a:gd name="connsiteY116" fmla="*/ 648530 h 784246"/>
                <a:gd name="connsiteX117" fmla="*/ 21732 w 155525"/>
                <a:gd name="connsiteY117" fmla="*/ 641581 h 784246"/>
                <a:gd name="connsiteX118" fmla="*/ 29078 w 155525"/>
                <a:gd name="connsiteY118" fmla="*/ 633507 h 784246"/>
                <a:gd name="connsiteX119" fmla="*/ 26761 w 155525"/>
                <a:gd name="connsiteY119" fmla="*/ 645817 h 784246"/>
                <a:gd name="connsiteX120" fmla="*/ 24048 w 155525"/>
                <a:gd name="connsiteY120" fmla="*/ 659053 h 784246"/>
                <a:gd name="connsiteX121" fmla="*/ 19415 w 155525"/>
                <a:gd name="connsiteY121" fmla="*/ 665671 h 784246"/>
                <a:gd name="connsiteX122" fmla="*/ 13657 w 155525"/>
                <a:gd name="connsiteY122" fmla="*/ 670271 h 784246"/>
                <a:gd name="connsiteX123" fmla="*/ 13260 w 155525"/>
                <a:gd name="connsiteY123" fmla="*/ 680694 h 784246"/>
                <a:gd name="connsiteX124" fmla="*/ 22526 w 155525"/>
                <a:gd name="connsiteY124" fmla="*/ 677981 h 784246"/>
                <a:gd name="connsiteX125" fmla="*/ 31394 w 155525"/>
                <a:gd name="connsiteY125" fmla="*/ 678378 h 784246"/>
                <a:gd name="connsiteX126" fmla="*/ 34703 w 155525"/>
                <a:gd name="connsiteY126" fmla="*/ 684136 h 784246"/>
                <a:gd name="connsiteX127" fmla="*/ 26629 w 155525"/>
                <a:gd name="connsiteY127" fmla="*/ 692243 h 784246"/>
                <a:gd name="connsiteX128" fmla="*/ 37019 w 155525"/>
                <a:gd name="connsiteY128" fmla="*/ 693401 h 784246"/>
                <a:gd name="connsiteX129" fmla="*/ 42810 w 155525"/>
                <a:gd name="connsiteY129" fmla="*/ 691482 h 784246"/>
                <a:gd name="connsiteX130" fmla="*/ 53995 w 155525"/>
                <a:gd name="connsiteY130" fmla="*/ 695320 h 784246"/>
                <a:gd name="connsiteX131" fmla="*/ 38575 w 155525"/>
                <a:gd name="connsiteY131" fmla="*/ 701508 h 784246"/>
                <a:gd name="connsiteX132" fmla="*/ 33545 w 155525"/>
                <a:gd name="connsiteY132" fmla="*/ 711899 h 784246"/>
                <a:gd name="connsiteX133" fmla="*/ 46285 w 155525"/>
                <a:gd name="connsiteY133" fmla="*/ 707663 h 784246"/>
                <a:gd name="connsiteX134" fmla="*/ 72757 w 155525"/>
                <a:gd name="connsiteY134" fmla="*/ 709218 h 784246"/>
                <a:gd name="connsiteX135" fmla="*/ 61970 w 155525"/>
                <a:gd name="connsiteY135" fmla="*/ 712527 h 784246"/>
                <a:gd name="connsiteX136" fmla="*/ 51149 w 155525"/>
                <a:gd name="connsiteY136" fmla="*/ 714480 h 784246"/>
                <a:gd name="connsiteX137" fmla="*/ 41520 w 155525"/>
                <a:gd name="connsiteY137" fmla="*/ 720635 h 784246"/>
                <a:gd name="connsiteX138" fmla="*/ 41917 w 155525"/>
                <a:gd name="connsiteY138" fmla="*/ 727584 h 784246"/>
                <a:gd name="connsiteX139" fmla="*/ 57701 w 155525"/>
                <a:gd name="connsiteY139" fmla="*/ 720966 h 784246"/>
                <a:gd name="connsiteX140" fmla="*/ 77357 w 155525"/>
                <a:gd name="connsiteY140" fmla="*/ 717094 h 784246"/>
                <a:gd name="connsiteX141" fmla="*/ 64121 w 155525"/>
                <a:gd name="connsiteY141" fmla="*/ 724407 h 784246"/>
                <a:gd name="connsiteX142" fmla="*/ 55252 w 155525"/>
                <a:gd name="connsiteY142" fmla="*/ 732911 h 784246"/>
                <a:gd name="connsiteX143" fmla="*/ 36755 w 155525"/>
                <a:gd name="connsiteY143" fmla="*/ 730595 h 784246"/>
                <a:gd name="connsiteX144" fmla="*/ 38707 w 155525"/>
                <a:gd name="connsiteY144" fmla="*/ 742143 h 784246"/>
                <a:gd name="connsiteX145" fmla="*/ 53730 w 155525"/>
                <a:gd name="connsiteY145" fmla="*/ 745453 h 784246"/>
                <a:gd name="connsiteX146" fmla="*/ 64915 w 155525"/>
                <a:gd name="connsiteY146" fmla="*/ 750085 h 784246"/>
                <a:gd name="connsiteX147" fmla="*/ 61837 w 155525"/>
                <a:gd name="connsiteY147" fmla="*/ 744294 h 784246"/>
                <a:gd name="connsiteX148" fmla="*/ 68753 w 155525"/>
                <a:gd name="connsiteY148" fmla="*/ 739265 h 784246"/>
                <a:gd name="connsiteX149" fmla="*/ 81912 w 155525"/>
                <a:gd name="connsiteY149" fmla="*/ 734371 h 784246"/>
                <a:gd name="connsiteX150" fmla="*/ 82254 w 155525"/>
                <a:gd name="connsiteY150" fmla="*/ 726955 h 784246"/>
                <a:gd name="connsiteX151" fmla="*/ 97674 w 155525"/>
                <a:gd name="connsiteY151" fmla="*/ 710410 h 784246"/>
                <a:gd name="connsiteX152" fmla="*/ 95358 w 155525"/>
                <a:gd name="connsiteY152" fmla="*/ 718881 h 784246"/>
                <a:gd name="connsiteX153" fmla="*/ 92645 w 155525"/>
                <a:gd name="connsiteY153" fmla="*/ 728808 h 784246"/>
                <a:gd name="connsiteX154" fmla="*/ 108462 w 155525"/>
                <a:gd name="connsiteY154" fmla="*/ 729602 h 784246"/>
                <a:gd name="connsiteX155" fmla="*/ 98832 w 155525"/>
                <a:gd name="connsiteY155" fmla="*/ 737312 h 784246"/>
                <a:gd name="connsiteX156" fmla="*/ 99594 w 155525"/>
                <a:gd name="connsiteY156" fmla="*/ 749622 h 784246"/>
                <a:gd name="connsiteX157" fmla="*/ 92281 w 155525"/>
                <a:gd name="connsiteY157" fmla="*/ 735360 h 784246"/>
                <a:gd name="connsiteX158" fmla="*/ 88972 w 155525"/>
                <a:gd name="connsiteY158" fmla="*/ 746181 h 784246"/>
                <a:gd name="connsiteX159" fmla="*/ 80500 w 155525"/>
                <a:gd name="connsiteY159" fmla="*/ 743070 h 784246"/>
                <a:gd name="connsiteX160" fmla="*/ 75868 w 155525"/>
                <a:gd name="connsiteY160" fmla="*/ 749688 h 784246"/>
                <a:gd name="connsiteX161" fmla="*/ 66999 w 155525"/>
                <a:gd name="connsiteY161" fmla="*/ 756637 h 784246"/>
                <a:gd name="connsiteX162" fmla="*/ 79706 w 155525"/>
                <a:gd name="connsiteY162" fmla="*/ 759351 h 784246"/>
                <a:gd name="connsiteX163" fmla="*/ 88575 w 155525"/>
                <a:gd name="connsiteY163" fmla="*/ 774738 h 784246"/>
                <a:gd name="connsiteX164" fmla="*/ 94762 w 155525"/>
                <a:gd name="connsiteY164" fmla="*/ 761270 h 784246"/>
                <a:gd name="connsiteX165" fmla="*/ 107105 w 155525"/>
                <a:gd name="connsiteY165" fmla="*/ 777451 h 784246"/>
                <a:gd name="connsiteX166" fmla="*/ 113260 w 155525"/>
                <a:gd name="connsiteY166" fmla="*/ 771263 h 784246"/>
                <a:gd name="connsiteX167" fmla="*/ 131361 w 155525"/>
                <a:gd name="connsiteY167" fmla="*/ 784499 h 784246"/>
                <a:gd name="connsiteX168" fmla="*/ 129044 w 155525"/>
                <a:gd name="connsiteY168" fmla="*/ 772951 h 784246"/>
                <a:gd name="connsiteX169" fmla="*/ 138971 w 155525"/>
                <a:gd name="connsiteY169" fmla="*/ 772951 h 784246"/>
                <a:gd name="connsiteX170" fmla="*/ 150553 w 155525"/>
                <a:gd name="connsiteY170" fmla="*/ 771396 h 784246"/>
                <a:gd name="connsiteX171" fmla="*/ 153432 w 155525"/>
                <a:gd name="connsiteY171" fmla="*/ 770304 h 784246"/>
                <a:gd name="connsiteX172" fmla="*/ 124147 w 155525"/>
                <a:gd name="connsiteY172" fmla="*/ 768748 h 784246"/>
                <a:gd name="connsiteX173" fmla="*/ 124147 w 155525"/>
                <a:gd name="connsiteY173" fmla="*/ 711502 h 784246"/>
                <a:gd name="connsiteX174" fmla="*/ 122923 w 155525"/>
                <a:gd name="connsiteY174" fmla="*/ 711303 h 784246"/>
                <a:gd name="connsiteX175" fmla="*/ 108660 w 155525"/>
                <a:gd name="connsiteY175" fmla="*/ 704685 h 784246"/>
                <a:gd name="connsiteX176" fmla="*/ 110679 w 155525"/>
                <a:gd name="connsiteY176" fmla="*/ 702104 h 784246"/>
                <a:gd name="connsiteX177" fmla="*/ 101314 w 155525"/>
                <a:gd name="connsiteY177" fmla="*/ 696710 h 784246"/>
                <a:gd name="connsiteX178" fmla="*/ 70706 w 155525"/>
                <a:gd name="connsiteY178" fmla="*/ 697372 h 78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155525" h="784246">
                  <a:moveTo>
                    <a:pt x="70706" y="697372"/>
                  </a:moveTo>
                  <a:cubicBezTo>
                    <a:pt x="66503" y="697901"/>
                    <a:pt x="64948" y="690059"/>
                    <a:pt x="62334" y="690059"/>
                  </a:cubicBezTo>
                  <a:cubicBezTo>
                    <a:pt x="59719" y="690059"/>
                    <a:pt x="59223" y="676492"/>
                    <a:pt x="61308" y="670205"/>
                  </a:cubicBezTo>
                  <a:cubicBezTo>
                    <a:pt x="63392" y="663917"/>
                    <a:pt x="49296" y="667094"/>
                    <a:pt x="45127" y="664976"/>
                  </a:cubicBezTo>
                  <a:cubicBezTo>
                    <a:pt x="40957" y="662859"/>
                    <a:pt x="46682" y="658722"/>
                    <a:pt x="41983" y="653494"/>
                  </a:cubicBezTo>
                  <a:cubicBezTo>
                    <a:pt x="37284" y="648266"/>
                    <a:pt x="40957" y="640986"/>
                    <a:pt x="41453" y="637346"/>
                  </a:cubicBezTo>
                  <a:cubicBezTo>
                    <a:pt x="41950" y="633706"/>
                    <a:pt x="45160" y="625963"/>
                    <a:pt x="50851" y="625963"/>
                  </a:cubicBezTo>
                  <a:cubicBezTo>
                    <a:pt x="56543" y="625963"/>
                    <a:pt x="52439" y="617591"/>
                    <a:pt x="58164" y="613951"/>
                  </a:cubicBezTo>
                  <a:cubicBezTo>
                    <a:pt x="63889" y="610311"/>
                    <a:pt x="52936" y="604024"/>
                    <a:pt x="57635" y="600417"/>
                  </a:cubicBezTo>
                  <a:cubicBezTo>
                    <a:pt x="62334" y="596810"/>
                    <a:pt x="57635" y="589960"/>
                    <a:pt x="64948" y="588934"/>
                  </a:cubicBezTo>
                  <a:cubicBezTo>
                    <a:pt x="72261" y="587908"/>
                    <a:pt x="64948" y="578478"/>
                    <a:pt x="70176" y="576922"/>
                  </a:cubicBezTo>
                  <a:cubicBezTo>
                    <a:pt x="75404" y="575367"/>
                    <a:pt x="69117" y="569609"/>
                    <a:pt x="70706" y="563355"/>
                  </a:cubicBezTo>
                  <a:cubicBezTo>
                    <a:pt x="72294" y="557101"/>
                    <a:pt x="66503" y="552402"/>
                    <a:pt x="73287" y="549788"/>
                  </a:cubicBezTo>
                  <a:cubicBezTo>
                    <a:pt x="80070" y="547174"/>
                    <a:pt x="75404" y="541946"/>
                    <a:pt x="70706" y="538306"/>
                  </a:cubicBezTo>
                  <a:cubicBezTo>
                    <a:pt x="66007" y="534666"/>
                    <a:pt x="71731" y="534633"/>
                    <a:pt x="77324" y="534633"/>
                  </a:cubicBezTo>
                  <a:cubicBezTo>
                    <a:pt x="82916" y="534633"/>
                    <a:pt x="79905" y="525268"/>
                    <a:pt x="74710" y="526823"/>
                  </a:cubicBezTo>
                  <a:cubicBezTo>
                    <a:pt x="68522" y="528676"/>
                    <a:pt x="64782" y="522654"/>
                    <a:pt x="69481" y="517955"/>
                  </a:cubicBezTo>
                  <a:cubicBezTo>
                    <a:pt x="74180" y="513256"/>
                    <a:pt x="65312" y="510113"/>
                    <a:pt x="66867" y="507002"/>
                  </a:cubicBezTo>
                  <a:cubicBezTo>
                    <a:pt x="68769" y="503921"/>
                    <a:pt x="68105" y="499908"/>
                    <a:pt x="65312" y="497604"/>
                  </a:cubicBezTo>
                  <a:cubicBezTo>
                    <a:pt x="62168" y="495520"/>
                    <a:pt x="64253" y="479868"/>
                    <a:pt x="67926" y="479338"/>
                  </a:cubicBezTo>
                  <a:cubicBezTo>
                    <a:pt x="71599" y="478809"/>
                    <a:pt x="68952" y="464745"/>
                    <a:pt x="68952" y="460543"/>
                  </a:cubicBezTo>
                  <a:cubicBezTo>
                    <a:pt x="68952" y="456340"/>
                    <a:pt x="64782" y="452204"/>
                    <a:pt x="65312" y="448564"/>
                  </a:cubicBezTo>
                  <a:cubicBezTo>
                    <a:pt x="65841" y="444924"/>
                    <a:pt x="70011" y="443865"/>
                    <a:pt x="70011" y="436552"/>
                  </a:cubicBezTo>
                  <a:cubicBezTo>
                    <a:pt x="70011" y="429239"/>
                    <a:pt x="71566" y="426129"/>
                    <a:pt x="74710" y="425599"/>
                  </a:cubicBezTo>
                  <a:cubicBezTo>
                    <a:pt x="77853" y="425070"/>
                    <a:pt x="75239" y="416731"/>
                    <a:pt x="75735" y="412562"/>
                  </a:cubicBezTo>
                  <a:cubicBezTo>
                    <a:pt x="76232" y="408392"/>
                    <a:pt x="84604" y="412562"/>
                    <a:pt x="85663" y="405944"/>
                  </a:cubicBezTo>
                  <a:cubicBezTo>
                    <a:pt x="86721" y="399325"/>
                    <a:pt x="80434" y="400219"/>
                    <a:pt x="81493" y="396016"/>
                  </a:cubicBezTo>
                  <a:cubicBezTo>
                    <a:pt x="82717" y="391020"/>
                    <a:pt x="80964" y="384534"/>
                    <a:pt x="80964" y="373051"/>
                  </a:cubicBezTo>
                  <a:cubicBezTo>
                    <a:pt x="80964" y="361569"/>
                    <a:pt x="90361" y="358955"/>
                    <a:pt x="94001" y="355811"/>
                  </a:cubicBezTo>
                  <a:cubicBezTo>
                    <a:pt x="97641" y="352668"/>
                    <a:pt x="89302" y="335957"/>
                    <a:pt x="94001" y="333905"/>
                  </a:cubicBezTo>
                  <a:cubicBezTo>
                    <a:pt x="98700" y="331854"/>
                    <a:pt x="95557" y="323978"/>
                    <a:pt x="99230" y="321364"/>
                  </a:cubicBezTo>
                  <a:cubicBezTo>
                    <a:pt x="102903" y="318750"/>
                    <a:pt x="101844" y="313025"/>
                    <a:pt x="103928" y="306771"/>
                  </a:cubicBezTo>
                  <a:cubicBezTo>
                    <a:pt x="106013" y="300517"/>
                    <a:pt x="99759" y="297373"/>
                    <a:pt x="99759" y="291649"/>
                  </a:cubicBezTo>
                  <a:cubicBezTo>
                    <a:pt x="99935" y="285403"/>
                    <a:pt x="97895" y="279296"/>
                    <a:pt x="94001" y="274408"/>
                  </a:cubicBezTo>
                  <a:cubicBezTo>
                    <a:pt x="89302" y="268154"/>
                    <a:pt x="90692" y="255646"/>
                    <a:pt x="94001" y="255646"/>
                  </a:cubicBezTo>
                  <a:cubicBezTo>
                    <a:pt x="97310" y="255646"/>
                    <a:pt x="95557" y="243634"/>
                    <a:pt x="101314" y="242079"/>
                  </a:cubicBezTo>
                  <a:cubicBezTo>
                    <a:pt x="107072" y="240524"/>
                    <a:pt x="103928" y="231656"/>
                    <a:pt x="101314" y="224343"/>
                  </a:cubicBezTo>
                  <a:cubicBezTo>
                    <a:pt x="98700" y="217029"/>
                    <a:pt x="106013" y="220670"/>
                    <a:pt x="106013" y="214945"/>
                  </a:cubicBezTo>
                  <a:cubicBezTo>
                    <a:pt x="106013" y="209220"/>
                    <a:pt x="109124" y="201378"/>
                    <a:pt x="113823" y="199293"/>
                  </a:cubicBezTo>
                  <a:cubicBezTo>
                    <a:pt x="118521" y="197208"/>
                    <a:pt x="119051" y="188340"/>
                    <a:pt x="119051" y="184667"/>
                  </a:cubicBezTo>
                  <a:cubicBezTo>
                    <a:pt x="119051" y="180994"/>
                    <a:pt x="125834" y="179439"/>
                    <a:pt x="129474" y="176328"/>
                  </a:cubicBezTo>
                  <a:cubicBezTo>
                    <a:pt x="133114" y="173218"/>
                    <a:pt x="123220" y="167989"/>
                    <a:pt x="128978" y="164846"/>
                  </a:cubicBezTo>
                  <a:cubicBezTo>
                    <a:pt x="134736" y="161702"/>
                    <a:pt x="124279" y="148664"/>
                    <a:pt x="127390" y="146083"/>
                  </a:cubicBezTo>
                  <a:cubicBezTo>
                    <a:pt x="130500" y="143502"/>
                    <a:pt x="127919" y="137711"/>
                    <a:pt x="128449" y="133542"/>
                  </a:cubicBezTo>
                  <a:cubicBezTo>
                    <a:pt x="128978" y="129373"/>
                    <a:pt x="146185" y="121563"/>
                    <a:pt x="148303" y="117890"/>
                  </a:cubicBezTo>
                  <a:cubicBezTo>
                    <a:pt x="150487" y="111332"/>
                    <a:pt x="151681" y="104484"/>
                    <a:pt x="151844" y="97573"/>
                  </a:cubicBezTo>
                  <a:cubicBezTo>
                    <a:pt x="146483" y="100882"/>
                    <a:pt x="141916" y="102933"/>
                    <a:pt x="140957" y="100882"/>
                  </a:cubicBezTo>
                  <a:cubicBezTo>
                    <a:pt x="139402" y="97308"/>
                    <a:pt x="141453" y="86487"/>
                    <a:pt x="136820" y="81888"/>
                  </a:cubicBezTo>
                  <a:cubicBezTo>
                    <a:pt x="132188" y="77288"/>
                    <a:pt x="135298" y="67990"/>
                    <a:pt x="130666" y="65971"/>
                  </a:cubicBezTo>
                  <a:cubicBezTo>
                    <a:pt x="126033" y="63952"/>
                    <a:pt x="120408" y="54654"/>
                    <a:pt x="124511" y="51544"/>
                  </a:cubicBezTo>
                  <a:cubicBezTo>
                    <a:pt x="128614" y="48433"/>
                    <a:pt x="124511" y="42311"/>
                    <a:pt x="128085" y="39234"/>
                  </a:cubicBezTo>
                  <a:cubicBezTo>
                    <a:pt x="131658" y="36157"/>
                    <a:pt x="126033" y="35627"/>
                    <a:pt x="120904" y="29307"/>
                  </a:cubicBezTo>
                  <a:cubicBezTo>
                    <a:pt x="115775" y="22987"/>
                    <a:pt x="122955" y="15442"/>
                    <a:pt x="116801" y="10809"/>
                  </a:cubicBezTo>
                  <a:cubicBezTo>
                    <a:pt x="110646" y="6177"/>
                    <a:pt x="110613" y="551"/>
                    <a:pt x="109090" y="3132"/>
                  </a:cubicBezTo>
                  <a:cubicBezTo>
                    <a:pt x="107568" y="5713"/>
                    <a:pt x="107039" y="14449"/>
                    <a:pt x="101877" y="16997"/>
                  </a:cubicBezTo>
                  <a:cubicBezTo>
                    <a:pt x="100538" y="17796"/>
                    <a:pt x="99276" y="18715"/>
                    <a:pt x="98104" y="19744"/>
                  </a:cubicBezTo>
                  <a:cubicBezTo>
                    <a:pt x="98105" y="23979"/>
                    <a:pt x="96615" y="31193"/>
                    <a:pt x="98303" y="35362"/>
                  </a:cubicBezTo>
                  <a:cubicBezTo>
                    <a:pt x="100586" y="41153"/>
                    <a:pt x="101612" y="69280"/>
                    <a:pt x="99461" y="80068"/>
                  </a:cubicBezTo>
                  <a:cubicBezTo>
                    <a:pt x="97683" y="88937"/>
                    <a:pt x="95362" y="97690"/>
                    <a:pt x="92512" y="106275"/>
                  </a:cubicBezTo>
                  <a:cubicBezTo>
                    <a:pt x="90196" y="112894"/>
                    <a:pt x="97906" y="113224"/>
                    <a:pt x="94828" y="116203"/>
                  </a:cubicBezTo>
                  <a:cubicBezTo>
                    <a:pt x="91751" y="119181"/>
                    <a:pt x="92876" y="127023"/>
                    <a:pt x="92876" y="139366"/>
                  </a:cubicBezTo>
                  <a:cubicBezTo>
                    <a:pt x="92876" y="151709"/>
                    <a:pt x="85563" y="172457"/>
                    <a:pt x="85166" y="179075"/>
                  </a:cubicBezTo>
                  <a:cubicBezTo>
                    <a:pt x="84769" y="185693"/>
                    <a:pt x="79772" y="189862"/>
                    <a:pt x="80566" y="197175"/>
                  </a:cubicBezTo>
                  <a:cubicBezTo>
                    <a:pt x="81361" y="204488"/>
                    <a:pt x="77257" y="208757"/>
                    <a:pt x="72856" y="212198"/>
                  </a:cubicBezTo>
                  <a:cubicBezTo>
                    <a:pt x="68455" y="215640"/>
                    <a:pt x="79772" y="226857"/>
                    <a:pt x="79475" y="233045"/>
                  </a:cubicBezTo>
                  <a:cubicBezTo>
                    <a:pt x="79177" y="239233"/>
                    <a:pt x="70970" y="241880"/>
                    <a:pt x="72856" y="251940"/>
                  </a:cubicBezTo>
                  <a:cubicBezTo>
                    <a:pt x="75272" y="264415"/>
                    <a:pt x="72856" y="285825"/>
                    <a:pt x="72856" y="290093"/>
                  </a:cubicBezTo>
                  <a:cubicBezTo>
                    <a:pt x="72856" y="294362"/>
                    <a:pt x="67827" y="293932"/>
                    <a:pt x="68985" y="302006"/>
                  </a:cubicBezTo>
                  <a:cubicBezTo>
                    <a:pt x="70143" y="310080"/>
                    <a:pt x="63988" y="311933"/>
                    <a:pt x="62830" y="323614"/>
                  </a:cubicBezTo>
                  <a:cubicBezTo>
                    <a:pt x="61672" y="335295"/>
                    <a:pt x="52903" y="351741"/>
                    <a:pt x="49329" y="360609"/>
                  </a:cubicBezTo>
                  <a:cubicBezTo>
                    <a:pt x="45755" y="369478"/>
                    <a:pt x="45854" y="374474"/>
                    <a:pt x="41255" y="374474"/>
                  </a:cubicBezTo>
                  <a:cubicBezTo>
                    <a:pt x="36655" y="374474"/>
                    <a:pt x="35464" y="379504"/>
                    <a:pt x="38939" y="387214"/>
                  </a:cubicBezTo>
                  <a:cubicBezTo>
                    <a:pt x="42413" y="394924"/>
                    <a:pt x="36622" y="401476"/>
                    <a:pt x="41255" y="409186"/>
                  </a:cubicBezTo>
                  <a:cubicBezTo>
                    <a:pt x="45888" y="416896"/>
                    <a:pt x="44332" y="419577"/>
                    <a:pt x="42016" y="426923"/>
                  </a:cubicBezTo>
                  <a:cubicBezTo>
                    <a:pt x="39700" y="434269"/>
                    <a:pt x="36622" y="434600"/>
                    <a:pt x="36622" y="441549"/>
                  </a:cubicBezTo>
                  <a:cubicBezTo>
                    <a:pt x="36622" y="448498"/>
                    <a:pt x="31229" y="454289"/>
                    <a:pt x="34306" y="461966"/>
                  </a:cubicBezTo>
                  <a:cubicBezTo>
                    <a:pt x="37383" y="469643"/>
                    <a:pt x="36622" y="472389"/>
                    <a:pt x="32751" y="472389"/>
                  </a:cubicBezTo>
                  <a:cubicBezTo>
                    <a:pt x="28879" y="472389"/>
                    <a:pt x="26960" y="478544"/>
                    <a:pt x="25438" y="491284"/>
                  </a:cubicBezTo>
                  <a:cubicBezTo>
                    <a:pt x="23915" y="504024"/>
                    <a:pt x="24279" y="503594"/>
                    <a:pt x="33512" y="502833"/>
                  </a:cubicBezTo>
                  <a:cubicBezTo>
                    <a:pt x="42744" y="502072"/>
                    <a:pt x="35464" y="471628"/>
                    <a:pt x="41255" y="471628"/>
                  </a:cubicBezTo>
                  <a:cubicBezTo>
                    <a:pt x="47046" y="471628"/>
                    <a:pt x="42016" y="466599"/>
                    <a:pt x="47873" y="465010"/>
                  </a:cubicBezTo>
                  <a:cubicBezTo>
                    <a:pt x="53730" y="463422"/>
                    <a:pt x="48667" y="470371"/>
                    <a:pt x="52506" y="471628"/>
                  </a:cubicBezTo>
                  <a:cubicBezTo>
                    <a:pt x="56344" y="472886"/>
                    <a:pt x="59124" y="475864"/>
                    <a:pt x="53664" y="479305"/>
                  </a:cubicBezTo>
                  <a:cubicBezTo>
                    <a:pt x="48204" y="482747"/>
                    <a:pt x="54822" y="489729"/>
                    <a:pt x="52142" y="493964"/>
                  </a:cubicBezTo>
                  <a:cubicBezTo>
                    <a:pt x="49461" y="498200"/>
                    <a:pt x="45524" y="502833"/>
                    <a:pt x="47873" y="507862"/>
                  </a:cubicBezTo>
                  <a:cubicBezTo>
                    <a:pt x="50222" y="512892"/>
                    <a:pt x="45193" y="512462"/>
                    <a:pt x="44796" y="519014"/>
                  </a:cubicBezTo>
                  <a:cubicBezTo>
                    <a:pt x="44398" y="525566"/>
                    <a:pt x="48105" y="525963"/>
                    <a:pt x="45590" y="527485"/>
                  </a:cubicBezTo>
                  <a:cubicBezTo>
                    <a:pt x="43075" y="529007"/>
                    <a:pt x="48899" y="534103"/>
                    <a:pt x="45193" y="534831"/>
                  </a:cubicBezTo>
                  <a:cubicBezTo>
                    <a:pt x="41487" y="535559"/>
                    <a:pt x="43637" y="540589"/>
                    <a:pt x="45954" y="545222"/>
                  </a:cubicBezTo>
                  <a:cubicBezTo>
                    <a:pt x="48270" y="549854"/>
                    <a:pt x="40957" y="547141"/>
                    <a:pt x="37086" y="550251"/>
                  </a:cubicBezTo>
                  <a:cubicBezTo>
                    <a:pt x="33214" y="553362"/>
                    <a:pt x="40957" y="557564"/>
                    <a:pt x="38641" y="561800"/>
                  </a:cubicBezTo>
                  <a:cubicBezTo>
                    <a:pt x="36324" y="566036"/>
                    <a:pt x="30170" y="559484"/>
                    <a:pt x="27456" y="557167"/>
                  </a:cubicBezTo>
                  <a:cubicBezTo>
                    <a:pt x="24743" y="554851"/>
                    <a:pt x="31692" y="550251"/>
                    <a:pt x="35166" y="545619"/>
                  </a:cubicBezTo>
                  <a:cubicBezTo>
                    <a:pt x="38641" y="540986"/>
                    <a:pt x="31857" y="530596"/>
                    <a:pt x="25901" y="532879"/>
                  </a:cubicBezTo>
                  <a:cubicBezTo>
                    <a:pt x="19945" y="535162"/>
                    <a:pt x="31692" y="541747"/>
                    <a:pt x="31692" y="546777"/>
                  </a:cubicBezTo>
                  <a:cubicBezTo>
                    <a:pt x="31692" y="551807"/>
                    <a:pt x="22062" y="545619"/>
                    <a:pt x="22459" y="551012"/>
                  </a:cubicBezTo>
                  <a:cubicBezTo>
                    <a:pt x="22857" y="556406"/>
                    <a:pt x="15841" y="554321"/>
                    <a:pt x="12532" y="558326"/>
                  </a:cubicBezTo>
                  <a:cubicBezTo>
                    <a:pt x="9223" y="562330"/>
                    <a:pt x="17165" y="565672"/>
                    <a:pt x="13293" y="566830"/>
                  </a:cubicBezTo>
                  <a:cubicBezTo>
                    <a:pt x="9422" y="567988"/>
                    <a:pt x="2903" y="573448"/>
                    <a:pt x="2506" y="577220"/>
                  </a:cubicBezTo>
                  <a:cubicBezTo>
                    <a:pt x="2109" y="580992"/>
                    <a:pt x="6742" y="581853"/>
                    <a:pt x="6742" y="577981"/>
                  </a:cubicBezTo>
                  <a:cubicBezTo>
                    <a:pt x="6742" y="574110"/>
                    <a:pt x="12896" y="572985"/>
                    <a:pt x="14849" y="577981"/>
                  </a:cubicBezTo>
                  <a:cubicBezTo>
                    <a:pt x="16801" y="582978"/>
                    <a:pt x="19448" y="577981"/>
                    <a:pt x="24776" y="579139"/>
                  </a:cubicBezTo>
                  <a:cubicBezTo>
                    <a:pt x="30103" y="580298"/>
                    <a:pt x="29375" y="588405"/>
                    <a:pt x="26298" y="588008"/>
                  </a:cubicBezTo>
                  <a:cubicBezTo>
                    <a:pt x="23221" y="587611"/>
                    <a:pt x="20143" y="593037"/>
                    <a:pt x="20904" y="598795"/>
                  </a:cubicBezTo>
                  <a:cubicBezTo>
                    <a:pt x="21665" y="604553"/>
                    <a:pt x="32486" y="598795"/>
                    <a:pt x="37086" y="600351"/>
                  </a:cubicBezTo>
                  <a:cubicBezTo>
                    <a:pt x="41685" y="601906"/>
                    <a:pt x="40196" y="609980"/>
                    <a:pt x="37483" y="607266"/>
                  </a:cubicBezTo>
                  <a:cubicBezTo>
                    <a:pt x="34769" y="604553"/>
                    <a:pt x="28614" y="599953"/>
                    <a:pt x="25901" y="604586"/>
                  </a:cubicBezTo>
                  <a:cubicBezTo>
                    <a:pt x="23188" y="609219"/>
                    <a:pt x="18985" y="606902"/>
                    <a:pt x="15511" y="605347"/>
                  </a:cubicBezTo>
                  <a:cubicBezTo>
                    <a:pt x="12036" y="603792"/>
                    <a:pt x="-307" y="611965"/>
                    <a:pt x="3962" y="615010"/>
                  </a:cubicBezTo>
                  <a:cubicBezTo>
                    <a:pt x="8231" y="618054"/>
                    <a:pt x="7800" y="623084"/>
                    <a:pt x="10580" y="622720"/>
                  </a:cubicBezTo>
                  <a:cubicBezTo>
                    <a:pt x="14039" y="622200"/>
                    <a:pt x="17117" y="620240"/>
                    <a:pt x="19051" y="617326"/>
                  </a:cubicBezTo>
                  <a:cubicBezTo>
                    <a:pt x="20573" y="614215"/>
                    <a:pt x="25967" y="611138"/>
                    <a:pt x="26364" y="618054"/>
                  </a:cubicBezTo>
                  <a:cubicBezTo>
                    <a:pt x="26761" y="624970"/>
                    <a:pt x="19051" y="621363"/>
                    <a:pt x="17496" y="625400"/>
                  </a:cubicBezTo>
                  <a:cubicBezTo>
                    <a:pt x="15439" y="629660"/>
                    <a:pt x="12243" y="633267"/>
                    <a:pt x="8264" y="635824"/>
                  </a:cubicBezTo>
                  <a:cubicBezTo>
                    <a:pt x="6305" y="636999"/>
                    <a:pt x="5669" y="639540"/>
                    <a:pt x="6845" y="641499"/>
                  </a:cubicBezTo>
                  <a:cubicBezTo>
                    <a:pt x="7926" y="643301"/>
                    <a:pt x="10188" y="644006"/>
                    <a:pt x="12102" y="643137"/>
                  </a:cubicBezTo>
                  <a:cubicBezTo>
                    <a:pt x="15974" y="641184"/>
                    <a:pt x="10944" y="647736"/>
                    <a:pt x="16338" y="648530"/>
                  </a:cubicBezTo>
                  <a:cubicBezTo>
                    <a:pt x="21732" y="649325"/>
                    <a:pt x="22956" y="645420"/>
                    <a:pt x="21732" y="641581"/>
                  </a:cubicBezTo>
                  <a:cubicBezTo>
                    <a:pt x="20507" y="637743"/>
                    <a:pt x="24445" y="629272"/>
                    <a:pt x="29078" y="633507"/>
                  </a:cubicBezTo>
                  <a:cubicBezTo>
                    <a:pt x="33710" y="637743"/>
                    <a:pt x="26761" y="641979"/>
                    <a:pt x="26761" y="645817"/>
                  </a:cubicBezTo>
                  <a:cubicBezTo>
                    <a:pt x="26761" y="649655"/>
                    <a:pt x="24048" y="654685"/>
                    <a:pt x="24048" y="659053"/>
                  </a:cubicBezTo>
                  <a:cubicBezTo>
                    <a:pt x="24048" y="663421"/>
                    <a:pt x="19051" y="660972"/>
                    <a:pt x="19415" y="665671"/>
                  </a:cubicBezTo>
                  <a:cubicBezTo>
                    <a:pt x="19779" y="670370"/>
                    <a:pt x="8628" y="667194"/>
                    <a:pt x="13657" y="670271"/>
                  </a:cubicBezTo>
                  <a:cubicBezTo>
                    <a:pt x="18687" y="673348"/>
                    <a:pt x="10580" y="677584"/>
                    <a:pt x="13260" y="680694"/>
                  </a:cubicBezTo>
                  <a:cubicBezTo>
                    <a:pt x="15941" y="683805"/>
                    <a:pt x="18290" y="676459"/>
                    <a:pt x="22526" y="677981"/>
                  </a:cubicBezTo>
                  <a:cubicBezTo>
                    <a:pt x="26761" y="679503"/>
                    <a:pt x="25835" y="680694"/>
                    <a:pt x="31394" y="678378"/>
                  </a:cubicBezTo>
                  <a:cubicBezTo>
                    <a:pt x="36953" y="676062"/>
                    <a:pt x="39865" y="682614"/>
                    <a:pt x="34703" y="684136"/>
                  </a:cubicBezTo>
                  <a:cubicBezTo>
                    <a:pt x="29541" y="685658"/>
                    <a:pt x="24313" y="691482"/>
                    <a:pt x="26629" y="692243"/>
                  </a:cubicBezTo>
                  <a:cubicBezTo>
                    <a:pt x="28945" y="693004"/>
                    <a:pt x="35497" y="688404"/>
                    <a:pt x="37019" y="693401"/>
                  </a:cubicBezTo>
                  <a:cubicBezTo>
                    <a:pt x="38542" y="698398"/>
                    <a:pt x="42413" y="696710"/>
                    <a:pt x="42810" y="691482"/>
                  </a:cubicBezTo>
                  <a:cubicBezTo>
                    <a:pt x="43207" y="686253"/>
                    <a:pt x="52439" y="690688"/>
                    <a:pt x="53995" y="695320"/>
                  </a:cubicBezTo>
                  <a:cubicBezTo>
                    <a:pt x="55550" y="699953"/>
                    <a:pt x="44365" y="702633"/>
                    <a:pt x="38575" y="701508"/>
                  </a:cubicBezTo>
                  <a:cubicBezTo>
                    <a:pt x="32784" y="700383"/>
                    <a:pt x="29706" y="706902"/>
                    <a:pt x="33545" y="711899"/>
                  </a:cubicBezTo>
                  <a:cubicBezTo>
                    <a:pt x="37383" y="716895"/>
                    <a:pt x="42049" y="711899"/>
                    <a:pt x="46285" y="707663"/>
                  </a:cubicBezTo>
                  <a:cubicBezTo>
                    <a:pt x="50520" y="703428"/>
                    <a:pt x="71334" y="704586"/>
                    <a:pt x="72757" y="709218"/>
                  </a:cubicBezTo>
                  <a:cubicBezTo>
                    <a:pt x="74180" y="713851"/>
                    <a:pt x="63095" y="709980"/>
                    <a:pt x="61970" y="712527"/>
                  </a:cubicBezTo>
                  <a:cubicBezTo>
                    <a:pt x="60845" y="715075"/>
                    <a:pt x="52307" y="717557"/>
                    <a:pt x="51149" y="714480"/>
                  </a:cubicBezTo>
                  <a:cubicBezTo>
                    <a:pt x="49991" y="711402"/>
                    <a:pt x="41917" y="715605"/>
                    <a:pt x="41520" y="720635"/>
                  </a:cubicBezTo>
                  <a:cubicBezTo>
                    <a:pt x="41123" y="725664"/>
                    <a:pt x="34902" y="725631"/>
                    <a:pt x="41917" y="727584"/>
                  </a:cubicBezTo>
                  <a:cubicBezTo>
                    <a:pt x="48932" y="729536"/>
                    <a:pt x="46913" y="720238"/>
                    <a:pt x="57701" y="720966"/>
                  </a:cubicBezTo>
                  <a:cubicBezTo>
                    <a:pt x="68489" y="721694"/>
                    <a:pt x="74246" y="711038"/>
                    <a:pt x="77357" y="717094"/>
                  </a:cubicBezTo>
                  <a:cubicBezTo>
                    <a:pt x="80467" y="723150"/>
                    <a:pt x="68522" y="728279"/>
                    <a:pt x="64121" y="724407"/>
                  </a:cubicBezTo>
                  <a:cubicBezTo>
                    <a:pt x="59719" y="720535"/>
                    <a:pt x="54888" y="727120"/>
                    <a:pt x="55252" y="732911"/>
                  </a:cubicBezTo>
                  <a:cubicBezTo>
                    <a:pt x="55616" y="738702"/>
                    <a:pt x="42943" y="731356"/>
                    <a:pt x="36755" y="730595"/>
                  </a:cubicBezTo>
                  <a:cubicBezTo>
                    <a:pt x="30567" y="729834"/>
                    <a:pt x="33280" y="736386"/>
                    <a:pt x="38707" y="742143"/>
                  </a:cubicBezTo>
                  <a:cubicBezTo>
                    <a:pt x="44134" y="747901"/>
                    <a:pt x="47178" y="741382"/>
                    <a:pt x="53730" y="745453"/>
                  </a:cubicBezTo>
                  <a:cubicBezTo>
                    <a:pt x="60282" y="749523"/>
                    <a:pt x="60348" y="754321"/>
                    <a:pt x="64915" y="750085"/>
                  </a:cubicBezTo>
                  <a:cubicBezTo>
                    <a:pt x="69481" y="745850"/>
                    <a:pt x="64915" y="746247"/>
                    <a:pt x="61837" y="744294"/>
                  </a:cubicBezTo>
                  <a:cubicBezTo>
                    <a:pt x="58760" y="742342"/>
                    <a:pt x="61440" y="735823"/>
                    <a:pt x="68753" y="739265"/>
                  </a:cubicBezTo>
                  <a:cubicBezTo>
                    <a:pt x="73738" y="741547"/>
                    <a:pt x="79629" y="739356"/>
                    <a:pt x="81912" y="734371"/>
                  </a:cubicBezTo>
                  <a:cubicBezTo>
                    <a:pt x="82981" y="732036"/>
                    <a:pt x="83103" y="729378"/>
                    <a:pt x="82254" y="726955"/>
                  </a:cubicBezTo>
                  <a:cubicBezTo>
                    <a:pt x="79938" y="717690"/>
                    <a:pt x="88872" y="713454"/>
                    <a:pt x="97674" y="710410"/>
                  </a:cubicBezTo>
                  <a:cubicBezTo>
                    <a:pt x="106476" y="707365"/>
                    <a:pt x="101910" y="716201"/>
                    <a:pt x="95358" y="718881"/>
                  </a:cubicBezTo>
                  <a:cubicBezTo>
                    <a:pt x="88806" y="721561"/>
                    <a:pt x="87648" y="723513"/>
                    <a:pt x="92645" y="728808"/>
                  </a:cubicBezTo>
                  <a:cubicBezTo>
                    <a:pt x="97641" y="734103"/>
                    <a:pt x="104226" y="725499"/>
                    <a:pt x="108462" y="729602"/>
                  </a:cubicBezTo>
                  <a:cubicBezTo>
                    <a:pt x="112697" y="733705"/>
                    <a:pt x="100752" y="732911"/>
                    <a:pt x="98832" y="737312"/>
                  </a:cubicBezTo>
                  <a:cubicBezTo>
                    <a:pt x="96913" y="741713"/>
                    <a:pt x="106146" y="746545"/>
                    <a:pt x="99594" y="749622"/>
                  </a:cubicBezTo>
                  <a:cubicBezTo>
                    <a:pt x="93042" y="752699"/>
                    <a:pt x="96119" y="736915"/>
                    <a:pt x="92281" y="735360"/>
                  </a:cubicBezTo>
                  <a:cubicBezTo>
                    <a:pt x="88442" y="733805"/>
                    <a:pt x="84934" y="737312"/>
                    <a:pt x="88972" y="746181"/>
                  </a:cubicBezTo>
                  <a:cubicBezTo>
                    <a:pt x="93009" y="755049"/>
                    <a:pt x="84339" y="747306"/>
                    <a:pt x="80500" y="743070"/>
                  </a:cubicBezTo>
                  <a:cubicBezTo>
                    <a:pt x="76662" y="738834"/>
                    <a:pt x="71235" y="744989"/>
                    <a:pt x="75868" y="749688"/>
                  </a:cubicBezTo>
                  <a:cubicBezTo>
                    <a:pt x="80500" y="754387"/>
                    <a:pt x="66999" y="749324"/>
                    <a:pt x="66999" y="756637"/>
                  </a:cubicBezTo>
                  <a:cubicBezTo>
                    <a:pt x="66999" y="763950"/>
                    <a:pt x="72790" y="757795"/>
                    <a:pt x="79706" y="759351"/>
                  </a:cubicBezTo>
                  <a:cubicBezTo>
                    <a:pt x="86622" y="760906"/>
                    <a:pt x="83578" y="770899"/>
                    <a:pt x="88575" y="774738"/>
                  </a:cubicBezTo>
                  <a:cubicBezTo>
                    <a:pt x="93571" y="778576"/>
                    <a:pt x="89336" y="762428"/>
                    <a:pt x="94762" y="761270"/>
                  </a:cubicBezTo>
                  <a:cubicBezTo>
                    <a:pt x="100189" y="760112"/>
                    <a:pt x="95126" y="773580"/>
                    <a:pt x="107105" y="777451"/>
                  </a:cubicBezTo>
                  <a:cubicBezTo>
                    <a:pt x="119084" y="781323"/>
                    <a:pt x="107866" y="775135"/>
                    <a:pt x="113260" y="771263"/>
                  </a:cubicBezTo>
                  <a:cubicBezTo>
                    <a:pt x="118654" y="767392"/>
                    <a:pt x="125603" y="782845"/>
                    <a:pt x="131361" y="784499"/>
                  </a:cubicBezTo>
                  <a:cubicBezTo>
                    <a:pt x="137118" y="786154"/>
                    <a:pt x="133313" y="777584"/>
                    <a:pt x="129044" y="772951"/>
                  </a:cubicBezTo>
                  <a:cubicBezTo>
                    <a:pt x="124776" y="768318"/>
                    <a:pt x="133313" y="771032"/>
                    <a:pt x="138971" y="772951"/>
                  </a:cubicBezTo>
                  <a:cubicBezTo>
                    <a:pt x="144630" y="774870"/>
                    <a:pt x="149395" y="775631"/>
                    <a:pt x="150553" y="771396"/>
                  </a:cubicBezTo>
                  <a:cubicBezTo>
                    <a:pt x="150983" y="769807"/>
                    <a:pt x="152042" y="769840"/>
                    <a:pt x="153432" y="770304"/>
                  </a:cubicBezTo>
                  <a:cubicBezTo>
                    <a:pt x="147409" y="766366"/>
                    <a:pt x="126959" y="769245"/>
                    <a:pt x="124147" y="768748"/>
                  </a:cubicBezTo>
                  <a:cubicBezTo>
                    <a:pt x="121334" y="768252"/>
                    <a:pt x="123518" y="722091"/>
                    <a:pt x="124147" y="711502"/>
                  </a:cubicBezTo>
                  <a:cubicBezTo>
                    <a:pt x="123748" y="711387"/>
                    <a:pt x="123337" y="711321"/>
                    <a:pt x="122923" y="711303"/>
                  </a:cubicBezTo>
                  <a:cubicBezTo>
                    <a:pt x="117926" y="711303"/>
                    <a:pt x="106741" y="712428"/>
                    <a:pt x="108660" y="704685"/>
                  </a:cubicBezTo>
                  <a:cubicBezTo>
                    <a:pt x="108871" y="703546"/>
                    <a:pt x="109624" y="702582"/>
                    <a:pt x="110679" y="702104"/>
                  </a:cubicBezTo>
                  <a:cubicBezTo>
                    <a:pt x="108021" y="699600"/>
                    <a:pt x="104814" y="697752"/>
                    <a:pt x="101314" y="696710"/>
                  </a:cubicBezTo>
                  <a:cubicBezTo>
                    <a:pt x="93670" y="694758"/>
                    <a:pt x="74908" y="696843"/>
                    <a:pt x="70706" y="69737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F65D54A-B093-F44B-987B-952E31716E56}"/>
                </a:ext>
              </a:extLst>
            </p:cNvPr>
            <p:cNvSpPr/>
            <p:nvPr/>
          </p:nvSpPr>
          <p:spPr>
            <a:xfrm>
              <a:off x="3300462" y="3476899"/>
              <a:ext cx="152217" cy="155526"/>
            </a:xfrm>
            <a:custGeom>
              <a:avLst/>
              <a:gdLst>
                <a:gd name="connsiteX0" fmla="*/ 150099 w 152216"/>
                <a:gd name="connsiteY0" fmla="*/ 85815 h 155525"/>
                <a:gd name="connsiteX1" fmla="*/ 135473 w 152216"/>
                <a:gd name="connsiteY1" fmla="*/ 88926 h 155525"/>
                <a:gd name="connsiteX2" fmla="*/ 127134 w 152216"/>
                <a:gd name="connsiteY2" fmla="*/ 69634 h 155525"/>
                <a:gd name="connsiteX3" fmla="*/ 115122 w 152216"/>
                <a:gd name="connsiteY3" fmla="*/ 55008 h 155525"/>
                <a:gd name="connsiteX4" fmla="*/ 100000 w 152216"/>
                <a:gd name="connsiteY4" fmla="*/ 53453 h 155525"/>
                <a:gd name="connsiteX5" fmla="*/ 91132 w 152216"/>
                <a:gd name="connsiteY5" fmla="*/ 39356 h 155525"/>
                <a:gd name="connsiteX6" fmla="*/ 87988 w 152216"/>
                <a:gd name="connsiteY6" fmla="*/ 17980 h 155525"/>
                <a:gd name="connsiteX7" fmla="*/ 87260 w 152216"/>
                <a:gd name="connsiteY7" fmla="*/ 8681 h 155525"/>
                <a:gd name="connsiteX8" fmla="*/ 84315 w 152216"/>
                <a:gd name="connsiteY8" fmla="*/ 9740 h 155525"/>
                <a:gd name="connsiteX9" fmla="*/ 67769 w 152216"/>
                <a:gd name="connsiteY9" fmla="*/ 2527 h 155525"/>
                <a:gd name="connsiteX10" fmla="*/ 47915 w 152216"/>
                <a:gd name="connsiteY10" fmla="*/ 4578 h 155525"/>
                <a:gd name="connsiteX11" fmla="*/ 26836 w 152216"/>
                <a:gd name="connsiteY11" fmla="*/ 8185 h 155525"/>
                <a:gd name="connsiteX12" fmla="*/ 13600 w 152216"/>
                <a:gd name="connsiteY12" fmla="*/ 24730 h 155525"/>
                <a:gd name="connsiteX13" fmla="*/ 8438 w 152216"/>
                <a:gd name="connsiteY13" fmla="*/ 51435 h 155525"/>
                <a:gd name="connsiteX14" fmla="*/ 2482 w 152216"/>
                <a:gd name="connsiteY14" fmla="*/ 51435 h 155525"/>
                <a:gd name="connsiteX15" fmla="*/ 26638 w 152216"/>
                <a:gd name="connsiteY15" fmla="*/ 76120 h 155525"/>
                <a:gd name="connsiteX16" fmla="*/ 45930 w 152216"/>
                <a:gd name="connsiteY16" fmla="*/ 88132 h 155525"/>
                <a:gd name="connsiteX17" fmla="*/ 65255 w 152216"/>
                <a:gd name="connsiteY17" fmla="*/ 98059 h 155525"/>
                <a:gd name="connsiteX18" fmla="*/ 97584 w 152216"/>
                <a:gd name="connsiteY18" fmla="*/ 114207 h 155525"/>
                <a:gd name="connsiteX19" fmla="*/ 84017 w 152216"/>
                <a:gd name="connsiteY19" fmla="*/ 137669 h 155525"/>
                <a:gd name="connsiteX20" fmla="*/ 78292 w 152216"/>
                <a:gd name="connsiteY20" fmla="*/ 149184 h 155525"/>
                <a:gd name="connsiteX21" fmla="*/ 94473 w 152216"/>
                <a:gd name="connsiteY21" fmla="*/ 152824 h 155525"/>
                <a:gd name="connsiteX22" fmla="*/ 111019 w 152216"/>
                <a:gd name="connsiteY22" fmla="*/ 154379 h 155525"/>
                <a:gd name="connsiteX23" fmla="*/ 126174 w 152216"/>
                <a:gd name="connsiteY23" fmla="*/ 151269 h 155525"/>
                <a:gd name="connsiteX24" fmla="*/ 139741 w 152216"/>
                <a:gd name="connsiteY24" fmla="*/ 144651 h 155525"/>
                <a:gd name="connsiteX25" fmla="*/ 148577 w 152216"/>
                <a:gd name="connsiteY25" fmla="*/ 119072 h 155525"/>
                <a:gd name="connsiteX26" fmla="*/ 150099 w 152216"/>
                <a:gd name="connsiteY26" fmla="*/ 85815 h 15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2216" h="155525">
                  <a:moveTo>
                    <a:pt x="150099" y="85815"/>
                  </a:moveTo>
                  <a:cubicBezTo>
                    <a:pt x="143845" y="82506"/>
                    <a:pt x="137591" y="88926"/>
                    <a:pt x="135473" y="88926"/>
                  </a:cubicBezTo>
                  <a:cubicBezTo>
                    <a:pt x="133355" y="88926"/>
                    <a:pt x="128855" y="75359"/>
                    <a:pt x="127134" y="69634"/>
                  </a:cubicBezTo>
                  <a:cubicBezTo>
                    <a:pt x="125413" y="63910"/>
                    <a:pt x="119325" y="52394"/>
                    <a:pt x="115122" y="55008"/>
                  </a:cubicBezTo>
                  <a:cubicBezTo>
                    <a:pt x="110920" y="57622"/>
                    <a:pt x="112012" y="53982"/>
                    <a:pt x="100000" y="53453"/>
                  </a:cubicBezTo>
                  <a:cubicBezTo>
                    <a:pt x="87988" y="52924"/>
                    <a:pt x="88517" y="50872"/>
                    <a:pt x="91132" y="39356"/>
                  </a:cubicBezTo>
                  <a:cubicBezTo>
                    <a:pt x="93746" y="27841"/>
                    <a:pt x="83289" y="20594"/>
                    <a:pt x="87988" y="17980"/>
                  </a:cubicBezTo>
                  <a:cubicBezTo>
                    <a:pt x="91529" y="16028"/>
                    <a:pt x="91297" y="13744"/>
                    <a:pt x="87260" y="8681"/>
                  </a:cubicBezTo>
                  <a:cubicBezTo>
                    <a:pt x="86398" y="9306"/>
                    <a:pt x="85377" y="9673"/>
                    <a:pt x="84315" y="9740"/>
                  </a:cubicBezTo>
                  <a:cubicBezTo>
                    <a:pt x="80211" y="9740"/>
                    <a:pt x="75082" y="2527"/>
                    <a:pt x="67769" y="2527"/>
                  </a:cubicBezTo>
                  <a:cubicBezTo>
                    <a:pt x="60457" y="2527"/>
                    <a:pt x="52879" y="1997"/>
                    <a:pt x="47915" y="4578"/>
                  </a:cubicBezTo>
                  <a:cubicBezTo>
                    <a:pt x="42951" y="7159"/>
                    <a:pt x="32991" y="4082"/>
                    <a:pt x="26836" y="8185"/>
                  </a:cubicBezTo>
                  <a:cubicBezTo>
                    <a:pt x="20682" y="12288"/>
                    <a:pt x="12939" y="21024"/>
                    <a:pt x="13600" y="24730"/>
                  </a:cubicBezTo>
                  <a:cubicBezTo>
                    <a:pt x="14262" y="28437"/>
                    <a:pt x="11549" y="50409"/>
                    <a:pt x="8438" y="51435"/>
                  </a:cubicBezTo>
                  <a:cubicBezTo>
                    <a:pt x="6463" y="51728"/>
                    <a:pt x="4456" y="51728"/>
                    <a:pt x="2482" y="51435"/>
                  </a:cubicBezTo>
                  <a:cubicBezTo>
                    <a:pt x="8929" y="61093"/>
                    <a:pt x="17121" y="69464"/>
                    <a:pt x="26638" y="76120"/>
                  </a:cubicBezTo>
                  <a:cubicBezTo>
                    <a:pt x="36036" y="81878"/>
                    <a:pt x="35473" y="87073"/>
                    <a:pt x="45930" y="88132"/>
                  </a:cubicBezTo>
                  <a:cubicBezTo>
                    <a:pt x="53531" y="88387"/>
                    <a:pt x="60620" y="92028"/>
                    <a:pt x="65255" y="98059"/>
                  </a:cubicBezTo>
                  <a:cubicBezTo>
                    <a:pt x="68895" y="102725"/>
                    <a:pt x="95499" y="110567"/>
                    <a:pt x="97584" y="114207"/>
                  </a:cubicBezTo>
                  <a:cubicBezTo>
                    <a:pt x="99669" y="117847"/>
                    <a:pt x="84017" y="128304"/>
                    <a:pt x="84017" y="137669"/>
                  </a:cubicBezTo>
                  <a:cubicBezTo>
                    <a:pt x="84017" y="147033"/>
                    <a:pt x="78292" y="146040"/>
                    <a:pt x="78292" y="149184"/>
                  </a:cubicBezTo>
                  <a:cubicBezTo>
                    <a:pt x="78292" y="152328"/>
                    <a:pt x="90271" y="150210"/>
                    <a:pt x="94473" y="152824"/>
                  </a:cubicBezTo>
                  <a:cubicBezTo>
                    <a:pt x="98676" y="155438"/>
                    <a:pt x="105923" y="151269"/>
                    <a:pt x="111019" y="154379"/>
                  </a:cubicBezTo>
                  <a:cubicBezTo>
                    <a:pt x="116115" y="157490"/>
                    <a:pt x="121972" y="150210"/>
                    <a:pt x="126174" y="151269"/>
                  </a:cubicBezTo>
                  <a:cubicBezTo>
                    <a:pt x="130377" y="152328"/>
                    <a:pt x="134513" y="143956"/>
                    <a:pt x="139741" y="144651"/>
                  </a:cubicBezTo>
                  <a:cubicBezTo>
                    <a:pt x="144970" y="145346"/>
                    <a:pt x="149669" y="126385"/>
                    <a:pt x="148577" y="119072"/>
                  </a:cubicBezTo>
                  <a:cubicBezTo>
                    <a:pt x="147485" y="111759"/>
                    <a:pt x="156386" y="88926"/>
                    <a:pt x="150099" y="8581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3374395-624F-6948-86EB-0ABD08E6D3D4}"/>
                </a:ext>
              </a:extLst>
            </p:cNvPr>
            <p:cNvSpPr/>
            <p:nvPr/>
          </p:nvSpPr>
          <p:spPr>
            <a:xfrm>
              <a:off x="3017902" y="2914658"/>
              <a:ext cx="211780" cy="294506"/>
            </a:xfrm>
            <a:custGeom>
              <a:avLst/>
              <a:gdLst>
                <a:gd name="connsiteX0" fmla="*/ 34944 w 211779"/>
                <a:gd name="connsiteY0" fmla="*/ 215000 h 294505"/>
                <a:gd name="connsiteX1" fmla="*/ 48180 w 211779"/>
                <a:gd name="connsiteY1" fmla="*/ 215000 h 294505"/>
                <a:gd name="connsiteX2" fmla="*/ 60655 w 211779"/>
                <a:gd name="connsiteY2" fmla="*/ 224662 h 294505"/>
                <a:gd name="connsiteX3" fmla="*/ 61416 w 211779"/>
                <a:gd name="connsiteY3" fmla="*/ 225556 h 294505"/>
                <a:gd name="connsiteX4" fmla="*/ 76406 w 211779"/>
                <a:gd name="connsiteY4" fmla="*/ 225059 h 294505"/>
                <a:gd name="connsiteX5" fmla="*/ 86664 w 211779"/>
                <a:gd name="connsiteY5" fmla="*/ 239586 h 294505"/>
                <a:gd name="connsiteX6" fmla="*/ 97551 w 211779"/>
                <a:gd name="connsiteY6" fmla="*/ 250473 h 294505"/>
                <a:gd name="connsiteX7" fmla="*/ 104169 w 211779"/>
                <a:gd name="connsiteY7" fmla="*/ 261360 h 294505"/>
                <a:gd name="connsiteX8" fmla="*/ 124023 w 211779"/>
                <a:gd name="connsiteY8" fmla="*/ 263775 h 294505"/>
                <a:gd name="connsiteX9" fmla="*/ 134281 w 211779"/>
                <a:gd name="connsiteY9" fmla="*/ 262551 h 294505"/>
                <a:gd name="connsiteX10" fmla="*/ 145797 w 211779"/>
                <a:gd name="connsiteY10" fmla="*/ 261955 h 294505"/>
                <a:gd name="connsiteX11" fmla="*/ 158504 w 211779"/>
                <a:gd name="connsiteY11" fmla="*/ 272247 h 294505"/>
                <a:gd name="connsiteX12" fmla="*/ 149437 w 211779"/>
                <a:gd name="connsiteY12" fmla="*/ 286773 h 294505"/>
                <a:gd name="connsiteX13" fmla="*/ 159761 w 211779"/>
                <a:gd name="connsiteY13" fmla="*/ 295013 h 294505"/>
                <a:gd name="connsiteX14" fmla="*/ 160622 w 211779"/>
                <a:gd name="connsiteY14" fmla="*/ 295013 h 294505"/>
                <a:gd name="connsiteX15" fmla="*/ 167240 w 211779"/>
                <a:gd name="connsiteY15" fmla="*/ 271386 h 294505"/>
                <a:gd name="connsiteX16" fmla="*/ 170780 w 211779"/>
                <a:gd name="connsiteY16" fmla="*/ 247693 h 294505"/>
                <a:gd name="connsiteX17" fmla="*/ 159662 w 211779"/>
                <a:gd name="connsiteY17" fmla="*/ 219500 h 294505"/>
                <a:gd name="connsiteX18" fmla="*/ 171508 w 211779"/>
                <a:gd name="connsiteY18" fmla="*/ 210136 h 294505"/>
                <a:gd name="connsiteX19" fmla="*/ 168001 w 211779"/>
                <a:gd name="connsiteY19" fmla="*/ 202988 h 294505"/>
                <a:gd name="connsiteX20" fmla="*/ 163500 w 211779"/>
                <a:gd name="connsiteY20" fmla="*/ 193458 h 294505"/>
                <a:gd name="connsiteX21" fmla="*/ 189741 w 211779"/>
                <a:gd name="connsiteY21" fmla="*/ 191539 h 294505"/>
                <a:gd name="connsiteX22" fmla="*/ 209198 w 211779"/>
                <a:gd name="connsiteY22" fmla="*/ 185119 h 294505"/>
                <a:gd name="connsiteX23" fmla="*/ 206088 w 211779"/>
                <a:gd name="connsiteY23" fmla="*/ 176251 h 294505"/>
                <a:gd name="connsiteX24" fmla="*/ 206783 w 211779"/>
                <a:gd name="connsiteY24" fmla="*/ 163213 h 294505"/>
                <a:gd name="connsiteX25" fmla="*/ 200165 w 211779"/>
                <a:gd name="connsiteY25" fmla="*/ 149977 h 294505"/>
                <a:gd name="connsiteX26" fmla="*/ 204334 w 211779"/>
                <a:gd name="connsiteY26" fmla="*/ 118144 h 294505"/>
                <a:gd name="connsiteX27" fmla="*/ 183983 w 211779"/>
                <a:gd name="connsiteY27" fmla="*/ 112783 h 294505"/>
                <a:gd name="connsiteX28" fmla="*/ 159662 w 211779"/>
                <a:gd name="connsiteY28" fmla="*/ 102161 h 294505"/>
                <a:gd name="connsiteX29" fmla="*/ 129880 w 211779"/>
                <a:gd name="connsiteY29" fmla="*/ 99547 h 294505"/>
                <a:gd name="connsiteX30" fmla="*/ 118563 w 211779"/>
                <a:gd name="connsiteY30" fmla="*/ 76615 h 294505"/>
                <a:gd name="connsiteX31" fmla="*/ 110919 w 211779"/>
                <a:gd name="connsiteY31" fmla="*/ 65133 h 294505"/>
                <a:gd name="connsiteX32" fmla="*/ 102746 w 211779"/>
                <a:gd name="connsiteY32" fmla="*/ 61294 h 294505"/>
                <a:gd name="connsiteX33" fmla="*/ 105360 w 211779"/>
                <a:gd name="connsiteY33" fmla="*/ 53319 h 294505"/>
                <a:gd name="connsiteX34" fmla="*/ 107974 w 211779"/>
                <a:gd name="connsiteY34" fmla="*/ 40447 h 294505"/>
                <a:gd name="connsiteX35" fmla="*/ 123262 w 211779"/>
                <a:gd name="connsiteY35" fmla="*/ 20791 h 294505"/>
                <a:gd name="connsiteX36" fmla="*/ 128557 w 211779"/>
                <a:gd name="connsiteY36" fmla="*/ 17482 h 294505"/>
                <a:gd name="connsiteX37" fmla="*/ 132759 w 211779"/>
                <a:gd name="connsiteY37" fmla="*/ 14173 h 294505"/>
                <a:gd name="connsiteX38" fmla="*/ 136995 w 211779"/>
                <a:gd name="connsiteY38" fmla="*/ 3353 h 294505"/>
                <a:gd name="connsiteX39" fmla="*/ 117339 w 211779"/>
                <a:gd name="connsiteY39" fmla="*/ 12618 h 294505"/>
                <a:gd name="connsiteX40" fmla="*/ 102316 w 211779"/>
                <a:gd name="connsiteY40" fmla="*/ 21486 h 294505"/>
                <a:gd name="connsiteX41" fmla="*/ 86499 w 211779"/>
                <a:gd name="connsiteY41" fmla="*/ 26483 h 294505"/>
                <a:gd name="connsiteX42" fmla="*/ 78425 w 211779"/>
                <a:gd name="connsiteY42" fmla="*/ 25325 h 294505"/>
                <a:gd name="connsiteX43" fmla="*/ 62210 w 211779"/>
                <a:gd name="connsiteY43" fmla="*/ 40381 h 294505"/>
                <a:gd name="connsiteX44" fmla="*/ 56055 w 211779"/>
                <a:gd name="connsiteY44" fmla="*/ 56926 h 294505"/>
                <a:gd name="connsiteX45" fmla="*/ 38716 w 211779"/>
                <a:gd name="connsiteY45" fmla="*/ 76781 h 294505"/>
                <a:gd name="connsiteX46" fmla="*/ 34910 w 211779"/>
                <a:gd name="connsiteY46" fmla="*/ 77674 h 294505"/>
                <a:gd name="connsiteX47" fmla="*/ 32528 w 211779"/>
                <a:gd name="connsiteY47" fmla="*/ 83134 h 294505"/>
                <a:gd name="connsiteX48" fmla="*/ 20814 w 211779"/>
                <a:gd name="connsiteY48" fmla="*/ 94484 h 294505"/>
                <a:gd name="connsiteX49" fmla="*/ 26373 w 211779"/>
                <a:gd name="connsiteY49" fmla="*/ 99911 h 294505"/>
                <a:gd name="connsiteX50" fmla="*/ 29848 w 211779"/>
                <a:gd name="connsiteY50" fmla="*/ 113412 h 294505"/>
                <a:gd name="connsiteX51" fmla="*/ 29848 w 211779"/>
                <a:gd name="connsiteY51" fmla="*/ 123041 h 294505"/>
                <a:gd name="connsiteX52" fmla="*/ 32925 w 211779"/>
                <a:gd name="connsiteY52" fmla="*/ 150010 h 294505"/>
                <a:gd name="connsiteX53" fmla="*/ 29087 w 211779"/>
                <a:gd name="connsiteY53" fmla="*/ 165033 h 294505"/>
                <a:gd name="connsiteX54" fmla="*/ 14791 w 211779"/>
                <a:gd name="connsiteY54" fmla="*/ 176615 h 294505"/>
                <a:gd name="connsiteX55" fmla="*/ 5956 w 211779"/>
                <a:gd name="connsiteY55" fmla="*/ 187799 h 294505"/>
                <a:gd name="connsiteX56" fmla="*/ 2482 w 211779"/>
                <a:gd name="connsiteY56" fmla="*/ 195046 h 294505"/>
                <a:gd name="connsiteX57" fmla="*/ 23958 w 211779"/>
                <a:gd name="connsiteY57" fmla="*/ 207058 h 294505"/>
                <a:gd name="connsiteX58" fmla="*/ 34944 w 211779"/>
                <a:gd name="connsiteY58" fmla="*/ 215000 h 29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1779" h="294505">
                  <a:moveTo>
                    <a:pt x="34944" y="215000"/>
                  </a:moveTo>
                  <a:cubicBezTo>
                    <a:pt x="39742" y="217846"/>
                    <a:pt x="46591" y="217018"/>
                    <a:pt x="48180" y="215000"/>
                  </a:cubicBezTo>
                  <a:cubicBezTo>
                    <a:pt x="49768" y="212981"/>
                    <a:pt x="54202" y="217416"/>
                    <a:pt x="60655" y="224662"/>
                  </a:cubicBezTo>
                  <a:lnTo>
                    <a:pt x="61416" y="225556"/>
                  </a:lnTo>
                  <a:cubicBezTo>
                    <a:pt x="66810" y="224364"/>
                    <a:pt x="73660" y="223339"/>
                    <a:pt x="76406" y="225059"/>
                  </a:cubicBezTo>
                  <a:cubicBezTo>
                    <a:pt x="81237" y="228104"/>
                    <a:pt x="80013" y="238990"/>
                    <a:pt x="86664" y="239586"/>
                  </a:cubicBezTo>
                  <a:cubicBezTo>
                    <a:pt x="93315" y="240182"/>
                    <a:pt x="98180" y="246866"/>
                    <a:pt x="97551" y="250473"/>
                  </a:cubicBezTo>
                  <a:cubicBezTo>
                    <a:pt x="96922" y="254080"/>
                    <a:pt x="104831" y="255900"/>
                    <a:pt x="104169" y="261360"/>
                  </a:cubicBezTo>
                  <a:cubicBezTo>
                    <a:pt x="103507" y="266820"/>
                    <a:pt x="121740" y="265595"/>
                    <a:pt x="124023" y="263775"/>
                  </a:cubicBezTo>
                  <a:cubicBezTo>
                    <a:pt x="126986" y="261582"/>
                    <a:pt x="130886" y="261117"/>
                    <a:pt x="134281" y="262551"/>
                  </a:cubicBezTo>
                  <a:cubicBezTo>
                    <a:pt x="137326" y="264371"/>
                    <a:pt x="142753" y="260764"/>
                    <a:pt x="145797" y="261955"/>
                  </a:cubicBezTo>
                  <a:cubicBezTo>
                    <a:pt x="148841" y="263147"/>
                    <a:pt x="160919" y="268011"/>
                    <a:pt x="158504" y="272247"/>
                  </a:cubicBezTo>
                  <a:cubicBezTo>
                    <a:pt x="156088" y="276482"/>
                    <a:pt x="147617" y="283133"/>
                    <a:pt x="149437" y="286773"/>
                  </a:cubicBezTo>
                  <a:cubicBezTo>
                    <a:pt x="150860" y="289619"/>
                    <a:pt x="157180" y="291439"/>
                    <a:pt x="159761" y="295013"/>
                  </a:cubicBezTo>
                  <a:cubicBezTo>
                    <a:pt x="160047" y="295046"/>
                    <a:pt x="160336" y="295046"/>
                    <a:pt x="160622" y="295013"/>
                  </a:cubicBezTo>
                  <a:cubicBezTo>
                    <a:pt x="165254" y="294020"/>
                    <a:pt x="167240" y="276548"/>
                    <a:pt x="167240" y="271386"/>
                  </a:cubicBezTo>
                  <a:cubicBezTo>
                    <a:pt x="167694" y="263397"/>
                    <a:pt x="168879" y="255466"/>
                    <a:pt x="170780" y="247693"/>
                  </a:cubicBezTo>
                  <a:cubicBezTo>
                    <a:pt x="173725" y="237568"/>
                    <a:pt x="159662" y="230453"/>
                    <a:pt x="159662" y="219500"/>
                  </a:cubicBezTo>
                  <a:cubicBezTo>
                    <a:pt x="159662" y="208547"/>
                    <a:pt x="165221" y="214636"/>
                    <a:pt x="171508" y="210136"/>
                  </a:cubicBezTo>
                  <a:cubicBezTo>
                    <a:pt x="177796" y="205635"/>
                    <a:pt x="171144" y="203716"/>
                    <a:pt x="168001" y="202988"/>
                  </a:cubicBezTo>
                  <a:cubicBezTo>
                    <a:pt x="164857" y="202260"/>
                    <a:pt x="162442" y="196767"/>
                    <a:pt x="163500" y="193458"/>
                  </a:cubicBezTo>
                  <a:cubicBezTo>
                    <a:pt x="164559" y="190149"/>
                    <a:pt x="183652" y="191539"/>
                    <a:pt x="189741" y="191539"/>
                  </a:cubicBezTo>
                  <a:cubicBezTo>
                    <a:pt x="196595" y="190740"/>
                    <a:pt x="203215" y="188556"/>
                    <a:pt x="209198" y="185119"/>
                  </a:cubicBezTo>
                  <a:cubicBezTo>
                    <a:pt x="210232" y="181801"/>
                    <a:pt x="208968" y="178197"/>
                    <a:pt x="206088" y="176251"/>
                  </a:cubicBezTo>
                  <a:cubicBezTo>
                    <a:pt x="201389" y="172611"/>
                    <a:pt x="203110" y="167383"/>
                    <a:pt x="206783" y="163213"/>
                  </a:cubicBezTo>
                  <a:cubicBezTo>
                    <a:pt x="210456" y="159044"/>
                    <a:pt x="204500" y="154874"/>
                    <a:pt x="200165" y="149977"/>
                  </a:cubicBezTo>
                  <a:cubicBezTo>
                    <a:pt x="195830" y="145079"/>
                    <a:pt x="199106" y="126814"/>
                    <a:pt x="204334" y="118144"/>
                  </a:cubicBezTo>
                  <a:cubicBezTo>
                    <a:pt x="209562" y="109474"/>
                    <a:pt x="193712" y="111526"/>
                    <a:pt x="183983" y="112783"/>
                  </a:cubicBezTo>
                  <a:cubicBezTo>
                    <a:pt x="174535" y="114016"/>
                    <a:pt x="165179" y="109930"/>
                    <a:pt x="159662" y="102161"/>
                  </a:cubicBezTo>
                  <a:cubicBezTo>
                    <a:pt x="153408" y="94153"/>
                    <a:pt x="144870" y="99216"/>
                    <a:pt x="129880" y="99547"/>
                  </a:cubicBezTo>
                  <a:cubicBezTo>
                    <a:pt x="114890" y="99878"/>
                    <a:pt x="117868" y="83002"/>
                    <a:pt x="118563" y="76615"/>
                  </a:cubicBezTo>
                  <a:cubicBezTo>
                    <a:pt x="119258" y="70229"/>
                    <a:pt x="110919" y="69302"/>
                    <a:pt x="110919" y="65133"/>
                  </a:cubicBezTo>
                  <a:cubicBezTo>
                    <a:pt x="110919" y="60963"/>
                    <a:pt x="106585" y="60963"/>
                    <a:pt x="102746" y="61294"/>
                  </a:cubicBezTo>
                  <a:cubicBezTo>
                    <a:pt x="98908" y="61625"/>
                    <a:pt x="102746" y="56628"/>
                    <a:pt x="105360" y="53319"/>
                  </a:cubicBezTo>
                  <a:cubicBezTo>
                    <a:pt x="107974" y="50010"/>
                    <a:pt x="107809" y="47429"/>
                    <a:pt x="107974" y="40447"/>
                  </a:cubicBezTo>
                  <a:cubicBezTo>
                    <a:pt x="108140" y="33465"/>
                    <a:pt x="118233" y="27608"/>
                    <a:pt x="123262" y="20791"/>
                  </a:cubicBezTo>
                  <a:cubicBezTo>
                    <a:pt x="124633" y="19156"/>
                    <a:pt x="126486" y="17998"/>
                    <a:pt x="128557" y="17482"/>
                  </a:cubicBezTo>
                  <a:cubicBezTo>
                    <a:pt x="129226" y="15678"/>
                    <a:pt x="130849" y="14401"/>
                    <a:pt x="132759" y="14173"/>
                  </a:cubicBezTo>
                  <a:cubicBezTo>
                    <a:pt x="140469" y="12618"/>
                    <a:pt x="144341" y="7555"/>
                    <a:pt x="136995" y="3353"/>
                  </a:cubicBezTo>
                  <a:cubicBezTo>
                    <a:pt x="129649" y="-850"/>
                    <a:pt x="125446" y="11460"/>
                    <a:pt x="117339" y="12618"/>
                  </a:cubicBezTo>
                  <a:cubicBezTo>
                    <a:pt x="109232" y="13776"/>
                    <a:pt x="107710" y="18773"/>
                    <a:pt x="102316" y="21486"/>
                  </a:cubicBezTo>
                  <a:cubicBezTo>
                    <a:pt x="96922" y="24200"/>
                    <a:pt x="86896" y="21850"/>
                    <a:pt x="86499" y="26483"/>
                  </a:cubicBezTo>
                  <a:cubicBezTo>
                    <a:pt x="86102" y="31116"/>
                    <a:pt x="83190" y="26483"/>
                    <a:pt x="78425" y="25325"/>
                  </a:cubicBezTo>
                  <a:cubicBezTo>
                    <a:pt x="73660" y="24167"/>
                    <a:pt x="61879" y="34590"/>
                    <a:pt x="62210" y="40381"/>
                  </a:cubicBezTo>
                  <a:cubicBezTo>
                    <a:pt x="62541" y="46172"/>
                    <a:pt x="64527" y="51533"/>
                    <a:pt x="56055" y="56926"/>
                  </a:cubicBezTo>
                  <a:cubicBezTo>
                    <a:pt x="47584" y="62320"/>
                    <a:pt x="42554" y="72346"/>
                    <a:pt x="38716" y="76781"/>
                  </a:cubicBezTo>
                  <a:cubicBezTo>
                    <a:pt x="37875" y="78026"/>
                    <a:pt x="36218" y="78415"/>
                    <a:pt x="34910" y="77674"/>
                  </a:cubicBezTo>
                  <a:cubicBezTo>
                    <a:pt x="34734" y="79706"/>
                    <a:pt x="33897" y="81623"/>
                    <a:pt x="32528" y="83134"/>
                  </a:cubicBezTo>
                  <a:cubicBezTo>
                    <a:pt x="28428" y="86711"/>
                    <a:pt x="24518" y="90499"/>
                    <a:pt x="20814" y="94484"/>
                  </a:cubicBezTo>
                  <a:cubicBezTo>
                    <a:pt x="22965" y="96569"/>
                    <a:pt x="25016" y="98455"/>
                    <a:pt x="26373" y="99911"/>
                  </a:cubicBezTo>
                  <a:cubicBezTo>
                    <a:pt x="31767" y="105702"/>
                    <a:pt x="28292" y="110334"/>
                    <a:pt x="29848" y="113412"/>
                  </a:cubicBezTo>
                  <a:cubicBezTo>
                    <a:pt x="31403" y="116489"/>
                    <a:pt x="32925" y="121122"/>
                    <a:pt x="29848" y="123041"/>
                  </a:cubicBezTo>
                  <a:cubicBezTo>
                    <a:pt x="26770" y="124961"/>
                    <a:pt x="29451" y="146205"/>
                    <a:pt x="32925" y="150010"/>
                  </a:cubicBezTo>
                  <a:cubicBezTo>
                    <a:pt x="36400" y="153815"/>
                    <a:pt x="32925" y="157356"/>
                    <a:pt x="29087" y="165033"/>
                  </a:cubicBezTo>
                  <a:cubicBezTo>
                    <a:pt x="25248" y="172710"/>
                    <a:pt x="21741" y="176218"/>
                    <a:pt x="14791" y="176615"/>
                  </a:cubicBezTo>
                  <a:cubicBezTo>
                    <a:pt x="7842" y="177012"/>
                    <a:pt x="8173" y="187799"/>
                    <a:pt x="5956" y="187799"/>
                  </a:cubicBezTo>
                  <a:cubicBezTo>
                    <a:pt x="3739" y="187799"/>
                    <a:pt x="2647" y="191704"/>
                    <a:pt x="2482" y="195046"/>
                  </a:cubicBezTo>
                  <a:cubicBezTo>
                    <a:pt x="9100" y="200473"/>
                    <a:pt x="20582" y="207058"/>
                    <a:pt x="23958" y="207058"/>
                  </a:cubicBezTo>
                  <a:cubicBezTo>
                    <a:pt x="27333" y="207058"/>
                    <a:pt x="30112" y="212187"/>
                    <a:pt x="34944" y="2150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C362654-4628-124E-8D33-7471AE6BCB2F}"/>
                </a:ext>
              </a:extLst>
            </p:cNvPr>
            <p:cNvSpPr/>
            <p:nvPr/>
          </p:nvSpPr>
          <p:spPr>
            <a:xfrm>
              <a:off x="3182048" y="3306260"/>
              <a:ext cx="215089" cy="241561"/>
            </a:xfrm>
            <a:custGeom>
              <a:avLst/>
              <a:gdLst>
                <a:gd name="connsiteX0" fmla="*/ 213020 w 215088"/>
                <a:gd name="connsiteY0" fmla="*/ 144873 h 241561"/>
                <a:gd name="connsiteX1" fmla="*/ 202729 w 215088"/>
                <a:gd name="connsiteY1" fmla="*/ 127930 h 241561"/>
                <a:gd name="connsiteX2" fmla="*/ 188334 w 215088"/>
                <a:gd name="connsiteY2" fmla="*/ 119161 h 241561"/>
                <a:gd name="connsiteX3" fmla="*/ 169341 w 215088"/>
                <a:gd name="connsiteY3" fmla="*/ 110425 h 241561"/>
                <a:gd name="connsiteX4" fmla="*/ 167289 w 215088"/>
                <a:gd name="connsiteY4" fmla="*/ 96031 h 241561"/>
                <a:gd name="connsiteX5" fmla="*/ 164708 w 215088"/>
                <a:gd name="connsiteY5" fmla="*/ 82795 h 241561"/>
                <a:gd name="connsiteX6" fmla="*/ 158090 w 215088"/>
                <a:gd name="connsiteY6" fmla="*/ 71015 h 241561"/>
                <a:gd name="connsiteX7" fmla="*/ 139063 w 215088"/>
                <a:gd name="connsiteY7" fmla="*/ 66878 h 241561"/>
                <a:gd name="connsiteX8" fmla="*/ 124668 w 215088"/>
                <a:gd name="connsiteY8" fmla="*/ 60260 h 241561"/>
                <a:gd name="connsiteX9" fmla="*/ 117488 w 215088"/>
                <a:gd name="connsiteY9" fmla="*/ 54105 h 241561"/>
                <a:gd name="connsiteX10" fmla="*/ 105145 w 215088"/>
                <a:gd name="connsiteY10" fmla="*/ 51557 h 241561"/>
                <a:gd name="connsiteX11" fmla="*/ 84529 w 215088"/>
                <a:gd name="connsiteY11" fmla="*/ 38983 h 241561"/>
                <a:gd name="connsiteX12" fmla="*/ 78871 w 215088"/>
                <a:gd name="connsiteY12" fmla="*/ 5065 h 241561"/>
                <a:gd name="connsiteX13" fmla="*/ 62326 w 215088"/>
                <a:gd name="connsiteY13" fmla="*/ 4072 h 241561"/>
                <a:gd name="connsiteX14" fmla="*/ 41743 w 215088"/>
                <a:gd name="connsiteY14" fmla="*/ 13305 h 241561"/>
                <a:gd name="connsiteX15" fmla="*/ 26853 w 215088"/>
                <a:gd name="connsiteY15" fmla="*/ 21015 h 241561"/>
                <a:gd name="connsiteX16" fmla="*/ 11962 w 215088"/>
                <a:gd name="connsiteY16" fmla="*/ 24622 h 241561"/>
                <a:gd name="connsiteX17" fmla="*/ 6138 w 215088"/>
                <a:gd name="connsiteY17" fmla="*/ 23298 h 241561"/>
                <a:gd name="connsiteX18" fmla="*/ 18117 w 215088"/>
                <a:gd name="connsiteY18" fmla="*/ 47752 h 241561"/>
                <a:gd name="connsiteX19" fmla="*/ 13517 w 215088"/>
                <a:gd name="connsiteY19" fmla="*/ 56984 h 241561"/>
                <a:gd name="connsiteX20" fmla="*/ 15039 w 215088"/>
                <a:gd name="connsiteY20" fmla="*/ 81670 h 241561"/>
                <a:gd name="connsiteX21" fmla="*/ 10936 w 215088"/>
                <a:gd name="connsiteY21" fmla="*/ 96031 h 241561"/>
                <a:gd name="connsiteX22" fmla="*/ 6833 w 215088"/>
                <a:gd name="connsiteY22" fmla="*/ 110955 h 241561"/>
                <a:gd name="connsiteX23" fmla="*/ 13451 w 215088"/>
                <a:gd name="connsiteY23" fmla="*/ 119161 h 241561"/>
                <a:gd name="connsiteX24" fmla="*/ 4185 w 215088"/>
                <a:gd name="connsiteY24" fmla="*/ 133026 h 241561"/>
                <a:gd name="connsiteX25" fmla="*/ 2730 w 215088"/>
                <a:gd name="connsiteY25" fmla="*/ 140174 h 241561"/>
                <a:gd name="connsiteX26" fmla="*/ 9844 w 215088"/>
                <a:gd name="connsiteY26" fmla="*/ 148447 h 241561"/>
                <a:gd name="connsiteX27" fmla="*/ 13947 w 215088"/>
                <a:gd name="connsiteY27" fmla="*/ 166944 h 241561"/>
                <a:gd name="connsiteX28" fmla="*/ 21128 w 215088"/>
                <a:gd name="connsiteY28" fmla="*/ 176871 h 241561"/>
                <a:gd name="connsiteX29" fmla="*/ 17554 w 215088"/>
                <a:gd name="connsiteY29" fmla="*/ 189181 h 241561"/>
                <a:gd name="connsiteX30" fmla="*/ 23709 w 215088"/>
                <a:gd name="connsiteY30" fmla="*/ 203608 h 241561"/>
                <a:gd name="connsiteX31" fmla="*/ 29864 w 215088"/>
                <a:gd name="connsiteY31" fmla="*/ 219525 h 241561"/>
                <a:gd name="connsiteX32" fmla="*/ 34000 w 215088"/>
                <a:gd name="connsiteY32" fmla="*/ 238519 h 241561"/>
                <a:gd name="connsiteX33" fmla="*/ 57627 w 215088"/>
                <a:gd name="connsiteY33" fmla="*/ 224654 h 241561"/>
                <a:gd name="connsiteX34" fmla="*/ 73047 w 215088"/>
                <a:gd name="connsiteY34" fmla="*/ 224125 h 241561"/>
                <a:gd name="connsiteX35" fmla="*/ 93100 w 215088"/>
                <a:gd name="connsiteY35" fmla="*/ 232364 h 241561"/>
                <a:gd name="connsiteX36" fmla="*/ 103358 w 215088"/>
                <a:gd name="connsiteY36" fmla="*/ 222073 h 241561"/>
                <a:gd name="connsiteX37" fmla="*/ 126521 w 215088"/>
                <a:gd name="connsiteY37" fmla="*/ 222073 h 241561"/>
                <a:gd name="connsiteX38" fmla="*/ 131683 w 215088"/>
                <a:gd name="connsiteY38" fmla="*/ 195369 h 241561"/>
                <a:gd name="connsiteX39" fmla="*/ 144920 w 215088"/>
                <a:gd name="connsiteY39" fmla="*/ 178824 h 241561"/>
                <a:gd name="connsiteX40" fmla="*/ 165998 w 215088"/>
                <a:gd name="connsiteY40" fmla="*/ 175217 h 241561"/>
                <a:gd name="connsiteX41" fmla="*/ 185853 w 215088"/>
                <a:gd name="connsiteY41" fmla="*/ 173165 h 241561"/>
                <a:gd name="connsiteX42" fmla="*/ 202398 w 215088"/>
                <a:gd name="connsiteY42" fmla="*/ 180379 h 241561"/>
                <a:gd name="connsiteX43" fmla="*/ 210637 w 215088"/>
                <a:gd name="connsiteY43" fmla="*/ 167507 h 241561"/>
                <a:gd name="connsiteX44" fmla="*/ 213020 w 215088"/>
                <a:gd name="connsiteY44" fmla="*/ 144873 h 24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5088" h="241561">
                  <a:moveTo>
                    <a:pt x="213020" y="144873"/>
                  </a:moveTo>
                  <a:cubicBezTo>
                    <a:pt x="210439" y="137163"/>
                    <a:pt x="202729" y="136137"/>
                    <a:pt x="202729" y="127930"/>
                  </a:cubicBezTo>
                  <a:cubicBezTo>
                    <a:pt x="202729" y="119724"/>
                    <a:pt x="199651" y="118665"/>
                    <a:pt x="188334" y="119161"/>
                  </a:cubicBezTo>
                  <a:cubicBezTo>
                    <a:pt x="177018" y="119658"/>
                    <a:pt x="169837" y="117110"/>
                    <a:pt x="169341" y="110425"/>
                  </a:cubicBezTo>
                  <a:cubicBezTo>
                    <a:pt x="168844" y="103741"/>
                    <a:pt x="162127" y="98612"/>
                    <a:pt x="167289" y="96031"/>
                  </a:cubicBezTo>
                  <a:cubicBezTo>
                    <a:pt x="172451" y="93450"/>
                    <a:pt x="163682" y="88850"/>
                    <a:pt x="164708" y="82795"/>
                  </a:cubicBezTo>
                  <a:cubicBezTo>
                    <a:pt x="165734" y="76739"/>
                    <a:pt x="161630" y="74092"/>
                    <a:pt x="158090" y="71015"/>
                  </a:cubicBezTo>
                  <a:cubicBezTo>
                    <a:pt x="154549" y="67937"/>
                    <a:pt x="139063" y="72537"/>
                    <a:pt x="139063" y="66878"/>
                  </a:cubicBezTo>
                  <a:cubicBezTo>
                    <a:pt x="139063" y="61220"/>
                    <a:pt x="129830" y="60260"/>
                    <a:pt x="124668" y="60260"/>
                  </a:cubicBezTo>
                  <a:cubicBezTo>
                    <a:pt x="119506" y="60260"/>
                    <a:pt x="123146" y="53642"/>
                    <a:pt x="117488" y="54105"/>
                  </a:cubicBezTo>
                  <a:cubicBezTo>
                    <a:pt x="111829" y="54569"/>
                    <a:pt x="112855" y="50498"/>
                    <a:pt x="105145" y="51557"/>
                  </a:cubicBezTo>
                  <a:cubicBezTo>
                    <a:pt x="97435" y="52616"/>
                    <a:pt x="92802" y="48910"/>
                    <a:pt x="84529" y="38983"/>
                  </a:cubicBezTo>
                  <a:cubicBezTo>
                    <a:pt x="76257" y="29056"/>
                    <a:pt x="77316" y="10227"/>
                    <a:pt x="78871" y="5065"/>
                  </a:cubicBezTo>
                  <a:cubicBezTo>
                    <a:pt x="80426" y="-97"/>
                    <a:pt x="69109" y="4072"/>
                    <a:pt x="62326" y="4072"/>
                  </a:cubicBezTo>
                  <a:cubicBezTo>
                    <a:pt x="55542" y="4072"/>
                    <a:pt x="49089" y="9201"/>
                    <a:pt x="41743" y="13305"/>
                  </a:cubicBezTo>
                  <a:cubicBezTo>
                    <a:pt x="34397" y="17408"/>
                    <a:pt x="30459" y="17408"/>
                    <a:pt x="26853" y="21015"/>
                  </a:cubicBezTo>
                  <a:cubicBezTo>
                    <a:pt x="23020" y="25022"/>
                    <a:pt x="17204" y="26431"/>
                    <a:pt x="11962" y="24622"/>
                  </a:cubicBezTo>
                  <a:cubicBezTo>
                    <a:pt x="10074" y="23971"/>
                    <a:pt x="8121" y="23528"/>
                    <a:pt x="6138" y="23298"/>
                  </a:cubicBezTo>
                  <a:cubicBezTo>
                    <a:pt x="9182" y="30876"/>
                    <a:pt x="16495" y="43152"/>
                    <a:pt x="18117" y="47752"/>
                  </a:cubicBezTo>
                  <a:cubicBezTo>
                    <a:pt x="20168" y="53410"/>
                    <a:pt x="15569" y="54933"/>
                    <a:pt x="13517" y="56984"/>
                  </a:cubicBezTo>
                  <a:cubicBezTo>
                    <a:pt x="11465" y="59036"/>
                    <a:pt x="14510" y="77533"/>
                    <a:pt x="15039" y="81670"/>
                  </a:cubicBezTo>
                  <a:cubicBezTo>
                    <a:pt x="15569" y="85806"/>
                    <a:pt x="7826" y="93483"/>
                    <a:pt x="10936" y="96031"/>
                  </a:cubicBezTo>
                  <a:cubicBezTo>
                    <a:pt x="14047" y="98579"/>
                    <a:pt x="6833" y="106322"/>
                    <a:pt x="6833" y="110955"/>
                  </a:cubicBezTo>
                  <a:cubicBezTo>
                    <a:pt x="6833" y="115588"/>
                    <a:pt x="13451" y="115588"/>
                    <a:pt x="13451" y="119161"/>
                  </a:cubicBezTo>
                  <a:cubicBezTo>
                    <a:pt x="13451" y="122735"/>
                    <a:pt x="7759" y="131008"/>
                    <a:pt x="4185" y="133026"/>
                  </a:cubicBezTo>
                  <a:cubicBezTo>
                    <a:pt x="2299" y="134118"/>
                    <a:pt x="2266" y="137030"/>
                    <a:pt x="2730" y="140174"/>
                  </a:cubicBezTo>
                  <a:cubicBezTo>
                    <a:pt x="3788" y="139843"/>
                    <a:pt x="4550" y="144509"/>
                    <a:pt x="9844" y="148447"/>
                  </a:cubicBezTo>
                  <a:cubicBezTo>
                    <a:pt x="15999" y="153079"/>
                    <a:pt x="8818" y="160789"/>
                    <a:pt x="13947" y="166944"/>
                  </a:cubicBezTo>
                  <a:cubicBezTo>
                    <a:pt x="19076" y="173099"/>
                    <a:pt x="24735" y="173562"/>
                    <a:pt x="21128" y="176871"/>
                  </a:cubicBezTo>
                  <a:cubicBezTo>
                    <a:pt x="17521" y="180180"/>
                    <a:pt x="21657" y="186104"/>
                    <a:pt x="17554" y="189181"/>
                  </a:cubicBezTo>
                  <a:cubicBezTo>
                    <a:pt x="13451" y="192258"/>
                    <a:pt x="19076" y="201524"/>
                    <a:pt x="23709" y="203608"/>
                  </a:cubicBezTo>
                  <a:cubicBezTo>
                    <a:pt x="28342" y="205693"/>
                    <a:pt x="25264" y="214892"/>
                    <a:pt x="29864" y="219525"/>
                  </a:cubicBezTo>
                  <a:cubicBezTo>
                    <a:pt x="34463" y="224158"/>
                    <a:pt x="32445" y="234945"/>
                    <a:pt x="34000" y="238519"/>
                  </a:cubicBezTo>
                  <a:cubicBezTo>
                    <a:pt x="35555" y="242093"/>
                    <a:pt x="49420" y="233390"/>
                    <a:pt x="57627" y="224654"/>
                  </a:cubicBezTo>
                  <a:cubicBezTo>
                    <a:pt x="65833" y="215918"/>
                    <a:pt x="65337" y="223099"/>
                    <a:pt x="73047" y="224125"/>
                  </a:cubicBezTo>
                  <a:cubicBezTo>
                    <a:pt x="80757" y="225150"/>
                    <a:pt x="89592" y="225184"/>
                    <a:pt x="93100" y="232364"/>
                  </a:cubicBezTo>
                  <a:cubicBezTo>
                    <a:pt x="96608" y="239545"/>
                    <a:pt x="100810" y="225184"/>
                    <a:pt x="103358" y="222073"/>
                  </a:cubicBezTo>
                  <a:cubicBezTo>
                    <a:pt x="105906" y="218962"/>
                    <a:pt x="123411" y="223099"/>
                    <a:pt x="126521" y="222073"/>
                  </a:cubicBezTo>
                  <a:cubicBezTo>
                    <a:pt x="129632" y="221047"/>
                    <a:pt x="132180" y="198910"/>
                    <a:pt x="131683" y="195369"/>
                  </a:cubicBezTo>
                  <a:cubicBezTo>
                    <a:pt x="131187" y="191828"/>
                    <a:pt x="138864" y="183026"/>
                    <a:pt x="144920" y="178824"/>
                  </a:cubicBezTo>
                  <a:cubicBezTo>
                    <a:pt x="150975" y="174621"/>
                    <a:pt x="160836" y="177798"/>
                    <a:pt x="165998" y="175217"/>
                  </a:cubicBezTo>
                  <a:cubicBezTo>
                    <a:pt x="171160" y="172636"/>
                    <a:pt x="178837" y="173165"/>
                    <a:pt x="185853" y="173165"/>
                  </a:cubicBezTo>
                  <a:cubicBezTo>
                    <a:pt x="192868" y="173165"/>
                    <a:pt x="198195" y="180379"/>
                    <a:pt x="202398" y="180379"/>
                  </a:cubicBezTo>
                  <a:cubicBezTo>
                    <a:pt x="206601" y="180379"/>
                    <a:pt x="211663" y="173761"/>
                    <a:pt x="210637" y="167507"/>
                  </a:cubicBezTo>
                  <a:cubicBezTo>
                    <a:pt x="209612" y="161253"/>
                    <a:pt x="215601" y="152616"/>
                    <a:pt x="213020" y="1448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1A5BC4E-79F0-744A-AA2F-1A32F93EAF8B}"/>
                </a:ext>
              </a:extLst>
            </p:cNvPr>
            <p:cNvSpPr/>
            <p:nvPr/>
          </p:nvSpPr>
          <p:spPr>
            <a:xfrm>
              <a:off x="2977591" y="3136289"/>
              <a:ext cx="225016" cy="327597"/>
            </a:xfrm>
            <a:custGeom>
              <a:avLst/>
              <a:gdLst>
                <a:gd name="connsiteX0" fmla="*/ 206757 w 225015"/>
                <a:gd name="connsiteY0" fmla="*/ 310774 h 327596"/>
                <a:gd name="connsiteX1" fmla="*/ 207353 w 225015"/>
                <a:gd name="connsiteY1" fmla="*/ 310178 h 327596"/>
                <a:gd name="connsiteX2" fmla="*/ 208809 w 225015"/>
                <a:gd name="connsiteY2" fmla="*/ 303030 h 327596"/>
                <a:gd name="connsiteX3" fmla="*/ 218074 w 225015"/>
                <a:gd name="connsiteY3" fmla="*/ 289165 h 327596"/>
                <a:gd name="connsiteX4" fmla="*/ 211456 w 225015"/>
                <a:gd name="connsiteY4" fmla="*/ 280959 h 327596"/>
                <a:gd name="connsiteX5" fmla="*/ 215559 w 225015"/>
                <a:gd name="connsiteY5" fmla="*/ 266035 h 327596"/>
                <a:gd name="connsiteX6" fmla="*/ 219662 w 225015"/>
                <a:gd name="connsiteY6" fmla="*/ 251674 h 327596"/>
                <a:gd name="connsiteX7" fmla="*/ 218140 w 225015"/>
                <a:gd name="connsiteY7" fmla="*/ 226988 h 327596"/>
                <a:gd name="connsiteX8" fmla="*/ 222739 w 225015"/>
                <a:gd name="connsiteY8" fmla="*/ 217756 h 327596"/>
                <a:gd name="connsiteX9" fmla="*/ 210761 w 225015"/>
                <a:gd name="connsiteY9" fmla="*/ 193302 h 327596"/>
                <a:gd name="connsiteX10" fmla="*/ 193951 w 225015"/>
                <a:gd name="connsiteY10" fmla="*/ 194096 h 327596"/>
                <a:gd name="connsiteX11" fmla="*/ 189847 w 225015"/>
                <a:gd name="connsiteY11" fmla="*/ 171495 h 327596"/>
                <a:gd name="connsiteX12" fmla="*/ 182138 w 225015"/>
                <a:gd name="connsiteY12" fmla="*/ 173051 h 327596"/>
                <a:gd name="connsiteX13" fmla="*/ 163640 w 225015"/>
                <a:gd name="connsiteY13" fmla="*/ 175598 h 327596"/>
                <a:gd name="connsiteX14" fmla="*/ 154375 w 225015"/>
                <a:gd name="connsiteY14" fmla="*/ 165837 h 327596"/>
                <a:gd name="connsiteX15" fmla="*/ 145672 w 225015"/>
                <a:gd name="connsiteY15" fmla="*/ 159219 h 327596"/>
                <a:gd name="connsiteX16" fmla="*/ 138458 w 225015"/>
                <a:gd name="connsiteY16" fmla="*/ 144328 h 327596"/>
                <a:gd name="connsiteX17" fmla="*/ 133825 w 225015"/>
                <a:gd name="connsiteY17" fmla="*/ 129437 h 327596"/>
                <a:gd name="connsiteX18" fmla="*/ 136406 w 225015"/>
                <a:gd name="connsiteY18" fmla="*/ 118120 h 327596"/>
                <a:gd name="connsiteX19" fmla="*/ 144116 w 225015"/>
                <a:gd name="connsiteY19" fmla="*/ 108855 h 327596"/>
                <a:gd name="connsiteX20" fmla="*/ 149775 w 225015"/>
                <a:gd name="connsiteY20" fmla="*/ 92310 h 327596"/>
                <a:gd name="connsiteX21" fmla="*/ 165195 w 225015"/>
                <a:gd name="connsiteY21" fmla="*/ 82052 h 327596"/>
                <a:gd name="connsiteX22" fmla="*/ 186241 w 225015"/>
                <a:gd name="connsiteY22" fmla="*/ 74341 h 327596"/>
                <a:gd name="connsiteX23" fmla="*/ 200304 w 225015"/>
                <a:gd name="connsiteY23" fmla="*/ 73349 h 327596"/>
                <a:gd name="connsiteX24" fmla="*/ 189980 w 225015"/>
                <a:gd name="connsiteY24" fmla="*/ 65109 h 327596"/>
                <a:gd name="connsiteX25" fmla="*/ 199047 w 225015"/>
                <a:gd name="connsiteY25" fmla="*/ 50582 h 327596"/>
                <a:gd name="connsiteX26" fmla="*/ 186340 w 225015"/>
                <a:gd name="connsiteY26" fmla="*/ 40291 h 327596"/>
                <a:gd name="connsiteX27" fmla="*/ 174824 w 225015"/>
                <a:gd name="connsiteY27" fmla="*/ 40887 h 327596"/>
                <a:gd name="connsiteX28" fmla="*/ 164566 w 225015"/>
                <a:gd name="connsiteY28" fmla="*/ 42111 h 327596"/>
                <a:gd name="connsiteX29" fmla="*/ 144712 w 225015"/>
                <a:gd name="connsiteY29" fmla="*/ 39696 h 327596"/>
                <a:gd name="connsiteX30" fmla="*/ 138094 w 225015"/>
                <a:gd name="connsiteY30" fmla="*/ 28809 h 327596"/>
                <a:gd name="connsiteX31" fmla="*/ 127207 w 225015"/>
                <a:gd name="connsiteY31" fmla="*/ 17922 h 327596"/>
                <a:gd name="connsiteX32" fmla="*/ 116949 w 225015"/>
                <a:gd name="connsiteY32" fmla="*/ 3395 h 327596"/>
                <a:gd name="connsiteX33" fmla="*/ 101959 w 225015"/>
                <a:gd name="connsiteY33" fmla="*/ 3892 h 327596"/>
                <a:gd name="connsiteX34" fmla="*/ 105996 w 225015"/>
                <a:gd name="connsiteY34" fmla="*/ 16268 h 327596"/>
                <a:gd name="connsiteX35" fmla="*/ 96367 w 225015"/>
                <a:gd name="connsiteY35" fmla="*/ 33905 h 327596"/>
                <a:gd name="connsiteX36" fmla="*/ 62217 w 225015"/>
                <a:gd name="connsiteY36" fmla="*/ 52402 h 327596"/>
                <a:gd name="connsiteX37" fmla="*/ 46532 w 225015"/>
                <a:gd name="connsiteY37" fmla="*/ 80132 h 327596"/>
                <a:gd name="connsiteX38" fmla="*/ 34090 w 225015"/>
                <a:gd name="connsiteY38" fmla="*/ 80926 h 327596"/>
                <a:gd name="connsiteX39" fmla="*/ 20854 w 225015"/>
                <a:gd name="connsiteY39" fmla="*/ 77319 h 327596"/>
                <a:gd name="connsiteX40" fmla="*/ 20854 w 225015"/>
                <a:gd name="connsiteY40" fmla="*/ 68484 h 327596"/>
                <a:gd name="connsiteX41" fmla="*/ 17545 w 225015"/>
                <a:gd name="connsiteY41" fmla="*/ 59550 h 327596"/>
                <a:gd name="connsiteX42" fmla="*/ 3151 w 225015"/>
                <a:gd name="connsiteY42" fmla="*/ 74705 h 327596"/>
                <a:gd name="connsiteX43" fmla="*/ 9769 w 225015"/>
                <a:gd name="connsiteY43" fmla="*/ 98597 h 327596"/>
                <a:gd name="connsiteX44" fmla="*/ 4375 w 225015"/>
                <a:gd name="connsiteY44" fmla="*/ 103229 h 327596"/>
                <a:gd name="connsiteX45" fmla="*/ 23270 w 225015"/>
                <a:gd name="connsiteY45" fmla="*/ 118253 h 327596"/>
                <a:gd name="connsiteX46" fmla="*/ 40609 w 225015"/>
                <a:gd name="connsiteY46" fmla="*/ 142177 h 327596"/>
                <a:gd name="connsiteX47" fmla="*/ 52952 w 225015"/>
                <a:gd name="connsiteY47" fmla="*/ 168650 h 327596"/>
                <a:gd name="connsiteX48" fmla="*/ 79921 w 225015"/>
                <a:gd name="connsiteY48" fmla="*/ 219940 h 327596"/>
                <a:gd name="connsiteX49" fmla="*/ 90344 w 225015"/>
                <a:gd name="connsiteY49" fmla="*/ 242276 h 327596"/>
                <a:gd name="connsiteX50" fmla="*/ 96962 w 225015"/>
                <a:gd name="connsiteY50" fmla="*/ 258093 h 327596"/>
                <a:gd name="connsiteX51" fmla="*/ 124328 w 225015"/>
                <a:gd name="connsiteY51" fmla="*/ 277352 h 327596"/>
                <a:gd name="connsiteX52" fmla="*/ 174460 w 225015"/>
                <a:gd name="connsiteY52" fmla="*/ 308192 h 327596"/>
                <a:gd name="connsiteX53" fmla="*/ 195274 w 225015"/>
                <a:gd name="connsiteY53" fmla="*/ 324010 h 327596"/>
                <a:gd name="connsiteX54" fmla="*/ 196234 w 225015"/>
                <a:gd name="connsiteY54" fmla="*/ 327319 h 327596"/>
                <a:gd name="connsiteX55" fmla="*/ 200006 w 225015"/>
                <a:gd name="connsiteY55" fmla="*/ 324572 h 327596"/>
                <a:gd name="connsiteX56" fmla="*/ 206757 w 225015"/>
                <a:gd name="connsiteY56" fmla="*/ 310774 h 327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5015" h="327596">
                  <a:moveTo>
                    <a:pt x="206757" y="310774"/>
                  </a:moveTo>
                  <a:cubicBezTo>
                    <a:pt x="206871" y="310505"/>
                    <a:pt x="207084" y="310292"/>
                    <a:pt x="207353" y="310178"/>
                  </a:cubicBezTo>
                  <a:cubicBezTo>
                    <a:pt x="206889" y="306869"/>
                    <a:pt x="206922" y="304122"/>
                    <a:pt x="208809" y="303030"/>
                  </a:cubicBezTo>
                  <a:cubicBezTo>
                    <a:pt x="212382" y="301012"/>
                    <a:pt x="218074" y="292772"/>
                    <a:pt x="218074" y="289165"/>
                  </a:cubicBezTo>
                  <a:cubicBezTo>
                    <a:pt x="218074" y="285559"/>
                    <a:pt x="211456" y="285591"/>
                    <a:pt x="211456" y="280959"/>
                  </a:cubicBezTo>
                  <a:cubicBezTo>
                    <a:pt x="211456" y="276326"/>
                    <a:pt x="218636" y="268616"/>
                    <a:pt x="215559" y="266035"/>
                  </a:cubicBezTo>
                  <a:cubicBezTo>
                    <a:pt x="212482" y="263454"/>
                    <a:pt x="220192" y="255777"/>
                    <a:pt x="219662" y="251674"/>
                  </a:cubicBezTo>
                  <a:cubicBezTo>
                    <a:pt x="219133" y="247570"/>
                    <a:pt x="216055" y="229040"/>
                    <a:pt x="218140" y="226988"/>
                  </a:cubicBezTo>
                  <a:cubicBezTo>
                    <a:pt x="220225" y="224937"/>
                    <a:pt x="224758" y="223414"/>
                    <a:pt x="222739" y="217756"/>
                  </a:cubicBezTo>
                  <a:cubicBezTo>
                    <a:pt x="221118" y="213289"/>
                    <a:pt x="213805" y="200880"/>
                    <a:pt x="210761" y="193302"/>
                  </a:cubicBezTo>
                  <a:cubicBezTo>
                    <a:pt x="205164" y="192381"/>
                    <a:pt x="199436" y="192652"/>
                    <a:pt x="193951" y="194096"/>
                  </a:cubicBezTo>
                  <a:cubicBezTo>
                    <a:pt x="188325" y="196181"/>
                    <a:pt x="189847" y="178180"/>
                    <a:pt x="189847" y="171495"/>
                  </a:cubicBezTo>
                  <a:cubicBezTo>
                    <a:pt x="189847" y="164811"/>
                    <a:pt x="184189" y="168418"/>
                    <a:pt x="182138" y="173051"/>
                  </a:cubicBezTo>
                  <a:cubicBezTo>
                    <a:pt x="180086" y="177683"/>
                    <a:pt x="171879" y="175598"/>
                    <a:pt x="163640" y="175598"/>
                  </a:cubicBezTo>
                  <a:cubicBezTo>
                    <a:pt x="155400" y="175598"/>
                    <a:pt x="159537" y="165307"/>
                    <a:pt x="154375" y="165837"/>
                  </a:cubicBezTo>
                  <a:cubicBezTo>
                    <a:pt x="149212" y="166366"/>
                    <a:pt x="145142" y="164282"/>
                    <a:pt x="145672" y="159219"/>
                  </a:cubicBezTo>
                  <a:cubicBezTo>
                    <a:pt x="146201" y="154156"/>
                    <a:pt x="142065" y="149986"/>
                    <a:pt x="138458" y="144328"/>
                  </a:cubicBezTo>
                  <a:cubicBezTo>
                    <a:pt x="134851" y="138670"/>
                    <a:pt x="130748" y="133011"/>
                    <a:pt x="133825" y="129437"/>
                  </a:cubicBezTo>
                  <a:cubicBezTo>
                    <a:pt x="136903" y="125863"/>
                    <a:pt x="131774" y="122819"/>
                    <a:pt x="136406" y="118120"/>
                  </a:cubicBezTo>
                  <a:cubicBezTo>
                    <a:pt x="141039" y="113421"/>
                    <a:pt x="145672" y="115010"/>
                    <a:pt x="144116" y="108855"/>
                  </a:cubicBezTo>
                  <a:cubicBezTo>
                    <a:pt x="142561" y="102700"/>
                    <a:pt x="149246" y="98928"/>
                    <a:pt x="149775" y="92310"/>
                  </a:cubicBezTo>
                  <a:cubicBezTo>
                    <a:pt x="150304" y="85691"/>
                    <a:pt x="157981" y="87677"/>
                    <a:pt x="165195" y="82052"/>
                  </a:cubicBezTo>
                  <a:cubicBezTo>
                    <a:pt x="172409" y="76426"/>
                    <a:pt x="180086" y="79470"/>
                    <a:pt x="186241" y="74341"/>
                  </a:cubicBezTo>
                  <a:cubicBezTo>
                    <a:pt x="192396" y="69212"/>
                    <a:pt x="196168" y="73680"/>
                    <a:pt x="200304" y="73349"/>
                  </a:cubicBezTo>
                  <a:cubicBezTo>
                    <a:pt x="197723" y="69775"/>
                    <a:pt x="191403" y="67955"/>
                    <a:pt x="189980" y="65109"/>
                  </a:cubicBezTo>
                  <a:cubicBezTo>
                    <a:pt x="188160" y="61469"/>
                    <a:pt x="196598" y="54818"/>
                    <a:pt x="199047" y="50582"/>
                  </a:cubicBezTo>
                  <a:cubicBezTo>
                    <a:pt x="201495" y="46347"/>
                    <a:pt x="189351" y="41516"/>
                    <a:pt x="186340" y="40291"/>
                  </a:cubicBezTo>
                  <a:cubicBezTo>
                    <a:pt x="183329" y="39067"/>
                    <a:pt x="177869" y="42707"/>
                    <a:pt x="174824" y="40887"/>
                  </a:cubicBezTo>
                  <a:cubicBezTo>
                    <a:pt x="171429" y="39453"/>
                    <a:pt x="167529" y="39918"/>
                    <a:pt x="164566" y="42111"/>
                  </a:cubicBezTo>
                  <a:cubicBezTo>
                    <a:pt x="162151" y="43931"/>
                    <a:pt x="143984" y="45156"/>
                    <a:pt x="144712" y="39696"/>
                  </a:cubicBezTo>
                  <a:cubicBezTo>
                    <a:pt x="145440" y="34236"/>
                    <a:pt x="137465" y="32449"/>
                    <a:pt x="138094" y="28809"/>
                  </a:cubicBezTo>
                  <a:cubicBezTo>
                    <a:pt x="138723" y="25169"/>
                    <a:pt x="133858" y="18518"/>
                    <a:pt x="127207" y="17922"/>
                  </a:cubicBezTo>
                  <a:cubicBezTo>
                    <a:pt x="120556" y="17326"/>
                    <a:pt x="121780" y="6440"/>
                    <a:pt x="116949" y="3395"/>
                  </a:cubicBezTo>
                  <a:cubicBezTo>
                    <a:pt x="114203" y="1675"/>
                    <a:pt x="107353" y="2700"/>
                    <a:pt x="101959" y="3892"/>
                  </a:cubicBezTo>
                  <a:cubicBezTo>
                    <a:pt x="107783" y="10510"/>
                    <a:pt x="109835" y="13157"/>
                    <a:pt x="105996" y="16268"/>
                  </a:cubicBezTo>
                  <a:cubicBezTo>
                    <a:pt x="100900" y="20338"/>
                    <a:pt x="105996" y="21066"/>
                    <a:pt x="96367" y="33905"/>
                  </a:cubicBezTo>
                  <a:cubicBezTo>
                    <a:pt x="86737" y="46744"/>
                    <a:pt x="70258" y="49987"/>
                    <a:pt x="62217" y="52402"/>
                  </a:cubicBezTo>
                  <a:cubicBezTo>
                    <a:pt x="54176" y="54818"/>
                    <a:pt x="50967" y="69676"/>
                    <a:pt x="46532" y="80132"/>
                  </a:cubicBezTo>
                  <a:cubicBezTo>
                    <a:pt x="42098" y="90589"/>
                    <a:pt x="38491" y="86949"/>
                    <a:pt x="34090" y="80926"/>
                  </a:cubicBezTo>
                  <a:cubicBezTo>
                    <a:pt x="29689" y="74904"/>
                    <a:pt x="26049" y="82151"/>
                    <a:pt x="20854" y="77319"/>
                  </a:cubicBezTo>
                  <a:cubicBezTo>
                    <a:pt x="15659" y="72488"/>
                    <a:pt x="18041" y="72522"/>
                    <a:pt x="20854" y="68484"/>
                  </a:cubicBezTo>
                  <a:cubicBezTo>
                    <a:pt x="22376" y="66334"/>
                    <a:pt x="20689" y="62859"/>
                    <a:pt x="17545" y="59550"/>
                  </a:cubicBezTo>
                  <a:cubicBezTo>
                    <a:pt x="11820" y="60741"/>
                    <a:pt x="5996" y="68650"/>
                    <a:pt x="3151" y="74705"/>
                  </a:cubicBezTo>
                  <a:cubicBezTo>
                    <a:pt x="73" y="81324"/>
                    <a:pt x="8544" y="93997"/>
                    <a:pt x="9769" y="98597"/>
                  </a:cubicBezTo>
                  <a:cubicBezTo>
                    <a:pt x="10993" y="103196"/>
                    <a:pt x="5169" y="98994"/>
                    <a:pt x="4375" y="103229"/>
                  </a:cubicBezTo>
                  <a:cubicBezTo>
                    <a:pt x="3581" y="107465"/>
                    <a:pt x="17115" y="113653"/>
                    <a:pt x="23270" y="118253"/>
                  </a:cubicBezTo>
                  <a:cubicBezTo>
                    <a:pt x="29425" y="122852"/>
                    <a:pt x="34818" y="136022"/>
                    <a:pt x="40609" y="142177"/>
                  </a:cubicBezTo>
                  <a:cubicBezTo>
                    <a:pt x="46400" y="148332"/>
                    <a:pt x="46797" y="153726"/>
                    <a:pt x="52952" y="168650"/>
                  </a:cubicBezTo>
                  <a:cubicBezTo>
                    <a:pt x="59107" y="183573"/>
                    <a:pt x="71450" y="209119"/>
                    <a:pt x="79921" y="219940"/>
                  </a:cubicBezTo>
                  <a:cubicBezTo>
                    <a:pt x="88392" y="230761"/>
                    <a:pt x="92263" y="239199"/>
                    <a:pt x="90344" y="242276"/>
                  </a:cubicBezTo>
                  <a:cubicBezTo>
                    <a:pt x="88425" y="245353"/>
                    <a:pt x="90741" y="253858"/>
                    <a:pt x="96962" y="258093"/>
                  </a:cubicBezTo>
                  <a:cubicBezTo>
                    <a:pt x="103183" y="262329"/>
                    <a:pt x="108147" y="269278"/>
                    <a:pt x="124328" y="277352"/>
                  </a:cubicBezTo>
                  <a:cubicBezTo>
                    <a:pt x="140510" y="285426"/>
                    <a:pt x="170192" y="300879"/>
                    <a:pt x="174460" y="308192"/>
                  </a:cubicBezTo>
                  <a:cubicBezTo>
                    <a:pt x="178729" y="315505"/>
                    <a:pt x="192561" y="322454"/>
                    <a:pt x="195274" y="324010"/>
                  </a:cubicBezTo>
                  <a:cubicBezTo>
                    <a:pt x="196002" y="324407"/>
                    <a:pt x="196234" y="325631"/>
                    <a:pt x="196234" y="327319"/>
                  </a:cubicBezTo>
                  <a:cubicBezTo>
                    <a:pt x="197405" y="326290"/>
                    <a:pt x="198668" y="325371"/>
                    <a:pt x="200006" y="324572"/>
                  </a:cubicBezTo>
                  <a:cubicBezTo>
                    <a:pt x="204606" y="322090"/>
                    <a:pt x="205202" y="313354"/>
                    <a:pt x="206757" y="31077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88A2A35-A9C5-8548-8A14-3CE207BE35AB}"/>
                </a:ext>
              </a:extLst>
            </p:cNvPr>
            <p:cNvSpPr/>
            <p:nvPr/>
          </p:nvSpPr>
          <p:spPr>
            <a:xfrm>
              <a:off x="3116691" y="2920360"/>
              <a:ext cx="241561" cy="205161"/>
            </a:xfrm>
            <a:custGeom>
              <a:avLst/>
              <a:gdLst>
                <a:gd name="connsiteX0" fmla="*/ 24606 w 241561"/>
                <a:gd name="connsiteY0" fmla="*/ 14891 h 205161"/>
                <a:gd name="connsiteX1" fmla="*/ 9318 w 241561"/>
                <a:gd name="connsiteY1" fmla="*/ 34547 h 205161"/>
                <a:gd name="connsiteX2" fmla="*/ 6704 w 241561"/>
                <a:gd name="connsiteY2" fmla="*/ 47419 h 205161"/>
                <a:gd name="connsiteX3" fmla="*/ 4090 w 241561"/>
                <a:gd name="connsiteY3" fmla="*/ 55394 h 205161"/>
                <a:gd name="connsiteX4" fmla="*/ 12263 w 241561"/>
                <a:gd name="connsiteY4" fmla="*/ 59232 h 205161"/>
                <a:gd name="connsiteX5" fmla="*/ 19907 w 241561"/>
                <a:gd name="connsiteY5" fmla="*/ 70715 h 205161"/>
                <a:gd name="connsiteX6" fmla="*/ 31224 w 241561"/>
                <a:gd name="connsiteY6" fmla="*/ 93646 h 205161"/>
                <a:gd name="connsiteX7" fmla="*/ 61005 w 241561"/>
                <a:gd name="connsiteY7" fmla="*/ 96261 h 205161"/>
                <a:gd name="connsiteX8" fmla="*/ 85360 w 241561"/>
                <a:gd name="connsiteY8" fmla="*/ 106883 h 205161"/>
                <a:gd name="connsiteX9" fmla="*/ 105711 w 241561"/>
                <a:gd name="connsiteY9" fmla="*/ 112243 h 205161"/>
                <a:gd name="connsiteX10" fmla="*/ 101541 w 241561"/>
                <a:gd name="connsiteY10" fmla="*/ 144076 h 205161"/>
                <a:gd name="connsiteX11" fmla="*/ 108159 w 241561"/>
                <a:gd name="connsiteY11" fmla="*/ 157313 h 205161"/>
                <a:gd name="connsiteX12" fmla="*/ 107464 w 241561"/>
                <a:gd name="connsiteY12" fmla="*/ 170350 h 205161"/>
                <a:gd name="connsiteX13" fmla="*/ 110575 w 241561"/>
                <a:gd name="connsiteY13" fmla="*/ 179219 h 205161"/>
                <a:gd name="connsiteX14" fmla="*/ 108126 w 241561"/>
                <a:gd name="connsiteY14" fmla="*/ 180641 h 205161"/>
                <a:gd name="connsiteX15" fmla="*/ 121363 w 241561"/>
                <a:gd name="connsiteY15" fmla="*/ 198213 h 205161"/>
                <a:gd name="connsiteX16" fmla="*/ 131786 w 241561"/>
                <a:gd name="connsiteY16" fmla="*/ 202382 h 205161"/>
                <a:gd name="connsiteX17" fmla="*/ 141184 w 241561"/>
                <a:gd name="connsiteY17" fmla="*/ 200794 h 205161"/>
                <a:gd name="connsiteX18" fmla="*/ 153196 w 241561"/>
                <a:gd name="connsiteY18" fmla="*/ 194540 h 205161"/>
                <a:gd name="connsiteX19" fmla="*/ 164678 w 241561"/>
                <a:gd name="connsiteY19" fmla="*/ 188815 h 205161"/>
                <a:gd name="connsiteX20" fmla="*/ 174605 w 241561"/>
                <a:gd name="connsiteY20" fmla="*/ 179417 h 205161"/>
                <a:gd name="connsiteX21" fmla="*/ 176690 w 241561"/>
                <a:gd name="connsiteY21" fmla="*/ 172104 h 205161"/>
                <a:gd name="connsiteX22" fmla="*/ 168086 w 241561"/>
                <a:gd name="connsiteY22" fmla="*/ 170086 h 205161"/>
                <a:gd name="connsiteX23" fmla="*/ 163388 w 241561"/>
                <a:gd name="connsiteY23" fmla="*/ 159133 h 205161"/>
                <a:gd name="connsiteX24" fmla="*/ 156769 w 241561"/>
                <a:gd name="connsiteY24" fmla="*/ 146095 h 205161"/>
                <a:gd name="connsiteX25" fmla="*/ 168252 w 241561"/>
                <a:gd name="connsiteY25" fmla="*/ 144010 h 205161"/>
                <a:gd name="connsiteX26" fmla="*/ 183374 w 241561"/>
                <a:gd name="connsiteY26" fmla="*/ 149205 h 205161"/>
                <a:gd name="connsiteX27" fmla="*/ 190158 w 241561"/>
                <a:gd name="connsiteY27" fmla="*/ 149735 h 205161"/>
                <a:gd name="connsiteX28" fmla="*/ 202170 w 241561"/>
                <a:gd name="connsiteY28" fmla="*/ 143117 h 205161"/>
                <a:gd name="connsiteX29" fmla="*/ 223579 w 241561"/>
                <a:gd name="connsiteY29" fmla="*/ 134778 h 205161"/>
                <a:gd name="connsiteX30" fmla="*/ 228278 w 241561"/>
                <a:gd name="connsiteY30" fmla="*/ 128524 h 205161"/>
                <a:gd name="connsiteX31" fmla="*/ 216862 w 241561"/>
                <a:gd name="connsiteY31" fmla="*/ 114527 h 205161"/>
                <a:gd name="connsiteX32" fmla="*/ 218748 w 241561"/>
                <a:gd name="connsiteY32" fmla="*/ 105162 h 205161"/>
                <a:gd name="connsiteX33" fmla="*/ 226855 w 241561"/>
                <a:gd name="connsiteY33" fmla="*/ 97055 h 205161"/>
                <a:gd name="connsiteX34" fmla="*/ 229370 w 241561"/>
                <a:gd name="connsiteY34" fmla="*/ 87657 h 205161"/>
                <a:gd name="connsiteX35" fmla="*/ 235591 w 241561"/>
                <a:gd name="connsiteY35" fmla="*/ 75811 h 205161"/>
                <a:gd name="connsiteX36" fmla="*/ 241978 w 241561"/>
                <a:gd name="connsiteY36" fmla="*/ 67472 h 205161"/>
                <a:gd name="connsiteX37" fmla="*/ 216763 w 241561"/>
                <a:gd name="connsiteY37" fmla="*/ 64924 h 205161"/>
                <a:gd name="connsiteX38" fmla="*/ 221395 w 241561"/>
                <a:gd name="connsiteY38" fmla="*/ 50662 h 205161"/>
                <a:gd name="connsiteX39" fmla="*/ 195551 w 241561"/>
                <a:gd name="connsiteY39" fmla="*/ 41032 h 205161"/>
                <a:gd name="connsiteX40" fmla="*/ 197868 w 241561"/>
                <a:gd name="connsiteY40" fmla="*/ 31403 h 205161"/>
                <a:gd name="connsiteX41" fmla="*/ 183242 w 241561"/>
                <a:gd name="connsiteY41" fmla="*/ 27134 h 205161"/>
                <a:gd name="connsiteX42" fmla="*/ 149688 w 241561"/>
                <a:gd name="connsiteY42" fmla="*/ 39113 h 205161"/>
                <a:gd name="connsiteX43" fmla="*/ 116928 w 241561"/>
                <a:gd name="connsiteY43" fmla="*/ 29451 h 205161"/>
                <a:gd name="connsiteX44" fmla="*/ 94195 w 241561"/>
                <a:gd name="connsiteY44" fmla="*/ 25612 h 205161"/>
                <a:gd name="connsiteX45" fmla="*/ 80694 w 241561"/>
                <a:gd name="connsiteY45" fmla="*/ 12111 h 205161"/>
                <a:gd name="connsiteX46" fmla="*/ 66068 w 241561"/>
                <a:gd name="connsiteY46" fmla="*/ 2482 h 205161"/>
                <a:gd name="connsiteX47" fmla="*/ 61038 w 241561"/>
                <a:gd name="connsiteY47" fmla="*/ 13666 h 205161"/>
                <a:gd name="connsiteX48" fmla="*/ 37511 w 241561"/>
                <a:gd name="connsiteY48" fmla="*/ 27134 h 205161"/>
                <a:gd name="connsiteX49" fmla="*/ 43302 w 241561"/>
                <a:gd name="connsiteY49" fmla="*/ 52581 h 205161"/>
                <a:gd name="connsiteX50" fmla="*/ 24804 w 241561"/>
                <a:gd name="connsiteY50" fmla="*/ 46426 h 205161"/>
                <a:gd name="connsiteX51" fmla="*/ 32514 w 241561"/>
                <a:gd name="connsiteY51" fmla="*/ 23693 h 205161"/>
                <a:gd name="connsiteX52" fmla="*/ 30231 w 241561"/>
                <a:gd name="connsiteY52" fmla="*/ 11648 h 205161"/>
                <a:gd name="connsiteX53" fmla="*/ 24606 w 241561"/>
                <a:gd name="connsiteY53" fmla="*/ 14891 h 20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41561" h="205161">
                  <a:moveTo>
                    <a:pt x="24606" y="14891"/>
                  </a:moveTo>
                  <a:cubicBezTo>
                    <a:pt x="19576" y="21707"/>
                    <a:pt x="9483" y="27598"/>
                    <a:pt x="9318" y="34547"/>
                  </a:cubicBezTo>
                  <a:cubicBezTo>
                    <a:pt x="9152" y="41496"/>
                    <a:pt x="9318" y="44110"/>
                    <a:pt x="6704" y="47419"/>
                  </a:cubicBezTo>
                  <a:cubicBezTo>
                    <a:pt x="4090" y="50728"/>
                    <a:pt x="284" y="55758"/>
                    <a:pt x="4090" y="55394"/>
                  </a:cubicBezTo>
                  <a:cubicBezTo>
                    <a:pt x="7895" y="55030"/>
                    <a:pt x="12263" y="55063"/>
                    <a:pt x="12263" y="59232"/>
                  </a:cubicBezTo>
                  <a:cubicBezTo>
                    <a:pt x="12263" y="63402"/>
                    <a:pt x="20602" y="64262"/>
                    <a:pt x="19907" y="70715"/>
                  </a:cubicBezTo>
                  <a:cubicBezTo>
                    <a:pt x="19212" y="77167"/>
                    <a:pt x="16267" y="93878"/>
                    <a:pt x="31224" y="93646"/>
                  </a:cubicBezTo>
                  <a:cubicBezTo>
                    <a:pt x="46181" y="93415"/>
                    <a:pt x="54685" y="88253"/>
                    <a:pt x="61005" y="96261"/>
                  </a:cubicBezTo>
                  <a:cubicBezTo>
                    <a:pt x="66528" y="104041"/>
                    <a:pt x="75901" y="108128"/>
                    <a:pt x="85360" y="106883"/>
                  </a:cubicBezTo>
                  <a:cubicBezTo>
                    <a:pt x="95089" y="105658"/>
                    <a:pt x="110906" y="103739"/>
                    <a:pt x="105711" y="112243"/>
                  </a:cubicBezTo>
                  <a:cubicBezTo>
                    <a:pt x="100516" y="120748"/>
                    <a:pt x="97008" y="139013"/>
                    <a:pt x="101541" y="144076"/>
                  </a:cubicBezTo>
                  <a:cubicBezTo>
                    <a:pt x="106075" y="149139"/>
                    <a:pt x="111965" y="153275"/>
                    <a:pt x="108159" y="157313"/>
                  </a:cubicBezTo>
                  <a:cubicBezTo>
                    <a:pt x="104354" y="161350"/>
                    <a:pt x="102766" y="166710"/>
                    <a:pt x="107464" y="170350"/>
                  </a:cubicBezTo>
                  <a:cubicBezTo>
                    <a:pt x="110345" y="172296"/>
                    <a:pt x="111609" y="175900"/>
                    <a:pt x="110575" y="179219"/>
                  </a:cubicBezTo>
                  <a:cubicBezTo>
                    <a:pt x="110575" y="179450"/>
                    <a:pt x="109582" y="179980"/>
                    <a:pt x="108126" y="180641"/>
                  </a:cubicBezTo>
                  <a:cubicBezTo>
                    <a:pt x="115075" y="187524"/>
                    <a:pt x="117524" y="195069"/>
                    <a:pt x="121363" y="198213"/>
                  </a:cubicBezTo>
                  <a:cubicBezTo>
                    <a:pt x="126591" y="202382"/>
                    <a:pt x="128146" y="204434"/>
                    <a:pt x="131786" y="202382"/>
                  </a:cubicBezTo>
                  <a:cubicBezTo>
                    <a:pt x="135426" y="200330"/>
                    <a:pt x="138040" y="198709"/>
                    <a:pt x="141184" y="200794"/>
                  </a:cubicBezTo>
                  <a:cubicBezTo>
                    <a:pt x="144327" y="202878"/>
                    <a:pt x="148497" y="198709"/>
                    <a:pt x="153196" y="194540"/>
                  </a:cubicBezTo>
                  <a:cubicBezTo>
                    <a:pt x="157894" y="190370"/>
                    <a:pt x="163123" y="194043"/>
                    <a:pt x="164678" y="188815"/>
                  </a:cubicBezTo>
                  <a:cubicBezTo>
                    <a:pt x="165588" y="183855"/>
                    <a:pt x="169603" y="180055"/>
                    <a:pt x="174605" y="179417"/>
                  </a:cubicBezTo>
                  <a:cubicBezTo>
                    <a:pt x="180363" y="178391"/>
                    <a:pt x="180363" y="172104"/>
                    <a:pt x="176690" y="172104"/>
                  </a:cubicBezTo>
                  <a:cubicBezTo>
                    <a:pt x="173017" y="172104"/>
                    <a:pt x="168086" y="176935"/>
                    <a:pt x="168086" y="170086"/>
                  </a:cubicBezTo>
                  <a:cubicBezTo>
                    <a:pt x="168086" y="163236"/>
                    <a:pt x="163388" y="164857"/>
                    <a:pt x="163388" y="159133"/>
                  </a:cubicBezTo>
                  <a:cubicBezTo>
                    <a:pt x="163388" y="153408"/>
                    <a:pt x="162858" y="149735"/>
                    <a:pt x="156769" y="146095"/>
                  </a:cubicBezTo>
                  <a:cubicBezTo>
                    <a:pt x="150681" y="142455"/>
                    <a:pt x="165141" y="140867"/>
                    <a:pt x="168252" y="144010"/>
                  </a:cubicBezTo>
                  <a:cubicBezTo>
                    <a:pt x="171362" y="147154"/>
                    <a:pt x="182348" y="144540"/>
                    <a:pt x="183374" y="149205"/>
                  </a:cubicBezTo>
                  <a:cubicBezTo>
                    <a:pt x="184400" y="153871"/>
                    <a:pt x="190158" y="155493"/>
                    <a:pt x="190158" y="149735"/>
                  </a:cubicBezTo>
                  <a:cubicBezTo>
                    <a:pt x="190158" y="143977"/>
                    <a:pt x="196776" y="141892"/>
                    <a:pt x="202170" y="143117"/>
                  </a:cubicBezTo>
                  <a:cubicBezTo>
                    <a:pt x="207563" y="144341"/>
                    <a:pt x="218715" y="136333"/>
                    <a:pt x="223579" y="134778"/>
                  </a:cubicBezTo>
                  <a:cubicBezTo>
                    <a:pt x="226028" y="133951"/>
                    <a:pt x="226888" y="131006"/>
                    <a:pt x="228278" y="128524"/>
                  </a:cubicBezTo>
                  <a:cubicBezTo>
                    <a:pt x="224826" y="123581"/>
                    <a:pt x="221010" y="118902"/>
                    <a:pt x="216862" y="114527"/>
                  </a:cubicBezTo>
                  <a:cubicBezTo>
                    <a:pt x="213123" y="111383"/>
                    <a:pt x="219377" y="109530"/>
                    <a:pt x="218748" y="105162"/>
                  </a:cubicBezTo>
                  <a:cubicBezTo>
                    <a:pt x="218119" y="100794"/>
                    <a:pt x="218748" y="97650"/>
                    <a:pt x="226855" y="97055"/>
                  </a:cubicBezTo>
                  <a:cubicBezTo>
                    <a:pt x="234962" y="96459"/>
                    <a:pt x="233738" y="90172"/>
                    <a:pt x="229370" y="87657"/>
                  </a:cubicBezTo>
                  <a:cubicBezTo>
                    <a:pt x="225002" y="85142"/>
                    <a:pt x="231223" y="78292"/>
                    <a:pt x="235591" y="75811"/>
                  </a:cubicBezTo>
                  <a:cubicBezTo>
                    <a:pt x="238365" y="73590"/>
                    <a:pt x="240557" y="70728"/>
                    <a:pt x="241978" y="67472"/>
                  </a:cubicBezTo>
                  <a:cubicBezTo>
                    <a:pt x="233802" y="65074"/>
                    <a:pt x="225253" y="64210"/>
                    <a:pt x="216763" y="64924"/>
                  </a:cubicBezTo>
                  <a:cubicBezTo>
                    <a:pt x="210145" y="65288"/>
                    <a:pt x="220998" y="57611"/>
                    <a:pt x="221395" y="50662"/>
                  </a:cubicBezTo>
                  <a:cubicBezTo>
                    <a:pt x="221792" y="43713"/>
                    <a:pt x="202898" y="42555"/>
                    <a:pt x="195551" y="41032"/>
                  </a:cubicBezTo>
                  <a:cubicBezTo>
                    <a:pt x="188205" y="39510"/>
                    <a:pt x="190158" y="31767"/>
                    <a:pt x="197868" y="31403"/>
                  </a:cubicBezTo>
                  <a:cubicBezTo>
                    <a:pt x="205578" y="31039"/>
                    <a:pt x="193632" y="25612"/>
                    <a:pt x="183242" y="27134"/>
                  </a:cubicBezTo>
                  <a:cubicBezTo>
                    <a:pt x="171524" y="29436"/>
                    <a:pt x="160215" y="33473"/>
                    <a:pt x="149688" y="39113"/>
                  </a:cubicBezTo>
                  <a:cubicBezTo>
                    <a:pt x="141217" y="43713"/>
                    <a:pt x="126525" y="25612"/>
                    <a:pt x="116928" y="29451"/>
                  </a:cubicBezTo>
                  <a:cubicBezTo>
                    <a:pt x="107332" y="33289"/>
                    <a:pt x="93765" y="33322"/>
                    <a:pt x="94195" y="25612"/>
                  </a:cubicBezTo>
                  <a:cubicBezTo>
                    <a:pt x="94625" y="17902"/>
                    <a:pt x="90324" y="11350"/>
                    <a:pt x="80694" y="12111"/>
                  </a:cubicBezTo>
                  <a:cubicBezTo>
                    <a:pt x="71065" y="12872"/>
                    <a:pt x="73381" y="2482"/>
                    <a:pt x="66068" y="2482"/>
                  </a:cubicBezTo>
                  <a:cubicBezTo>
                    <a:pt x="58755" y="2482"/>
                    <a:pt x="66068" y="11350"/>
                    <a:pt x="61038" y="13666"/>
                  </a:cubicBezTo>
                  <a:cubicBezTo>
                    <a:pt x="56009" y="15983"/>
                    <a:pt x="38669" y="20285"/>
                    <a:pt x="37511" y="27134"/>
                  </a:cubicBezTo>
                  <a:cubicBezTo>
                    <a:pt x="36353" y="33984"/>
                    <a:pt x="46776" y="45632"/>
                    <a:pt x="43302" y="52581"/>
                  </a:cubicBezTo>
                  <a:cubicBezTo>
                    <a:pt x="39827" y="59530"/>
                    <a:pt x="28279" y="53739"/>
                    <a:pt x="24804" y="46426"/>
                  </a:cubicBezTo>
                  <a:cubicBezTo>
                    <a:pt x="21330" y="39113"/>
                    <a:pt x="34731" y="27928"/>
                    <a:pt x="32514" y="23693"/>
                  </a:cubicBezTo>
                  <a:cubicBezTo>
                    <a:pt x="30926" y="20748"/>
                    <a:pt x="28841" y="15255"/>
                    <a:pt x="30231" y="11648"/>
                  </a:cubicBezTo>
                  <a:cubicBezTo>
                    <a:pt x="28050" y="12080"/>
                    <a:pt x="26072" y="13220"/>
                    <a:pt x="24606" y="1489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EE675DB-0377-B441-9CBE-FE5F0A0AFFAF}"/>
                </a:ext>
              </a:extLst>
            </p:cNvPr>
            <p:cNvSpPr/>
            <p:nvPr/>
          </p:nvSpPr>
          <p:spPr>
            <a:xfrm>
              <a:off x="3387166" y="3024987"/>
              <a:ext cx="76108" cy="79417"/>
            </a:xfrm>
            <a:custGeom>
              <a:avLst/>
              <a:gdLst>
                <a:gd name="connsiteX0" fmla="*/ 17862 w 76108"/>
                <a:gd name="connsiteY0" fmla="*/ 17279 h 79417"/>
                <a:gd name="connsiteX1" fmla="*/ 9755 w 76108"/>
                <a:gd name="connsiteY1" fmla="*/ 25419 h 79417"/>
                <a:gd name="connsiteX2" fmla="*/ 2905 w 76108"/>
                <a:gd name="connsiteY2" fmla="*/ 40409 h 79417"/>
                <a:gd name="connsiteX3" fmla="*/ 17234 w 76108"/>
                <a:gd name="connsiteY3" fmla="*/ 58510 h 79417"/>
                <a:gd name="connsiteX4" fmla="*/ 27525 w 76108"/>
                <a:gd name="connsiteY4" fmla="*/ 78033 h 79417"/>
                <a:gd name="connsiteX5" fmla="*/ 36261 w 76108"/>
                <a:gd name="connsiteY5" fmla="*/ 78563 h 79417"/>
                <a:gd name="connsiteX6" fmla="*/ 43574 w 76108"/>
                <a:gd name="connsiteY6" fmla="*/ 67610 h 79417"/>
                <a:gd name="connsiteX7" fmla="*/ 62865 w 76108"/>
                <a:gd name="connsiteY7" fmla="*/ 68139 h 79417"/>
                <a:gd name="connsiteX8" fmla="*/ 64553 w 76108"/>
                <a:gd name="connsiteY8" fmla="*/ 70356 h 79417"/>
                <a:gd name="connsiteX9" fmla="*/ 69715 w 76108"/>
                <a:gd name="connsiteY9" fmla="*/ 62249 h 79417"/>
                <a:gd name="connsiteX10" fmla="*/ 67829 w 76108"/>
                <a:gd name="connsiteY10" fmla="*/ 39086 h 79417"/>
                <a:gd name="connsiteX11" fmla="*/ 70973 w 76108"/>
                <a:gd name="connsiteY11" fmla="*/ 18470 h 79417"/>
                <a:gd name="connsiteX12" fmla="*/ 74282 w 76108"/>
                <a:gd name="connsiteY12" fmla="*/ 9569 h 79417"/>
                <a:gd name="connsiteX13" fmla="*/ 56876 w 76108"/>
                <a:gd name="connsiteY13" fmla="*/ 5598 h 79417"/>
                <a:gd name="connsiteX14" fmla="*/ 34540 w 76108"/>
                <a:gd name="connsiteY14" fmla="*/ 5995 h 79417"/>
                <a:gd name="connsiteX15" fmla="*/ 21304 w 76108"/>
                <a:gd name="connsiteY15" fmla="*/ 5598 h 79417"/>
                <a:gd name="connsiteX16" fmla="*/ 19583 w 76108"/>
                <a:gd name="connsiteY16" fmla="*/ 6094 h 79417"/>
                <a:gd name="connsiteX17" fmla="*/ 17862 w 76108"/>
                <a:gd name="connsiteY17" fmla="*/ 17279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108" h="79417">
                  <a:moveTo>
                    <a:pt x="17862" y="17279"/>
                  </a:moveTo>
                  <a:cubicBezTo>
                    <a:pt x="20377" y="22275"/>
                    <a:pt x="14752" y="24790"/>
                    <a:pt x="9755" y="25419"/>
                  </a:cubicBezTo>
                  <a:cubicBezTo>
                    <a:pt x="4758" y="26048"/>
                    <a:pt x="6016" y="37265"/>
                    <a:pt x="2905" y="40409"/>
                  </a:cubicBezTo>
                  <a:cubicBezTo>
                    <a:pt x="-205" y="43553"/>
                    <a:pt x="14752" y="51660"/>
                    <a:pt x="17234" y="58510"/>
                  </a:cubicBezTo>
                  <a:cubicBezTo>
                    <a:pt x="20268" y="65218"/>
                    <a:pt x="23705" y="71738"/>
                    <a:pt x="27525" y="78033"/>
                  </a:cubicBezTo>
                  <a:cubicBezTo>
                    <a:pt x="30299" y="79167"/>
                    <a:pt x="33370" y="79353"/>
                    <a:pt x="36261" y="78563"/>
                  </a:cubicBezTo>
                  <a:cubicBezTo>
                    <a:pt x="40960" y="75948"/>
                    <a:pt x="36790" y="67080"/>
                    <a:pt x="43574" y="67610"/>
                  </a:cubicBezTo>
                  <a:cubicBezTo>
                    <a:pt x="50357" y="68139"/>
                    <a:pt x="60119" y="63936"/>
                    <a:pt x="62865" y="68139"/>
                  </a:cubicBezTo>
                  <a:cubicBezTo>
                    <a:pt x="63377" y="68915"/>
                    <a:pt x="63941" y="69656"/>
                    <a:pt x="64553" y="70356"/>
                  </a:cubicBezTo>
                  <a:cubicBezTo>
                    <a:pt x="66770" y="67047"/>
                    <a:pt x="69087" y="63506"/>
                    <a:pt x="69715" y="62249"/>
                  </a:cubicBezTo>
                  <a:cubicBezTo>
                    <a:pt x="70973" y="59734"/>
                    <a:pt x="70973" y="46630"/>
                    <a:pt x="67829" y="39086"/>
                  </a:cubicBezTo>
                  <a:cubicBezTo>
                    <a:pt x="64685" y="31541"/>
                    <a:pt x="67233" y="21581"/>
                    <a:pt x="70973" y="18470"/>
                  </a:cubicBezTo>
                  <a:cubicBezTo>
                    <a:pt x="72554" y="15703"/>
                    <a:pt x="73672" y="12696"/>
                    <a:pt x="74282" y="9569"/>
                  </a:cubicBezTo>
                  <a:cubicBezTo>
                    <a:pt x="68061" y="7120"/>
                    <a:pt x="62104" y="4936"/>
                    <a:pt x="56876" y="5598"/>
                  </a:cubicBezTo>
                  <a:cubicBezTo>
                    <a:pt x="47644" y="6756"/>
                    <a:pt x="37981" y="10992"/>
                    <a:pt x="34540" y="5995"/>
                  </a:cubicBezTo>
                  <a:cubicBezTo>
                    <a:pt x="31099" y="998"/>
                    <a:pt x="26036" y="1759"/>
                    <a:pt x="21304" y="5598"/>
                  </a:cubicBezTo>
                  <a:cubicBezTo>
                    <a:pt x="20836" y="6018"/>
                    <a:pt x="20202" y="6201"/>
                    <a:pt x="19583" y="6094"/>
                  </a:cubicBezTo>
                  <a:cubicBezTo>
                    <a:pt x="18226" y="10661"/>
                    <a:pt x="16737" y="14764"/>
                    <a:pt x="17862" y="1727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7F6C6F0-11E2-884B-B017-BBB63E77F15A}"/>
                </a:ext>
              </a:extLst>
            </p:cNvPr>
            <p:cNvSpPr/>
            <p:nvPr/>
          </p:nvSpPr>
          <p:spPr>
            <a:xfrm>
              <a:off x="3329541" y="2985284"/>
              <a:ext cx="86035" cy="129053"/>
            </a:xfrm>
            <a:custGeom>
              <a:avLst/>
              <a:gdLst>
                <a:gd name="connsiteX0" fmla="*/ 22411 w 86035"/>
                <a:gd name="connsiteY0" fmla="*/ 10788 h 129053"/>
                <a:gd name="connsiteX1" fmla="*/ 16190 w 86035"/>
                <a:gd name="connsiteY1" fmla="*/ 22634 h 129053"/>
                <a:gd name="connsiteX2" fmla="*/ 13675 w 86035"/>
                <a:gd name="connsiteY2" fmla="*/ 32032 h 129053"/>
                <a:gd name="connsiteX3" fmla="*/ 5568 w 86035"/>
                <a:gd name="connsiteY3" fmla="*/ 40139 h 129053"/>
                <a:gd name="connsiteX4" fmla="*/ 3681 w 86035"/>
                <a:gd name="connsiteY4" fmla="*/ 49504 h 129053"/>
                <a:gd name="connsiteX5" fmla="*/ 15098 w 86035"/>
                <a:gd name="connsiteY5" fmla="*/ 63501 h 129053"/>
                <a:gd name="connsiteX6" fmla="*/ 21418 w 86035"/>
                <a:gd name="connsiteY6" fmla="*/ 59828 h 129053"/>
                <a:gd name="connsiteX7" fmla="*/ 28731 w 86035"/>
                <a:gd name="connsiteY7" fmla="*/ 74421 h 129053"/>
                <a:gd name="connsiteX8" fmla="*/ 32009 w 86035"/>
                <a:gd name="connsiteY8" fmla="*/ 86914 h 129053"/>
                <a:gd name="connsiteX9" fmla="*/ 30286 w 86035"/>
                <a:gd name="connsiteY9" fmla="*/ 89047 h 129053"/>
                <a:gd name="connsiteX10" fmla="*/ 33926 w 86035"/>
                <a:gd name="connsiteY10" fmla="*/ 119821 h 129053"/>
                <a:gd name="connsiteX11" fmla="*/ 52722 w 86035"/>
                <a:gd name="connsiteY11" fmla="*/ 126108 h 129053"/>
                <a:gd name="connsiteX12" fmla="*/ 64204 w 86035"/>
                <a:gd name="connsiteY12" fmla="*/ 121939 h 129053"/>
                <a:gd name="connsiteX13" fmla="*/ 73072 w 86035"/>
                <a:gd name="connsiteY13" fmla="*/ 117769 h 129053"/>
                <a:gd name="connsiteX14" fmla="*/ 85217 w 86035"/>
                <a:gd name="connsiteY14" fmla="*/ 117769 h 129053"/>
                <a:gd name="connsiteX15" fmla="*/ 74925 w 86035"/>
                <a:gd name="connsiteY15" fmla="*/ 98246 h 129053"/>
                <a:gd name="connsiteX16" fmla="*/ 60597 w 86035"/>
                <a:gd name="connsiteY16" fmla="*/ 80145 h 129053"/>
                <a:gd name="connsiteX17" fmla="*/ 67447 w 86035"/>
                <a:gd name="connsiteY17" fmla="*/ 65155 h 129053"/>
                <a:gd name="connsiteX18" fmla="*/ 75554 w 86035"/>
                <a:gd name="connsiteY18" fmla="*/ 57015 h 129053"/>
                <a:gd name="connsiteX19" fmla="*/ 77473 w 86035"/>
                <a:gd name="connsiteY19" fmla="*/ 45897 h 129053"/>
                <a:gd name="connsiteX20" fmla="*/ 61491 w 86035"/>
                <a:gd name="connsiteY20" fmla="*/ 31535 h 129053"/>
                <a:gd name="connsiteX21" fmla="*/ 52474 w 86035"/>
                <a:gd name="connsiteY21" fmla="*/ 22953 h 129053"/>
                <a:gd name="connsiteX22" fmla="*/ 52622 w 86035"/>
                <a:gd name="connsiteY22" fmla="*/ 21112 h 129053"/>
                <a:gd name="connsiteX23" fmla="*/ 35250 w 86035"/>
                <a:gd name="connsiteY23" fmla="*/ 6486 h 129053"/>
                <a:gd name="connsiteX24" fmla="*/ 28863 w 86035"/>
                <a:gd name="connsiteY24" fmla="*/ 2482 h 129053"/>
                <a:gd name="connsiteX25" fmla="*/ 22411 w 86035"/>
                <a:gd name="connsiteY25" fmla="*/ 10788 h 12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6035" h="129053">
                  <a:moveTo>
                    <a:pt x="22411" y="10788"/>
                  </a:moveTo>
                  <a:cubicBezTo>
                    <a:pt x="18043" y="13269"/>
                    <a:pt x="11789" y="20152"/>
                    <a:pt x="16190" y="22634"/>
                  </a:cubicBezTo>
                  <a:cubicBezTo>
                    <a:pt x="20591" y="25116"/>
                    <a:pt x="21782" y="31403"/>
                    <a:pt x="13675" y="32032"/>
                  </a:cubicBezTo>
                  <a:cubicBezTo>
                    <a:pt x="5568" y="32661"/>
                    <a:pt x="4939" y="35771"/>
                    <a:pt x="5568" y="40139"/>
                  </a:cubicBezTo>
                  <a:cubicBezTo>
                    <a:pt x="6196" y="44507"/>
                    <a:pt x="-58" y="46360"/>
                    <a:pt x="3681" y="49504"/>
                  </a:cubicBezTo>
                  <a:cubicBezTo>
                    <a:pt x="7830" y="53879"/>
                    <a:pt x="11646" y="58558"/>
                    <a:pt x="15098" y="63501"/>
                  </a:cubicBezTo>
                  <a:cubicBezTo>
                    <a:pt x="15990" y="60869"/>
                    <a:pt x="18689" y="59300"/>
                    <a:pt x="21418" y="59828"/>
                  </a:cubicBezTo>
                  <a:cubicBezTo>
                    <a:pt x="28731" y="60887"/>
                    <a:pt x="22973" y="71840"/>
                    <a:pt x="28731" y="74421"/>
                  </a:cubicBezTo>
                  <a:cubicBezTo>
                    <a:pt x="33086" y="76965"/>
                    <a:pt x="34554" y="82559"/>
                    <a:pt x="32009" y="86914"/>
                  </a:cubicBezTo>
                  <a:cubicBezTo>
                    <a:pt x="31545" y="87708"/>
                    <a:pt x="30965" y="88427"/>
                    <a:pt x="30286" y="89047"/>
                  </a:cubicBezTo>
                  <a:cubicBezTo>
                    <a:pt x="26117" y="92356"/>
                    <a:pt x="24562" y="109398"/>
                    <a:pt x="33926" y="119821"/>
                  </a:cubicBezTo>
                  <a:cubicBezTo>
                    <a:pt x="43291" y="130245"/>
                    <a:pt x="50471" y="128689"/>
                    <a:pt x="52722" y="126108"/>
                  </a:cubicBezTo>
                  <a:cubicBezTo>
                    <a:pt x="54972" y="123527"/>
                    <a:pt x="62119" y="126108"/>
                    <a:pt x="64204" y="121939"/>
                  </a:cubicBezTo>
                  <a:cubicBezTo>
                    <a:pt x="66289" y="117769"/>
                    <a:pt x="68903" y="122435"/>
                    <a:pt x="73072" y="117769"/>
                  </a:cubicBezTo>
                  <a:cubicBezTo>
                    <a:pt x="75488" y="115056"/>
                    <a:pt x="80518" y="116479"/>
                    <a:pt x="85217" y="117769"/>
                  </a:cubicBezTo>
                  <a:cubicBezTo>
                    <a:pt x="81397" y="111474"/>
                    <a:pt x="77960" y="104955"/>
                    <a:pt x="74925" y="98246"/>
                  </a:cubicBezTo>
                  <a:cubicBezTo>
                    <a:pt x="72443" y="91396"/>
                    <a:pt x="57454" y="83256"/>
                    <a:pt x="60597" y="80145"/>
                  </a:cubicBezTo>
                  <a:cubicBezTo>
                    <a:pt x="63741" y="77035"/>
                    <a:pt x="62450" y="65751"/>
                    <a:pt x="67447" y="65155"/>
                  </a:cubicBezTo>
                  <a:cubicBezTo>
                    <a:pt x="72443" y="64560"/>
                    <a:pt x="78069" y="62012"/>
                    <a:pt x="75554" y="57015"/>
                  </a:cubicBezTo>
                  <a:cubicBezTo>
                    <a:pt x="74297" y="54500"/>
                    <a:pt x="75918" y="50397"/>
                    <a:pt x="77473" y="45897"/>
                  </a:cubicBezTo>
                  <a:cubicBezTo>
                    <a:pt x="72675" y="45433"/>
                    <a:pt x="65594" y="31535"/>
                    <a:pt x="61491" y="31535"/>
                  </a:cubicBezTo>
                  <a:cubicBezTo>
                    <a:pt x="56631" y="31655"/>
                    <a:pt x="52594" y="27813"/>
                    <a:pt x="52474" y="22953"/>
                  </a:cubicBezTo>
                  <a:cubicBezTo>
                    <a:pt x="52459" y="22336"/>
                    <a:pt x="52508" y="21719"/>
                    <a:pt x="52622" y="21112"/>
                  </a:cubicBezTo>
                  <a:cubicBezTo>
                    <a:pt x="53781" y="14494"/>
                    <a:pt x="41835" y="13799"/>
                    <a:pt x="35250" y="6486"/>
                  </a:cubicBezTo>
                  <a:cubicBezTo>
                    <a:pt x="33482" y="4647"/>
                    <a:pt x="31289" y="3271"/>
                    <a:pt x="28863" y="2482"/>
                  </a:cubicBezTo>
                  <a:cubicBezTo>
                    <a:pt x="27419" y="5733"/>
                    <a:pt x="25204" y="8584"/>
                    <a:pt x="22411" y="1078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91F41908-8C5C-4344-A097-97C18A20B758}"/>
                </a:ext>
              </a:extLst>
            </p:cNvPr>
            <p:cNvSpPr/>
            <p:nvPr/>
          </p:nvSpPr>
          <p:spPr>
            <a:xfrm>
              <a:off x="3449238" y="3032339"/>
              <a:ext cx="56254" cy="69490"/>
            </a:xfrm>
            <a:custGeom>
              <a:avLst/>
              <a:gdLst>
                <a:gd name="connsiteX0" fmla="*/ 5758 w 56253"/>
                <a:gd name="connsiteY0" fmla="*/ 31800 h 69490"/>
                <a:gd name="connsiteX1" fmla="*/ 7644 w 56253"/>
                <a:gd name="connsiteY1" fmla="*/ 54963 h 69490"/>
                <a:gd name="connsiteX2" fmla="*/ 2482 w 56253"/>
                <a:gd name="connsiteY2" fmla="*/ 63071 h 69490"/>
                <a:gd name="connsiteX3" fmla="*/ 18034 w 56253"/>
                <a:gd name="connsiteY3" fmla="*/ 66082 h 69490"/>
                <a:gd name="connsiteX4" fmla="*/ 36300 w 56253"/>
                <a:gd name="connsiteY4" fmla="*/ 58239 h 69490"/>
                <a:gd name="connsiteX5" fmla="*/ 56850 w 56253"/>
                <a:gd name="connsiteY5" fmla="*/ 30543 h 69490"/>
                <a:gd name="connsiteX6" fmla="*/ 56585 w 56253"/>
                <a:gd name="connsiteY6" fmla="*/ 30543 h 69490"/>
                <a:gd name="connsiteX7" fmla="*/ 26803 w 56253"/>
                <a:gd name="connsiteY7" fmla="*/ 7379 h 69490"/>
                <a:gd name="connsiteX8" fmla="*/ 12210 w 56253"/>
                <a:gd name="connsiteY8" fmla="*/ 2482 h 69490"/>
                <a:gd name="connsiteX9" fmla="*/ 8901 w 56253"/>
                <a:gd name="connsiteY9" fmla="*/ 11383 h 69490"/>
                <a:gd name="connsiteX10" fmla="*/ 5758 w 56253"/>
                <a:gd name="connsiteY10" fmla="*/ 31800 h 6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253" h="69490">
                  <a:moveTo>
                    <a:pt x="5758" y="31800"/>
                  </a:moveTo>
                  <a:cubicBezTo>
                    <a:pt x="8901" y="39278"/>
                    <a:pt x="8901" y="52382"/>
                    <a:pt x="7644" y="54963"/>
                  </a:cubicBezTo>
                  <a:cubicBezTo>
                    <a:pt x="7015" y="56221"/>
                    <a:pt x="4699" y="59795"/>
                    <a:pt x="2482" y="63071"/>
                  </a:cubicBezTo>
                  <a:cubicBezTo>
                    <a:pt x="5328" y="66380"/>
                    <a:pt x="9927" y="68630"/>
                    <a:pt x="18034" y="66082"/>
                  </a:cubicBezTo>
                  <a:cubicBezTo>
                    <a:pt x="27962" y="62938"/>
                    <a:pt x="32627" y="69192"/>
                    <a:pt x="36300" y="58239"/>
                  </a:cubicBezTo>
                  <a:cubicBezTo>
                    <a:pt x="39146" y="49669"/>
                    <a:pt x="49272" y="37988"/>
                    <a:pt x="56850" y="30543"/>
                  </a:cubicBezTo>
                  <a:lnTo>
                    <a:pt x="56585" y="30543"/>
                  </a:lnTo>
                  <a:cubicBezTo>
                    <a:pt x="49272" y="27465"/>
                    <a:pt x="38087" y="9729"/>
                    <a:pt x="26803" y="7379"/>
                  </a:cubicBezTo>
                  <a:cubicBezTo>
                    <a:pt x="21818" y="6131"/>
                    <a:pt x="16939" y="4493"/>
                    <a:pt x="12210" y="2482"/>
                  </a:cubicBezTo>
                  <a:cubicBezTo>
                    <a:pt x="11600" y="5609"/>
                    <a:pt x="10482" y="8616"/>
                    <a:pt x="8901" y="11383"/>
                  </a:cubicBezTo>
                  <a:cubicBezTo>
                    <a:pt x="5162" y="14295"/>
                    <a:pt x="2647" y="24321"/>
                    <a:pt x="5758" y="318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76B8827-B302-314D-A820-6C3A88F7C72B}"/>
                </a:ext>
              </a:extLst>
            </p:cNvPr>
            <p:cNvSpPr/>
            <p:nvPr/>
          </p:nvSpPr>
          <p:spPr>
            <a:xfrm>
              <a:off x="3334771" y="4119996"/>
              <a:ext cx="56254" cy="26472"/>
            </a:xfrm>
            <a:custGeom>
              <a:avLst/>
              <a:gdLst>
                <a:gd name="connsiteX0" fmla="*/ 56194 w 56253"/>
                <a:gd name="connsiteY0" fmla="*/ 11081 h 26472"/>
                <a:gd name="connsiteX1" fmla="*/ 27670 w 56253"/>
                <a:gd name="connsiteY1" fmla="*/ 24317 h 26472"/>
                <a:gd name="connsiteX2" fmla="*/ 56194 w 56253"/>
                <a:gd name="connsiteY2" fmla="*/ 11081 h 26472"/>
                <a:gd name="connsiteX3" fmla="*/ 24560 w 56253"/>
                <a:gd name="connsiteY3" fmla="*/ 2577 h 26472"/>
                <a:gd name="connsiteX4" fmla="*/ 4705 w 56253"/>
                <a:gd name="connsiteY4" fmla="*/ 22630 h 26472"/>
                <a:gd name="connsiteX5" fmla="*/ 24560 w 56253"/>
                <a:gd name="connsiteY5" fmla="*/ 2577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253" h="26472">
                  <a:moveTo>
                    <a:pt x="56194" y="11081"/>
                  </a:moveTo>
                  <a:cubicBezTo>
                    <a:pt x="50006" y="-500"/>
                    <a:pt x="21482" y="21008"/>
                    <a:pt x="27670" y="24317"/>
                  </a:cubicBezTo>
                  <a:cubicBezTo>
                    <a:pt x="33858" y="27627"/>
                    <a:pt x="59205" y="16674"/>
                    <a:pt x="56194" y="11081"/>
                  </a:cubicBezTo>
                  <a:close/>
                  <a:moveTo>
                    <a:pt x="24560" y="2577"/>
                  </a:moveTo>
                  <a:cubicBezTo>
                    <a:pt x="16088" y="1055"/>
                    <a:pt x="-4229" y="18229"/>
                    <a:pt x="4705" y="22630"/>
                  </a:cubicBezTo>
                  <a:cubicBezTo>
                    <a:pt x="13639" y="27031"/>
                    <a:pt x="33031" y="4132"/>
                    <a:pt x="24560" y="257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EA8902E-41AB-B14E-B868-9B1A4C940C6C}"/>
                </a:ext>
              </a:extLst>
            </p:cNvPr>
            <p:cNvSpPr/>
            <p:nvPr/>
          </p:nvSpPr>
          <p:spPr>
            <a:xfrm>
              <a:off x="2799641" y="3107123"/>
              <a:ext cx="287888" cy="115817"/>
            </a:xfrm>
            <a:custGeom>
              <a:avLst/>
              <a:gdLst>
                <a:gd name="connsiteX0" fmla="*/ 278917 w 287887"/>
                <a:gd name="connsiteY0" fmla="*/ 32197 h 115816"/>
                <a:gd name="connsiteX1" fmla="*/ 266442 w 287887"/>
                <a:gd name="connsiteY1" fmla="*/ 22535 h 115816"/>
                <a:gd name="connsiteX2" fmla="*/ 253205 w 287887"/>
                <a:gd name="connsiteY2" fmla="*/ 22535 h 115816"/>
                <a:gd name="connsiteX3" fmla="*/ 242352 w 287887"/>
                <a:gd name="connsiteY3" fmla="*/ 14494 h 115816"/>
                <a:gd name="connsiteX4" fmla="*/ 220876 w 287887"/>
                <a:gd name="connsiteY4" fmla="*/ 2482 h 115816"/>
                <a:gd name="connsiteX5" fmla="*/ 220876 w 287887"/>
                <a:gd name="connsiteY5" fmla="*/ 4864 h 115816"/>
                <a:gd name="connsiteX6" fmla="*/ 208930 w 287887"/>
                <a:gd name="connsiteY6" fmla="*/ 11019 h 115816"/>
                <a:gd name="connsiteX7" fmla="*/ 203139 w 287887"/>
                <a:gd name="connsiteY7" fmla="*/ 23726 h 115816"/>
                <a:gd name="connsiteX8" fmla="*/ 195429 w 287887"/>
                <a:gd name="connsiteY8" fmla="*/ 34149 h 115816"/>
                <a:gd name="connsiteX9" fmla="*/ 190796 w 287887"/>
                <a:gd name="connsiteY9" fmla="*/ 43415 h 115816"/>
                <a:gd name="connsiteX10" fmla="*/ 186958 w 287887"/>
                <a:gd name="connsiteY10" fmla="*/ 55361 h 115816"/>
                <a:gd name="connsiteX11" fmla="*/ 185800 w 287887"/>
                <a:gd name="connsiteY11" fmla="*/ 66909 h 115816"/>
                <a:gd name="connsiteX12" fmla="*/ 195727 w 287887"/>
                <a:gd name="connsiteY12" fmla="*/ 75777 h 115816"/>
                <a:gd name="connsiteX13" fmla="*/ 204198 w 287887"/>
                <a:gd name="connsiteY13" fmla="*/ 77697 h 115816"/>
                <a:gd name="connsiteX14" fmla="*/ 196488 w 287887"/>
                <a:gd name="connsiteY14" fmla="*/ 88517 h 115816"/>
                <a:gd name="connsiteX15" fmla="*/ 195065 w 287887"/>
                <a:gd name="connsiteY15" fmla="*/ 88749 h 115816"/>
                <a:gd name="connsiteX16" fmla="*/ 198374 w 287887"/>
                <a:gd name="connsiteY16" fmla="*/ 97683 h 115816"/>
                <a:gd name="connsiteX17" fmla="*/ 198374 w 287887"/>
                <a:gd name="connsiteY17" fmla="*/ 106519 h 115816"/>
                <a:gd name="connsiteX18" fmla="*/ 211610 w 287887"/>
                <a:gd name="connsiteY18" fmla="*/ 110125 h 115816"/>
                <a:gd name="connsiteX19" fmla="*/ 224053 w 287887"/>
                <a:gd name="connsiteY19" fmla="*/ 109331 h 115816"/>
                <a:gd name="connsiteX20" fmla="*/ 239737 w 287887"/>
                <a:gd name="connsiteY20" fmla="*/ 81601 h 115816"/>
                <a:gd name="connsiteX21" fmla="*/ 273887 w 287887"/>
                <a:gd name="connsiteY21" fmla="*/ 63104 h 115816"/>
                <a:gd name="connsiteX22" fmla="*/ 283516 w 287887"/>
                <a:gd name="connsiteY22" fmla="*/ 45467 h 115816"/>
                <a:gd name="connsiteX23" fmla="*/ 278917 w 287887"/>
                <a:gd name="connsiteY23" fmla="*/ 32197 h 115816"/>
                <a:gd name="connsiteX24" fmla="*/ 4629 w 287887"/>
                <a:gd name="connsiteY24" fmla="*/ 27234 h 115816"/>
                <a:gd name="connsiteX25" fmla="*/ 15417 w 287887"/>
                <a:gd name="connsiteY25" fmla="*/ 44937 h 115816"/>
                <a:gd name="connsiteX26" fmla="*/ 4629 w 287887"/>
                <a:gd name="connsiteY26" fmla="*/ 27234 h 115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7887" h="115816">
                  <a:moveTo>
                    <a:pt x="278917" y="32197"/>
                  </a:moveTo>
                  <a:cubicBezTo>
                    <a:pt x="272464" y="24950"/>
                    <a:pt x="268063" y="20549"/>
                    <a:pt x="266442" y="22535"/>
                  </a:cubicBezTo>
                  <a:cubicBezTo>
                    <a:pt x="264820" y="24520"/>
                    <a:pt x="258003" y="25381"/>
                    <a:pt x="253205" y="22535"/>
                  </a:cubicBezTo>
                  <a:cubicBezTo>
                    <a:pt x="248407" y="19689"/>
                    <a:pt x="245958" y="14494"/>
                    <a:pt x="242352" y="14494"/>
                  </a:cubicBezTo>
                  <a:cubicBezTo>
                    <a:pt x="238745" y="14494"/>
                    <a:pt x="227362" y="7876"/>
                    <a:pt x="220876" y="2482"/>
                  </a:cubicBezTo>
                  <a:cubicBezTo>
                    <a:pt x="220793" y="3274"/>
                    <a:pt x="220793" y="4072"/>
                    <a:pt x="220876" y="4864"/>
                  </a:cubicBezTo>
                  <a:cubicBezTo>
                    <a:pt x="221240" y="8173"/>
                    <a:pt x="215482" y="10655"/>
                    <a:pt x="208930" y="11019"/>
                  </a:cubicBezTo>
                  <a:cubicBezTo>
                    <a:pt x="202378" y="11383"/>
                    <a:pt x="203139" y="18762"/>
                    <a:pt x="203139" y="23726"/>
                  </a:cubicBezTo>
                  <a:cubicBezTo>
                    <a:pt x="203139" y="28690"/>
                    <a:pt x="197746" y="28756"/>
                    <a:pt x="195429" y="34149"/>
                  </a:cubicBezTo>
                  <a:cubicBezTo>
                    <a:pt x="193113" y="39543"/>
                    <a:pt x="196190" y="40768"/>
                    <a:pt x="190796" y="43415"/>
                  </a:cubicBezTo>
                  <a:cubicBezTo>
                    <a:pt x="185403" y="46062"/>
                    <a:pt x="183881" y="50728"/>
                    <a:pt x="186958" y="55361"/>
                  </a:cubicBezTo>
                  <a:cubicBezTo>
                    <a:pt x="190035" y="59993"/>
                    <a:pt x="186561" y="64229"/>
                    <a:pt x="185800" y="66909"/>
                  </a:cubicBezTo>
                  <a:cubicBezTo>
                    <a:pt x="185039" y="69590"/>
                    <a:pt x="190433" y="70781"/>
                    <a:pt x="195727" y="75777"/>
                  </a:cubicBezTo>
                  <a:cubicBezTo>
                    <a:pt x="201022" y="80774"/>
                    <a:pt x="201882" y="73858"/>
                    <a:pt x="204198" y="77697"/>
                  </a:cubicBezTo>
                  <a:cubicBezTo>
                    <a:pt x="206514" y="81535"/>
                    <a:pt x="202643" y="88517"/>
                    <a:pt x="196488" y="88517"/>
                  </a:cubicBezTo>
                  <a:cubicBezTo>
                    <a:pt x="196007" y="88546"/>
                    <a:pt x="195530" y="88623"/>
                    <a:pt x="195065" y="88749"/>
                  </a:cubicBezTo>
                  <a:cubicBezTo>
                    <a:pt x="198374" y="92058"/>
                    <a:pt x="199963" y="95367"/>
                    <a:pt x="198374" y="97683"/>
                  </a:cubicBezTo>
                  <a:cubicBezTo>
                    <a:pt x="195562" y="101721"/>
                    <a:pt x="193146" y="101721"/>
                    <a:pt x="198374" y="106519"/>
                  </a:cubicBezTo>
                  <a:cubicBezTo>
                    <a:pt x="203603" y="111317"/>
                    <a:pt x="207209" y="104103"/>
                    <a:pt x="211610" y="110125"/>
                  </a:cubicBezTo>
                  <a:cubicBezTo>
                    <a:pt x="216012" y="116148"/>
                    <a:pt x="219651" y="119788"/>
                    <a:pt x="224053" y="109331"/>
                  </a:cubicBezTo>
                  <a:cubicBezTo>
                    <a:pt x="228454" y="98875"/>
                    <a:pt x="231696" y="84017"/>
                    <a:pt x="239737" y="81601"/>
                  </a:cubicBezTo>
                  <a:cubicBezTo>
                    <a:pt x="247778" y="79186"/>
                    <a:pt x="264258" y="76009"/>
                    <a:pt x="273887" y="63104"/>
                  </a:cubicBezTo>
                  <a:cubicBezTo>
                    <a:pt x="283516" y="50199"/>
                    <a:pt x="278420" y="49537"/>
                    <a:pt x="283516" y="45467"/>
                  </a:cubicBezTo>
                  <a:cubicBezTo>
                    <a:pt x="287752" y="42257"/>
                    <a:pt x="285336" y="39576"/>
                    <a:pt x="278917" y="32197"/>
                  </a:cubicBezTo>
                  <a:close/>
                  <a:moveTo>
                    <a:pt x="4629" y="27234"/>
                  </a:moveTo>
                  <a:cubicBezTo>
                    <a:pt x="-3081" y="38782"/>
                    <a:pt x="12207" y="50066"/>
                    <a:pt x="15417" y="44937"/>
                  </a:cubicBezTo>
                  <a:cubicBezTo>
                    <a:pt x="19255" y="38782"/>
                    <a:pt x="12339" y="15652"/>
                    <a:pt x="4629" y="2723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D97FCC3-E860-5449-A3C7-2862169B63BA}"/>
                </a:ext>
              </a:extLst>
            </p:cNvPr>
            <p:cNvSpPr/>
            <p:nvPr/>
          </p:nvSpPr>
          <p:spPr>
            <a:xfrm>
              <a:off x="3129639" y="1138893"/>
              <a:ext cx="1068825" cy="797482"/>
            </a:xfrm>
            <a:custGeom>
              <a:avLst/>
              <a:gdLst>
                <a:gd name="connsiteX0" fmla="*/ 1007088 w 1068824"/>
                <a:gd name="connsiteY0" fmla="*/ 74722 h 797482"/>
                <a:gd name="connsiteX1" fmla="*/ 971615 w 1068824"/>
                <a:gd name="connsiteY1" fmla="*/ 91268 h 797482"/>
                <a:gd name="connsiteX2" fmla="*/ 936142 w 1068824"/>
                <a:gd name="connsiteY2" fmla="*/ 93319 h 797482"/>
                <a:gd name="connsiteX3" fmla="*/ 920755 w 1068824"/>
                <a:gd name="connsiteY3" fmla="*/ 87661 h 797482"/>
                <a:gd name="connsiteX4" fmla="*/ 886804 w 1068824"/>
                <a:gd name="connsiteY4" fmla="*/ 110262 h 797482"/>
                <a:gd name="connsiteX5" fmla="*/ 857519 w 1068824"/>
                <a:gd name="connsiteY5" fmla="*/ 129289 h 797482"/>
                <a:gd name="connsiteX6" fmla="*/ 886308 w 1068824"/>
                <a:gd name="connsiteY6" fmla="*/ 93319 h 797482"/>
                <a:gd name="connsiteX7" fmla="*/ 875520 w 1068824"/>
                <a:gd name="connsiteY7" fmla="*/ 68137 h 797482"/>
                <a:gd name="connsiteX8" fmla="*/ 853349 w 1068824"/>
                <a:gd name="connsiteY8" fmla="*/ 81936 h 797482"/>
                <a:gd name="connsiteX9" fmla="*/ 797823 w 1068824"/>
                <a:gd name="connsiteY9" fmla="*/ 99408 h 797482"/>
                <a:gd name="connsiteX10" fmla="*/ 833826 w 1068824"/>
                <a:gd name="connsiteY10" fmla="*/ 76807 h 797482"/>
                <a:gd name="connsiteX11" fmla="*/ 763409 w 1068824"/>
                <a:gd name="connsiteY11" fmla="*/ 74755 h 797482"/>
                <a:gd name="connsiteX12" fmla="*/ 703251 w 1068824"/>
                <a:gd name="connsiteY12" fmla="*/ 84021 h 797482"/>
                <a:gd name="connsiteX13" fmla="*/ 770094 w 1068824"/>
                <a:gd name="connsiteY13" fmla="*/ 66516 h 797482"/>
                <a:gd name="connsiteX14" fmla="*/ 851794 w 1068824"/>
                <a:gd name="connsiteY14" fmla="*/ 60890 h 797482"/>
                <a:gd name="connsiteX15" fmla="*/ 900106 w 1068824"/>
                <a:gd name="connsiteY15" fmla="*/ 47654 h 797482"/>
                <a:gd name="connsiteX16" fmla="*/ 867744 w 1068824"/>
                <a:gd name="connsiteY16" fmla="*/ 34782 h 797482"/>
                <a:gd name="connsiteX17" fmla="*/ 844084 w 1068824"/>
                <a:gd name="connsiteY17" fmla="*/ 27601 h 797482"/>
                <a:gd name="connsiteX18" fmla="*/ 823005 w 1068824"/>
                <a:gd name="connsiteY18" fmla="*/ 15259 h 797482"/>
                <a:gd name="connsiteX19" fmla="*/ 774197 w 1068824"/>
                <a:gd name="connsiteY19" fmla="*/ 9104 h 797482"/>
                <a:gd name="connsiteX20" fmla="*/ 721252 w 1068824"/>
                <a:gd name="connsiteY20" fmla="*/ 2916 h 797482"/>
                <a:gd name="connsiteX21" fmla="*/ 648783 w 1068824"/>
                <a:gd name="connsiteY21" fmla="*/ 5000 h 797482"/>
                <a:gd name="connsiteX22" fmla="*/ 624098 w 1068824"/>
                <a:gd name="connsiteY22" fmla="*/ 9104 h 797482"/>
                <a:gd name="connsiteX23" fmla="*/ 607155 w 1068824"/>
                <a:gd name="connsiteY23" fmla="*/ 17343 h 797482"/>
                <a:gd name="connsiteX24" fmla="*/ 594813 w 1068824"/>
                <a:gd name="connsiteY24" fmla="*/ 23961 h 797482"/>
                <a:gd name="connsiteX25" fmla="*/ 568076 w 1068824"/>
                <a:gd name="connsiteY25" fmla="*/ 18303 h 797482"/>
                <a:gd name="connsiteX26" fmla="*/ 520789 w 1068824"/>
                <a:gd name="connsiteY26" fmla="*/ 18303 h 797482"/>
                <a:gd name="connsiteX27" fmla="*/ 463245 w 1068824"/>
                <a:gd name="connsiteY27" fmla="*/ 24921 h 797482"/>
                <a:gd name="connsiteX28" fmla="*/ 480717 w 1068824"/>
                <a:gd name="connsiteY28" fmla="*/ 40871 h 797482"/>
                <a:gd name="connsiteX29" fmla="*/ 449876 w 1068824"/>
                <a:gd name="connsiteY29" fmla="*/ 50103 h 797482"/>
                <a:gd name="connsiteX30" fmla="*/ 494085 w 1068824"/>
                <a:gd name="connsiteY30" fmla="*/ 77866 h 797482"/>
                <a:gd name="connsiteX31" fmla="*/ 471451 w 1068824"/>
                <a:gd name="connsiteY31" fmla="*/ 73763 h 797482"/>
                <a:gd name="connsiteX32" fmla="*/ 433099 w 1068824"/>
                <a:gd name="connsiteY32" fmla="*/ 59302 h 797482"/>
                <a:gd name="connsiteX33" fmla="*/ 386309 w 1068824"/>
                <a:gd name="connsiteY33" fmla="*/ 49011 h 797482"/>
                <a:gd name="connsiteX34" fmla="*/ 407388 w 1068824"/>
                <a:gd name="connsiteY34" fmla="*/ 73167 h 797482"/>
                <a:gd name="connsiteX35" fmla="*/ 383232 w 1068824"/>
                <a:gd name="connsiteY35" fmla="*/ 74193 h 797482"/>
                <a:gd name="connsiteX36" fmla="*/ 351366 w 1068824"/>
                <a:gd name="connsiteY36" fmla="*/ 56721 h 797482"/>
                <a:gd name="connsiteX37" fmla="*/ 349810 w 1068824"/>
                <a:gd name="connsiteY37" fmla="*/ 78826 h 797482"/>
                <a:gd name="connsiteX38" fmla="*/ 335416 w 1068824"/>
                <a:gd name="connsiteY38" fmla="*/ 90639 h 797482"/>
                <a:gd name="connsiteX39" fmla="*/ 326184 w 1068824"/>
                <a:gd name="connsiteY39" fmla="*/ 55166 h 797482"/>
                <a:gd name="connsiteX40" fmla="*/ 273239 w 1068824"/>
                <a:gd name="connsiteY40" fmla="*/ 63405 h 797482"/>
                <a:gd name="connsiteX41" fmla="*/ 252160 w 1068824"/>
                <a:gd name="connsiteY41" fmla="*/ 74722 h 797482"/>
                <a:gd name="connsiteX42" fmla="*/ 240843 w 1068824"/>
                <a:gd name="connsiteY42" fmla="*/ 78296 h 797482"/>
                <a:gd name="connsiteX43" fmla="*/ 201796 w 1068824"/>
                <a:gd name="connsiteY43" fmla="*/ 83458 h 797482"/>
                <a:gd name="connsiteX44" fmla="*/ 206925 w 1068824"/>
                <a:gd name="connsiteY44" fmla="*/ 109666 h 797482"/>
                <a:gd name="connsiteX45" fmla="*/ 173504 w 1068824"/>
                <a:gd name="connsiteY45" fmla="*/ 104504 h 797482"/>
                <a:gd name="connsiteX46" fmla="*/ 94881 w 1068824"/>
                <a:gd name="connsiteY46" fmla="*/ 147191 h 797482"/>
                <a:gd name="connsiteX47" fmla="*/ 137534 w 1068824"/>
                <a:gd name="connsiteY47" fmla="*/ 153809 h 797482"/>
                <a:gd name="connsiteX48" fmla="*/ 123173 w 1068824"/>
                <a:gd name="connsiteY48" fmla="*/ 185675 h 797482"/>
                <a:gd name="connsiteX49" fmla="*/ 68673 w 1068824"/>
                <a:gd name="connsiteY49" fmla="*/ 195437 h 797482"/>
                <a:gd name="connsiteX50" fmla="*/ 2492 w 1068824"/>
                <a:gd name="connsiteY50" fmla="*/ 221148 h 797482"/>
                <a:gd name="connsiteX51" fmla="*/ 12783 w 1068824"/>
                <a:gd name="connsiteY51" fmla="*/ 233987 h 797482"/>
                <a:gd name="connsiteX52" fmla="*/ 41572 w 1068824"/>
                <a:gd name="connsiteY52" fmla="*/ 242227 h 797482"/>
                <a:gd name="connsiteX53" fmla="*/ 88858 w 1068824"/>
                <a:gd name="connsiteY53" fmla="*/ 245800 h 797482"/>
                <a:gd name="connsiteX54" fmla="*/ 116092 w 1068824"/>
                <a:gd name="connsiteY54" fmla="*/ 256092 h 797482"/>
                <a:gd name="connsiteX55" fmla="*/ 69335 w 1068824"/>
                <a:gd name="connsiteY55" fmla="*/ 259169 h 797482"/>
                <a:gd name="connsiteX56" fmla="*/ 26648 w 1068824"/>
                <a:gd name="connsiteY56" fmla="*/ 267409 h 797482"/>
                <a:gd name="connsiteX57" fmla="*/ 58018 w 1068824"/>
                <a:gd name="connsiteY57" fmla="*/ 275615 h 797482"/>
                <a:gd name="connsiteX58" fmla="*/ 58547 w 1068824"/>
                <a:gd name="connsiteY58" fmla="*/ 289480 h 797482"/>
                <a:gd name="connsiteX59" fmla="*/ 79097 w 1068824"/>
                <a:gd name="connsiteY59" fmla="*/ 300797 h 797482"/>
                <a:gd name="connsiteX60" fmla="*/ 107356 w 1068824"/>
                <a:gd name="connsiteY60" fmla="*/ 303874 h 797482"/>
                <a:gd name="connsiteX61" fmla="*/ 124828 w 1068824"/>
                <a:gd name="connsiteY61" fmla="*/ 301823 h 797482"/>
                <a:gd name="connsiteX62" fmla="*/ 147991 w 1068824"/>
                <a:gd name="connsiteY62" fmla="*/ 297720 h 797482"/>
                <a:gd name="connsiteX63" fmla="*/ 169070 w 1068824"/>
                <a:gd name="connsiteY63" fmla="*/ 293616 h 797482"/>
                <a:gd name="connsiteX64" fmla="*/ 225092 w 1068824"/>
                <a:gd name="connsiteY64" fmla="*/ 308507 h 797482"/>
                <a:gd name="connsiteX65" fmla="*/ 252855 w 1068824"/>
                <a:gd name="connsiteY65" fmla="*/ 326508 h 797482"/>
                <a:gd name="connsiteX66" fmla="*/ 276978 w 1068824"/>
                <a:gd name="connsiteY66" fmla="*/ 349672 h 797482"/>
                <a:gd name="connsiteX67" fmla="*/ 292928 w 1068824"/>
                <a:gd name="connsiteY67" fmla="*/ 377964 h 797482"/>
                <a:gd name="connsiteX68" fmla="*/ 305270 w 1068824"/>
                <a:gd name="connsiteY68" fmla="*/ 396958 h 797482"/>
                <a:gd name="connsiteX69" fmla="*/ 314006 w 1068824"/>
                <a:gd name="connsiteY69" fmla="*/ 414959 h 797482"/>
                <a:gd name="connsiteX70" fmla="*/ 305270 w 1068824"/>
                <a:gd name="connsiteY70" fmla="*/ 436534 h 797482"/>
                <a:gd name="connsiteX71" fmla="*/ 313477 w 1068824"/>
                <a:gd name="connsiteY71" fmla="*/ 460194 h 797482"/>
                <a:gd name="connsiteX72" fmla="*/ 339718 w 1068824"/>
                <a:gd name="connsiteY72" fmla="*/ 448877 h 797482"/>
                <a:gd name="connsiteX73" fmla="*/ 345873 w 1068824"/>
                <a:gd name="connsiteY73" fmla="*/ 466349 h 797482"/>
                <a:gd name="connsiteX74" fmla="*/ 379294 w 1068824"/>
                <a:gd name="connsiteY74" fmla="*/ 482266 h 797482"/>
                <a:gd name="connsiteX75" fmla="*/ 372080 w 1068824"/>
                <a:gd name="connsiteY75" fmla="*/ 489479 h 797482"/>
                <a:gd name="connsiteX76" fmla="*/ 325754 w 1068824"/>
                <a:gd name="connsiteY76" fmla="*/ 485872 h 797482"/>
                <a:gd name="connsiteX77" fmla="*/ 372544 w 1068824"/>
                <a:gd name="connsiteY77" fmla="*/ 507447 h 797482"/>
                <a:gd name="connsiteX78" fmla="*/ 387931 w 1068824"/>
                <a:gd name="connsiteY78" fmla="*/ 525449 h 797482"/>
                <a:gd name="connsiteX79" fmla="*/ 384357 w 1068824"/>
                <a:gd name="connsiteY79" fmla="*/ 549605 h 797482"/>
                <a:gd name="connsiteX80" fmla="*/ 362252 w 1068824"/>
                <a:gd name="connsiteY80" fmla="*/ 550631 h 797482"/>
                <a:gd name="connsiteX81" fmla="*/ 348388 w 1068824"/>
                <a:gd name="connsiteY81" fmla="*/ 562940 h 797482"/>
                <a:gd name="connsiteX82" fmla="*/ 333993 w 1068824"/>
                <a:gd name="connsiteY82" fmla="*/ 588652 h 797482"/>
                <a:gd name="connsiteX83" fmla="*/ 350935 w 1068824"/>
                <a:gd name="connsiteY83" fmla="*/ 603576 h 797482"/>
                <a:gd name="connsiteX84" fmla="*/ 337699 w 1068824"/>
                <a:gd name="connsiteY84" fmla="*/ 618996 h 797482"/>
                <a:gd name="connsiteX85" fmla="*/ 361822 w 1068824"/>
                <a:gd name="connsiteY85" fmla="*/ 644145 h 797482"/>
                <a:gd name="connsiteX86" fmla="*/ 364933 w 1068824"/>
                <a:gd name="connsiteY86" fmla="*/ 673926 h 797482"/>
                <a:gd name="connsiteX87" fmla="*/ 375191 w 1068824"/>
                <a:gd name="connsiteY87" fmla="*/ 683191 h 797482"/>
                <a:gd name="connsiteX88" fmla="*/ 383927 w 1068824"/>
                <a:gd name="connsiteY88" fmla="*/ 700663 h 797482"/>
                <a:gd name="connsiteX89" fmla="*/ 397163 w 1068824"/>
                <a:gd name="connsiteY89" fmla="*/ 715554 h 797482"/>
                <a:gd name="connsiteX90" fmla="*/ 405402 w 1068824"/>
                <a:gd name="connsiteY90" fmla="*/ 736633 h 797482"/>
                <a:gd name="connsiteX91" fmla="*/ 424926 w 1068824"/>
                <a:gd name="connsiteY91" fmla="*/ 757182 h 797482"/>
                <a:gd name="connsiteX92" fmla="*/ 444449 w 1068824"/>
                <a:gd name="connsiteY92" fmla="*/ 770021 h 797482"/>
                <a:gd name="connsiteX93" fmla="*/ 461392 w 1068824"/>
                <a:gd name="connsiteY93" fmla="*/ 775150 h 797482"/>
                <a:gd name="connsiteX94" fmla="*/ 481974 w 1068824"/>
                <a:gd name="connsiteY94" fmla="*/ 783919 h 797482"/>
                <a:gd name="connsiteX95" fmla="*/ 512285 w 1068824"/>
                <a:gd name="connsiteY95" fmla="*/ 795732 h 797482"/>
                <a:gd name="connsiteX96" fmla="*/ 525157 w 1068824"/>
                <a:gd name="connsiteY96" fmla="*/ 782496 h 797482"/>
                <a:gd name="connsiteX97" fmla="*/ 533893 w 1068824"/>
                <a:gd name="connsiteY97" fmla="*/ 755263 h 797482"/>
                <a:gd name="connsiteX98" fmla="*/ 532338 w 1068824"/>
                <a:gd name="connsiteY98" fmla="*/ 728029 h 797482"/>
                <a:gd name="connsiteX99" fmla="*/ 541074 w 1068824"/>
                <a:gd name="connsiteY99" fmla="*/ 719293 h 797482"/>
                <a:gd name="connsiteX100" fmla="*/ 554310 w 1068824"/>
                <a:gd name="connsiteY100" fmla="*/ 707480 h 797482"/>
                <a:gd name="connsiteX101" fmla="*/ 561491 w 1068824"/>
                <a:gd name="connsiteY101" fmla="*/ 694244 h 797482"/>
                <a:gd name="connsiteX102" fmla="*/ 562020 w 1068824"/>
                <a:gd name="connsiteY102" fmla="*/ 681901 h 797482"/>
                <a:gd name="connsiteX103" fmla="*/ 568638 w 1068824"/>
                <a:gd name="connsiteY103" fmla="*/ 673694 h 797482"/>
                <a:gd name="connsiteX104" fmla="*/ 565031 w 1068824"/>
                <a:gd name="connsiteY104" fmla="*/ 660822 h 797482"/>
                <a:gd name="connsiteX105" fmla="*/ 567612 w 1068824"/>
                <a:gd name="connsiteY105" fmla="*/ 654204 h 797482"/>
                <a:gd name="connsiteX106" fmla="*/ 577540 w 1068824"/>
                <a:gd name="connsiteY106" fmla="*/ 649571 h 797482"/>
                <a:gd name="connsiteX107" fmla="*/ 594085 w 1068824"/>
                <a:gd name="connsiteY107" fmla="*/ 639280 h 797482"/>
                <a:gd name="connsiteX108" fmla="*/ 608479 w 1068824"/>
                <a:gd name="connsiteY108" fmla="*/ 624356 h 797482"/>
                <a:gd name="connsiteX109" fmla="*/ 617215 w 1068824"/>
                <a:gd name="connsiteY109" fmla="*/ 623860 h 797482"/>
                <a:gd name="connsiteX110" fmla="*/ 620822 w 1068824"/>
                <a:gd name="connsiteY110" fmla="*/ 633125 h 797482"/>
                <a:gd name="connsiteX111" fmla="*/ 653185 w 1068824"/>
                <a:gd name="connsiteY111" fmla="*/ 626507 h 797482"/>
                <a:gd name="connsiteX112" fmla="*/ 691735 w 1068824"/>
                <a:gd name="connsiteY112" fmla="*/ 593086 h 797482"/>
                <a:gd name="connsiteX113" fmla="*/ 713343 w 1068824"/>
                <a:gd name="connsiteY113" fmla="*/ 571511 h 797482"/>
                <a:gd name="connsiteX114" fmla="*/ 729888 w 1068824"/>
                <a:gd name="connsiteY114" fmla="*/ 564893 h 797482"/>
                <a:gd name="connsiteX115" fmla="*/ 746864 w 1068824"/>
                <a:gd name="connsiteY115" fmla="*/ 560790 h 797482"/>
                <a:gd name="connsiteX116" fmla="*/ 772575 w 1068824"/>
                <a:gd name="connsiteY116" fmla="*/ 555131 h 797482"/>
                <a:gd name="connsiteX117" fmla="*/ 834752 w 1068824"/>
                <a:gd name="connsiteY117" fmla="*/ 538189 h 797482"/>
                <a:gd name="connsiteX118" fmla="*/ 883726 w 1068824"/>
                <a:gd name="connsiteY118" fmla="*/ 512113 h 797482"/>
                <a:gd name="connsiteX119" fmla="*/ 890345 w 1068824"/>
                <a:gd name="connsiteY119" fmla="*/ 503377 h 797482"/>
                <a:gd name="connsiteX120" fmla="*/ 859504 w 1068824"/>
                <a:gd name="connsiteY120" fmla="*/ 504933 h 797482"/>
                <a:gd name="connsiteX121" fmla="*/ 820954 w 1068824"/>
                <a:gd name="connsiteY121" fmla="*/ 500300 h 797482"/>
                <a:gd name="connsiteX122" fmla="*/ 826083 w 1068824"/>
                <a:gd name="connsiteY122" fmla="*/ 488983 h 797482"/>
                <a:gd name="connsiteX123" fmla="*/ 829193 w 1068824"/>
                <a:gd name="connsiteY123" fmla="*/ 472438 h 797482"/>
                <a:gd name="connsiteX124" fmla="*/ 853846 w 1068824"/>
                <a:gd name="connsiteY124" fmla="*/ 480677 h 797482"/>
                <a:gd name="connsiteX125" fmla="*/ 891900 w 1068824"/>
                <a:gd name="connsiteY125" fmla="*/ 493516 h 797482"/>
                <a:gd name="connsiteX126" fmla="*/ 898055 w 1068824"/>
                <a:gd name="connsiteY126" fmla="*/ 470353 h 797482"/>
                <a:gd name="connsiteX127" fmla="*/ 852820 w 1068824"/>
                <a:gd name="connsiteY127" fmla="*/ 430280 h 797482"/>
                <a:gd name="connsiteX128" fmla="*/ 878531 w 1068824"/>
                <a:gd name="connsiteY128" fmla="*/ 433358 h 797482"/>
                <a:gd name="connsiteX129" fmla="*/ 895076 w 1068824"/>
                <a:gd name="connsiteY129" fmla="*/ 415356 h 797482"/>
                <a:gd name="connsiteX130" fmla="*/ 853449 w 1068824"/>
                <a:gd name="connsiteY130" fmla="*/ 414860 h 797482"/>
                <a:gd name="connsiteX131" fmla="*/ 845739 w 1068824"/>
                <a:gd name="connsiteY131" fmla="*/ 403543 h 797482"/>
                <a:gd name="connsiteX132" fmla="*/ 852357 w 1068824"/>
                <a:gd name="connsiteY132" fmla="*/ 389182 h 797482"/>
                <a:gd name="connsiteX133" fmla="*/ 890907 w 1068824"/>
                <a:gd name="connsiteY133" fmla="*/ 400466 h 797482"/>
                <a:gd name="connsiteX134" fmla="*/ 920192 w 1068824"/>
                <a:gd name="connsiteY134" fmla="*/ 393285 h 797482"/>
                <a:gd name="connsiteX135" fmla="*/ 897029 w 1068824"/>
                <a:gd name="connsiteY135" fmla="*/ 371677 h 797482"/>
                <a:gd name="connsiteX136" fmla="*/ 935579 w 1068824"/>
                <a:gd name="connsiteY136" fmla="*/ 368070 h 797482"/>
                <a:gd name="connsiteX137" fmla="*/ 940212 w 1068824"/>
                <a:gd name="connsiteY137" fmla="*/ 356257 h 797482"/>
                <a:gd name="connsiteX138" fmla="*/ 908842 w 1068824"/>
                <a:gd name="connsiteY138" fmla="*/ 336733 h 797482"/>
                <a:gd name="connsiteX139" fmla="*/ 939153 w 1068824"/>
                <a:gd name="connsiteY139" fmla="*/ 331604 h 797482"/>
                <a:gd name="connsiteX140" fmla="*/ 930947 w 1068824"/>
                <a:gd name="connsiteY140" fmla="*/ 299738 h 797482"/>
                <a:gd name="connsiteX141" fmla="*/ 900106 w 1068824"/>
                <a:gd name="connsiteY141" fmla="*/ 292028 h 797482"/>
                <a:gd name="connsiteX142" fmla="*/ 887267 w 1068824"/>
                <a:gd name="connsiteY142" fmla="*/ 278792 h 797482"/>
                <a:gd name="connsiteX143" fmla="*/ 910894 w 1068824"/>
                <a:gd name="connsiteY143" fmla="*/ 275714 h 797482"/>
                <a:gd name="connsiteX144" fmla="*/ 958180 w 1068824"/>
                <a:gd name="connsiteY144" fmla="*/ 275714 h 797482"/>
                <a:gd name="connsiteX145" fmla="*/ 947393 w 1068824"/>
                <a:gd name="connsiteY145" fmla="*/ 257217 h 797482"/>
                <a:gd name="connsiteX146" fmla="*/ 918604 w 1068824"/>
                <a:gd name="connsiteY146" fmla="*/ 251062 h 797482"/>
                <a:gd name="connsiteX147" fmla="*/ 942264 w 1068824"/>
                <a:gd name="connsiteY147" fmla="*/ 245900 h 797482"/>
                <a:gd name="connsiteX148" fmla="*/ 907287 w 1068824"/>
                <a:gd name="connsiteY148" fmla="*/ 238190 h 797482"/>
                <a:gd name="connsiteX149" fmla="*/ 893422 w 1068824"/>
                <a:gd name="connsiteY149" fmla="*/ 239215 h 797482"/>
                <a:gd name="connsiteX150" fmla="*/ 904209 w 1068824"/>
                <a:gd name="connsiteY150" fmla="*/ 206853 h 797482"/>
                <a:gd name="connsiteX151" fmla="*/ 935050 w 1068824"/>
                <a:gd name="connsiteY151" fmla="*/ 183226 h 797482"/>
                <a:gd name="connsiteX152" fmla="*/ 963839 w 1068824"/>
                <a:gd name="connsiteY152" fmla="*/ 165754 h 797482"/>
                <a:gd name="connsiteX153" fmla="*/ 952025 w 1068824"/>
                <a:gd name="connsiteY153" fmla="*/ 151856 h 797482"/>
                <a:gd name="connsiteX154" fmla="*/ 923237 w 1068824"/>
                <a:gd name="connsiteY154" fmla="*/ 161122 h 797482"/>
                <a:gd name="connsiteX155" fmla="*/ 946896 w 1068824"/>
                <a:gd name="connsiteY155" fmla="*/ 146727 h 797482"/>
                <a:gd name="connsiteX156" fmla="*/ 990576 w 1068824"/>
                <a:gd name="connsiteY156" fmla="*/ 140572 h 797482"/>
                <a:gd name="connsiteX157" fmla="*/ 958710 w 1068824"/>
                <a:gd name="connsiteY157" fmla="*/ 132862 h 797482"/>
                <a:gd name="connsiteX158" fmla="*/ 966916 w 1068824"/>
                <a:gd name="connsiteY158" fmla="*/ 127204 h 797482"/>
                <a:gd name="connsiteX159" fmla="*/ 1004970 w 1068824"/>
                <a:gd name="connsiteY159" fmla="*/ 119494 h 797482"/>
                <a:gd name="connsiteX160" fmla="*/ 1027571 w 1068824"/>
                <a:gd name="connsiteY160" fmla="*/ 109567 h 797482"/>
                <a:gd name="connsiteX161" fmla="*/ 1066651 w 1068824"/>
                <a:gd name="connsiteY161" fmla="*/ 91565 h 797482"/>
                <a:gd name="connsiteX162" fmla="*/ 1007088 w 1068824"/>
                <a:gd name="connsiteY162" fmla="*/ 74722 h 797482"/>
                <a:gd name="connsiteX163" fmla="*/ 366686 w 1068824"/>
                <a:gd name="connsiteY163" fmla="*/ 522338 h 797482"/>
                <a:gd name="connsiteX164" fmla="*/ 352788 w 1068824"/>
                <a:gd name="connsiteY164" fmla="*/ 509466 h 797482"/>
                <a:gd name="connsiteX165" fmla="*/ 318871 w 1068824"/>
                <a:gd name="connsiteY165" fmla="*/ 503311 h 797482"/>
                <a:gd name="connsiteX166" fmla="*/ 316323 w 1068824"/>
                <a:gd name="connsiteY166" fmla="*/ 518202 h 797482"/>
                <a:gd name="connsiteX167" fmla="*/ 335317 w 1068824"/>
                <a:gd name="connsiteY167" fmla="*/ 529519 h 797482"/>
                <a:gd name="connsiteX168" fmla="*/ 366686 w 1068824"/>
                <a:gd name="connsiteY168" fmla="*/ 522338 h 79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1068824" h="797482">
                  <a:moveTo>
                    <a:pt x="1007088" y="74722"/>
                  </a:moveTo>
                  <a:cubicBezTo>
                    <a:pt x="988061" y="74722"/>
                    <a:pt x="972641" y="77800"/>
                    <a:pt x="971615" y="91268"/>
                  </a:cubicBezTo>
                  <a:cubicBezTo>
                    <a:pt x="970589" y="104735"/>
                    <a:pt x="946433" y="88687"/>
                    <a:pt x="936142" y="93319"/>
                  </a:cubicBezTo>
                  <a:cubicBezTo>
                    <a:pt x="925851" y="97952"/>
                    <a:pt x="931013" y="82532"/>
                    <a:pt x="920755" y="87661"/>
                  </a:cubicBezTo>
                  <a:cubicBezTo>
                    <a:pt x="910497" y="92790"/>
                    <a:pt x="899147" y="105133"/>
                    <a:pt x="886804" y="110262"/>
                  </a:cubicBezTo>
                  <a:cubicBezTo>
                    <a:pt x="874461" y="115391"/>
                    <a:pt x="865229" y="128263"/>
                    <a:pt x="857519" y="129289"/>
                  </a:cubicBezTo>
                  <a:cubicBezTo>
                    <a:pt x="849809" y="130314"/>
                    <a:pt x="874064" y="105662"/>
                    <a:pt x="886308" y="93319"/>
                  </a:cubicBezTo>
                  <a:cubicBezTo>
                    <a:pt x="898551" y="80976"/>
                    <a:pt x="891966" y="66582"/>
                    <a:pt x="875520" y="68137"/>
                  </a:cubicBezTo>
                  <a:cubicBezTo>
                    <a:pt x="859074" y="69693"/>
                    <a:pt x="862648" y="79851"/>
                    <a:pt x="853349" y="81936"/>
                  </a:cubicBezTo>
                  <a:cubicBezTo>
                    <a:pt x="844051" y="84021"/>
                    <a:pt x="799875" y="106092"/>
                    <a:pt x="797823" y="99408"/>
                  </a:cubicBezTo>
                  <a:cubicBezTo>
                    <a:pt x="795772" y="92724"/>
                    <a:pt x="834223" y="81440"/>
                    <a:pt x="833826" y="76807"/>
                  </a:cubicBezTo>
                  <a:cubicBezTo>
                    <a:pt x="833429" y="72174"/>
                    <a:pt x="784984" y="71678"/>
                    <a:pt x="763409" y="74755"/>
                  </a:cubicBezTo>
                  <a:cubicBezTo>
                    <a:pt x="741834" y="77833"/>
                    <a:pt x="703846" y="90176"/>
                    <a:pt x="703251" y="84021"/>
                  </a:cubicBezTo>
                  <a:cubicBezTo>
                    <a:pt x="702655" y="77866"/>
                    <a:pt x="747460" y="69097"/>
                    <a:pt x="770094" y="66516"/>
                  </a:cubicBezTo>
                  <a:cubicBezTo>
                    <a:pt x="792727" y="63935"/>
                    <a:pt x="834322" y="68071"/>
                    <a:pt x="851794" y="60890"/>
                  </a:cubicBezTo>
                  <a:cubicBezTo>
                    <a:pt x="869266" y="53710"/>
                    <a:pt x="895473" y="53180"/>
                    <a:pt x="900106" y="47654"/>
                  </a:cubicBezTo>
                  <a:cubicBezTo>
                    <a:pt x="904739" y="42128"/>
                    <a:pt x="880053" y="34418"/>
                    <a:pt x="867744" y="34782"/>
                  </a:cubicBezTo>
                  <a:cubicBezTo>
                    <a:pt x="855434" y="35146"/>
                    <a:pt x="843058" y="33756"/>
                    <a:pt x="844084" y="27601"/>
                  </a:cubicBezTo>
                  <a:cubicBezTo>
                    <a:pt x="845110" y="21446"/>
                    <a:pt x="825057" y="19891"/>
                    <a:pt x="823005" y="15259"/>
                  </a:cubicBezTo>
                  <a:cubicBezTo>
                    <a:pt x="820954" y="10626"/>
                    <a:pt x="782403" y="14233"/>
                    <a:pt x="774197" y="9104"/>
                  </a:cubicBezTo>
                  <a:cubicBezTo>
                    <a:pt x="765990" y="3975"/>
                    <a:pt x="741801" y="1394"/>
                    <a:pt x="721252" y="2916"/>
                  </a:cubicBezTo>
                  <a:cubicBezTo>
                    <a:pt x="700703" y="4438"/>
                    <a:pt x="658380" y="3975"/>
                    <a:pt x="648783" y="5000"/>
                  </a:cubicBezTo>
                  <a:cubicBezTo>
                    <a:pt x="639187" y="6026"/>
                    <a:pt x="632834" y="9600"/>
                    <a:pt x="624098" y="9104"/>
                  </a:cubicBezTo>
                  <a:cubicBezTo>
                    <a:pt x="615362" y="8607"/>
                    <a:pt x="601993" y="11685"/>
                    <a:pt x="607155" y="17343"/>
                  </a:cubicBezTo>
                  <a:cubicBezTo>
                    <a:pt x="616454" y="27568"/>
                    <a:pt x="593291" y="31705"/>
                    <a:pt x="594813" y="23961"/>
                  </a:cubicBezTo>
                  <a:cubicBezTo>
                    <a:pt x="596335" y="16218"/>
                    <a:pt x="574760" y="12677"/>
                    <a:pt x="568076" y="18303"/>
                  </a:cubicBezTo>
                  <a:cubicBezTo>
                    <a:pt x="560465" y="24921"/>
                    <a:pt x="525918" y="11685"/>
                    <a:pt x="520789" y="18303"/>
                  </a:cubicBezTo>
                  <a:cubicBezTo>
                    <a:pt x="515660" y="24921"/>
                    <a:pt x="475058" y="22936"/>
                    <a:pt x="463245" y="24921"/>
                  </a:cubicBezTo>
                  <a:cubicBezTo>
                    <a:pt x="451431" y="26906"/>
                    <a:pt x="481742" y="35709"/>
                    <a:pt x="480717" y="40871"/>
                  </a:cubicBezTo>
                  <a:cubicBezTo>
                    <a:pt x="479691" y="46033"/>
                    <a:pt x="442166" y="40871"/>
                    <a:pt x="449876" y="50103"/>
                  </a:cubicBezTo>
                  <a:cubicBezTo>
                    <a:pt x="457586" y="59335"/>
                    <a:pt x="482272" y="66053"/>
                    <a:pt x="494085" y="77866"/>
                  </a:cubicBezTo>
                  <a:cubicBezTo>
                    <a:pt x="505898" y="89679"/>
                    <a:pt x="484820" y="82499"/>
                    <a:pt x="471451" y="73763"/>
                  </a:cubicBezTo>
                  <a:cubicBezTo>
                    <a:pt x="458083" y="65027"/>
                    <a:pt x="441206" y="68038"/>
                    <a:pt x="433099" y="59302"/>
                  </a:cubicBezTo>
                  <a:cubicBezTo>
                    <a:pt x="424992" y="50566"/>
                    <a:pt x="394019" y="43882"/>
                    <a:pt x="386309" y="49011"/>
                  </a:cubicBezTo>
                  <a:cubicBezTo>
                    <a:pt x="377143" y="55133"/>
                    <a:pt x="407388" y="66483"/>
                    <a:pt x="407388" y="73167"/>
                  </a:cubicBezTo>
                  <a:cubicBezTo>
                    <a:pt x="407388" y="79851"/>
                    <a:pt x="386839" y="71645"/>
                    <a:pt x="383232" y="74193"/>
                  </a:cubicBezTo>
                  <a:cubicBezTo>
                    <a:pt x="379625" y="76741"/>
                    <a:pt x="361624" y="56721"/>
                    <a:pt x="351366" y="56721"/>
                  </a:cubicBezTo>
                  <a:cubicBezTo>
                    <a:pt x="341108" y="56721"/>
                    <a:pt x="349810" y="65986"/>
                    <a:pt x="349810" y="78826"/>
                  </a:cubicBezTo>
                  <a:cubicBezTo>
                    <a:pt x="349810" y="91665"/>
                    <a:pt x="329956" y="99375"/>
                    <a:pt x="335416" y="90639"/>
                  </a:cubicBezTo>
                  <a:cubicBezTo>
                    <a:pt x="340876" y="81903"/>
                    <a:pt x="336971" y="59302"/>
                    <a:pt x="326184" y="55166"/>
                  </a:cubicBezTo>
                  <a:cubicBezTo>
                    <a:pt x="315396" y="51029"/>
                    <a:pt x="287633" y="63935"/>
                    <a:pt x="273239" y="63405"/>
                  </a:cubicBezTo>
                  <a:cubicBezTo>
                    <a:pt x="258844" y="62876"/>
                    <a:pt x="239817" y="67509"/>
                    <a:pt x="252160" y="74722"/>
                  </a:cubicBezTo>
                  <a:cubicBezTo>
                    <a:pt x="264503" y="81936"/>
                    <a:pt x="251664" y="86006"/>
                    <a:pt x="240843" y="78296"/>
                  </a:cubicBezTo>
                  <a:cubicBezTo>
                    <a:pt x="230023" y="70586"/>
                    <a:pt x="194516" y="78296"/>
                    <a:pt x="201796" y="83458"/>
                  </a:cubicBezTo>
                  <a:cubicBezTo>
                    <a:pt x="209076" y="88620"/>
                    <a:pt x="211558" y="103478"/>
                    <a:pt x="206925" y="109666"/>
                  </a:cubicBezTo>
                  <a:cubicBezTo>
                    <a:pt x="202293" y="115854"/>
                    <a:pt x="187402" y="103478"/>
                    <a:pt x="173504" y="104504"/>
                  </a:cubicBezTo>
                  <a:cubicBezTo>
                    <a:pt x="159606" y="105530"/>
                    <a:pt x="90777" y="138422"/>
                    <a:pt x="94881" y="147191"/>
                  </a:cubicBezTo>
                  <a:cubicBezTo>
                    <a:pt x="98984" y="155960"/>
                    <a:pt x="128302" y="148713"/>
                    <a:pt x="137534" y="153809"/>
                  </a:cubicBezTo>
                  <a:cubicBezTo>
                    <a:pt x="146767" y="158905"/>
                    <a:pt x="134457" y="177965"/>
                    <a:pt x="123173" y="185675"/>
                  </a:cubicBezTo>
                  <a:cubicBezTo>
                    <a:pt x="111889" y="193385"/>
                    <a:pt x="69699" y="186204"/>
                    <a:pt x="68673" y="195437"/>
                  </a:cubicBezTo>
                  <a:cubicBezTo>
                    <a:pt x="67647" y="204669"/>
                    <a:pt x="2492" y="206257"/>
                    <a:pt x="2492" y="221148"/>
                  </a:cubicBezTo>
                  <a:cubicBezTo>
                    <a:pt x="2243" y="227394"/>
                    <a:pt x="6632" y="232870"/>
                    <a:pt x="12783" y="233987"/>
                  </a:cubicBezTo>
                  <a:cubicBezTo>
                    <a:pt x="22015" y="235973"/>
                    <a:pt x="33332" y="232961"/>
                    <a:pt x="41572" y="242227"/>
                  </a:cubicBezTo>
                  <a:cubicBezTo>
                    <a:pt x="49811" y="251492"/>
                    <a:pt x="72909" y="252154"/>
                    <a:pt x="88858" y="245800"/>
                  </a:cubicBezTo>
                  <a:cubicBezTo>
                    <a:pt x="104808" y="239447"/>
                    <a:pt x="116621" y="246826"/>
                    <a:pt x="116092" y="256092"/>
                  </a:cubicBezTo>
                  <a:cubicBezTo>
                    <a:pt x="115562" y="265357"/>
                    <a:pt x="80122" y="252485"/>
                    <a:pt x="69335" y="259169"/>
                  </a:cubicBezTo>
                  <a:cubicBezTo>
                    <a:pt x="58547" y="265853"/>
                    <a:pt x="25126" y="260195"/>
                    <a:pt x="26648" y="267409"/>
                  </a:cubicBezTo>
                  <a:cubicBezTo>
                    <a:pt x="28170" y="274622"/>
                    <a:pt x="44649" y="273034"/>
                    <a:pt x="58018" y="275615"/>
                  </a:cubicBezTo>
                  <a:cubicBezTo>
                    <a:pt x="71386" y="278196"/>
                    <a:pt x="59044" y="283855"/>
                    <a:pt x="58547" y="289480"/>
                  </a:cubicBezTo>
                  <a:cubicBezTo>
                    <a:pt x="58051" y="295105"/>
                    <a:pt x="65728" y="294113"/>
                    <a:pt x="79097" y="300797"/>
                  </a:cubicBezTo>
                  <a:cubicBezTo>
                    <a:pt x="92465" y="307481"/>
                    <a:pt x="114536" y="311584"/>
                    <a:pt x="107356" y="303874"/>
                  </a:cubicBezTo>
                  <a:cubicBezTo>
                    <a:pt x="100175" y="296164"/>
                    <a:pt x="121221" y="297256"/>
                    <a:pt x="124828" y="301823"/>
                  </a:cubicBezTo>
                  <a:cubicBezTo>
                    <a:pt x="128435" y="306389"/>
                    <a:pt x="138064" y="295205"/>
                    <a:pt x="147991" y="297720"/>
                  </a:cubicBezTo>
                  <a:cubicBezTo>
                    <a:pt x="157918" y="300234"/>
                    <a:pt x="161227" y="288454"/>
                    <a:pt x="169070" y="293616"/>
                  </a:cubicBezTo>
                  <a:cubicBezTo>
                    <a:pt x="176912" y="298778"/>
                    <a:pt x="212749" y="301823"/>
                    <a:pt x="225092" y="308507"/>
                  </a:cubicBezTo>
                  <a:cubicBezTo>
                    <a:pt x="237435" y="315191"/>
                    <a:pt x="254377" y="316747"/>
                    <a:pt x="252855" y="326508"/>
                  </a:cubicBezTo>
                  <a:cubicBezTo>
                    <a:pt x="251333" y="336270"/>
                    <a:pt x="263113" y="343451"/>
                    <a:pt x="276978" y="349672"/>
                  </a:cubicBezTo>
                  <a:cubicBezTo>
                    <a:pt x="290843" y="355893"/>
                    <a:pt x="293523" y="369228"/>
                    <a:pt x="292928" y="377964"/>
                  </a:cubicBezTo>
                  <a:cubicBezTo>
                    <a:pt x="292332" y="386700"/>
                    <a:pt x="307852" y="392855"/>
                    <a:pt x="305270" y="396958"/>
                  </a:cubicBezTo>
                  <a:cubicBezTo>
                    <a:pt x="302689" y="401061"/>
                    <a:pt x="304741" y="406720"/>
                    <a:pt x="314006" y="414959"/>
                  </a:cubicBezTo>
                  <a:cubicBezTo>
                    <a:pt x="323272" y="423199"/>
                    <a:pt x="299612" y="429354"/>
                    <a:pt x="305270" y="436534"/>
                  </a:cubicBezTo>
                  <a:cubicBezTo>
                    <a:pt x="310929" y="443715"/>
                    <a:pt x="297031" y="457613"/>
                    <a:pt x="313477" y="460194"/>
                  </a:cubicBezTo>
                  <a:cubicBezTo>
                    <a:pt x="329923" y="462775"/>
                    <a:pt x="327375" y="448877"/>
                    <a:pt x="339718" y="448877"/>
                  </a:cubicBezTo>
                  <a:cubicBezTo>
                    <a:pt x="352061" y="448877"/>
                    <a:pt x="339188" y="459665"/>
                    <a:pt x="345873" y="466349"/>
                  </a:cubicBezTo>
                  <a:cubicBezTo>
                    <a:pt x="352557" y="473033"/>
                    <a:pt x="366422" y="471478"/>
                    <a:pt x="379294" y="482266"/>
                  </a:cubicBezTo>
                  <a:cubicBezTo>
                    <a:pt x="392166" y="493053"/>
                    <a:pt x="383894" y="498215"/>
                    <a:pt x="372080" y="489479"/>
                  </a:cubicBezTo>
                  <a:cubicBezTo>
                    <a:pt x="360267" y="480743"/>
                    <a:pt x="325754" y="482861"/>
                    <a:pt x="325754" y="485872"/>
                  </a:cubicBezTo>
                  <a:cubicBezTo>
                    <a:pt x="325754" y="488884"/>
                    <a:pt x="363808" y="510525"/>
                    <a:pt x="372544" y="507447"/>
                  </a:cubicBezTo>
                  <a:cubicBezTo>
                    <a:pt x="381280" y="504370"/>
                    <a:pt x="393093" y="520320"/>
                    <a:pt x="387931" y="525449"/>
                  </a:cubicBezTo>
                  <a:cubicBezTo>
                    <a:pt x="382768" y="530578"/>
                    <a:pt x="385383" y="543450"/>
                    <a:pt x="384357" y="549605"/>
                  </a:cubicBezTo>
                  <a:cubicBezTo>
                    <a:pt x="383331" y="555760"/>
                    <a:pt x="370459" y="549605"/>
                    <a:pt x="362252" y="550631"/>
                  </a:cubicBezTo>
                  <a:cubicBezTo>
                    <a:pt x="354046" y="551656"/>
                    <a:pt x="348388" y="554238"/>
                    <a:pt x="348388" y="562940"/>
                  </a:cubicBezTo>
                  <a:cubicBezTo>
                    <a:pt x="348388" y="571643"/>
                    <a:pt x="335515" y="577864"/>
                    <a:pt x="333993" y="588652"/>
                  </a:cubicBezTo>
                  <a:cubicBezTo>
                    <a:pt x="332471" y="599439"/>
                    <a:pt x="344251" y="598943"/>
                    <a:pt x="350935" y="603576"/>
                  </a:cubicBezTo>
                  <a:cubicBezTo>
                    <a:pt x="357620" y="608208"/>
                    <a:pt x="338626" y="611253"/>
                    <a:pt x="337699" y="618996"/>
                  </a:cubicBezTo>
                  <a:cubicBezTo>
                    <a:pt x="336773" y="626739"/>
                    <a:pt x="355138" y="640571"/>
                    <a:pt x="361822" y="644145"/>
                  </a:cubicBezTo>
                  <a:cubicBezTo>
                    <a:pt x="368506" y="647718"/>
                    <a:pt x="362352" y="665223"/>
                    <a:pt x="364933" y="673926"/>
                  </a:cubicBezTo>
                  <a:cubicBezTo>
                    <a:pt x="367514" y="682629"/>
                    <a:pt x="376217" y="671874"/>
                    <a:pt x="375191" y="683191"/>
                  </a:cubicBezTo>
                  <a:cubicBezTo>
                    <a:pt x="374165" y="694508"/>
                    <a:pt x="383430" y="693979"/>
                    <a:pt x="383927" y="700663"/>
                  </a:cubicBezTo>
                  <a:cubicBezTo>
                    <a:pt x="384423" y="707348"/>
                    <a:pt x="400472" y="706289"/>
                    <a:pt x="397163" y="715554"/>
                  </a:cubicBezTo>
                  <a:cubicBezTo>
                    <a:pt x="393854" y="724819"/>
                    <a:pt x="401796" y="731504"/>
                    <a:pt x="405402" y="736633"/>
                  </a:cubicBezTo>
                  <a:cubicBezTo>
                    <a:pt x="409009" y="741762"/>
                    <a:pt x="422345" y="750498"/>
                    <a:pt x="424926" y="757182"/>
                  </a:cubicBezTo>
                  <a:cubicBezTo>
                    <a:pt x="427507" y="763866"/>
                    <a:pt x="435184" y="772602"/>
                    <a:pt x="444449" y="770021"/>
                  </a:cubicBezTo>
                  <a:cubicBezTo>
                    <a:pt x="453715" y="767440"/>
                    <a:pt x="454376" y="776209"/>
                    <a:pt x="461392" y="775150"/>
                  </a:cubicBezTo>
                  <a:cubicBezTo>
                    <a:pt x="468407" y="774091"/>
                    <a:pt x="479922" y="778261"/>
                    <a:pt x="481974" y="783919"/>
                  </a:cubicBezTo>
                  <a:cubicBezTo>
                    <a:pt x="484026" y="789578"/>
                    <a:pt x="506130" y="794707"/>
                    <a:pt x="512285" y="795732"/>
                  </a:cubicBezTo>
                  <a:cubicBezTo>
                    <a:pt x="518440" y="796758"/>
                    <a:pt x="519499" y="785441"/>
                    <a:pt x="525157" y="782496"/>
                  </a:cubicBezTo>
                  <a:cubicBezTo>
                    <a:pt x="530816" y="779551"/>
                    <a:pt x="528764" y="756785"/>
                    <a:pt x="533893" y="755263"/>
                  </a:cubicBezTo>
                  <a:cubicBezTo>
                    <a:pt x="539022" y="753740"/>
                    <a:pt x="537467" y="730081"/>
                    <a:pt x="532338" y="728029"/>
                  </a:cubicBezTo>
                  <a:cubicBezTo>
                    <a:pt x="527209" y="725978"/>
                    <a:pt x="529260" y="717738"/>
                    <a:pt x="541074" y="719293"/>
                  </a:cubicBezTo>
                  <a:cubicBezTo>
                    <a:pt x="552887" y="720848"/>
                    <a:pt x="548784" y="709002"/>
                    <a:pt x="554310" y="707480"/>
                  </a:cubicBezTo>
                  <a:cubicBezTo>
                    <a:pt x="559836" y="705958"/>
                    <a:pt x="557387" y="695137"/>
                    <a:pt x="561491" y="694244"/>
                  </a:cubicBezTo>
                  <a:cubicBezTo>
                    <a:pt x="565594" y="693350"/>
                    <a:pt x="565098" y="686004"/>
                    <a:pt x="562020" y="681901"/>
                  </a:cubicBezTo>
                  <a:cubicBezTo>
                    <a:pt x="558943" y="677798"/>
                    <a:pt x="562550" y="674720"/>
                    <a:pt x="568638" y="673694"/>
                  </a:cubicBezTo>
                  <a:cubicBezTo>
                    <a:pt x="574727" y="672669"/>
                    <a:pt x="573271" y="663933"/>
                    <a:pt x="565031" y="660822"/>
                  </a:cubicBezTo>
                  <a:cubicBezTo>
                    <a:pt x="556792" y="657712"/>
                    <a:pt x="559373" y="648513"/>
                    <a:pt x="567612" y="654204"/>
                  </a:cubicBezTo>
                  <a:cubicBezTo>
                    <a:pt x="575852" y="659896"/>
                    <a:pt x="582007" y="655726"/>
                    <a:pt x="577540" y="649571"/>
                  </a:cubicBezTo>
                  <a:cubicBezTo>
                    <a:pt x="573072" y="643417"/>
                    <a:pt x="583198" y="640306"/>
                    <a:pt x="594085" y="639280"/>
                  </a:cubicBezTo>
                  <a:cubicBezTo>
                    <a:pt x="604972" y="638254"/>
                    <a:pt x="610630" y="632662"/>
                    <a:pt x="608479" y="624356"/>
                  </a:cubicBezTo>
                  <a:cubicBezTo>
                    <a:pt x="606328" y="616051"/>
                    <a:pt x="620822" y="616646"/>
                    <a:pt x="617215" y="623860"/>
                  </a:cubicBezTo>
                  <a:cubicBezTo>
                    <a:pt x="613608" y="631074"/>
                    <a:pt x="615660" y="638254"/>
                    <a:pt x="620822" y="633125"/>
                  </a:cubicBezTo>
                  <a:cubicBezTo>
                    <a:pt x="625984" y="627996"/>
                    <a:pt x="635713" y="631570"/>
                    <a:pt x="653185" y="626507"/>
                  </a:cubicBezTo>
                  <a:cubicBezTo>
                    <a:pt x="670656" y="621444"/>
                    <a:pt x="687632" y="606984"/>
                    <a:pt x="691735" y="593086"/>
                  </a:cubicBezTo>
                  <a:cubicBezTo>
                    <a:pt x="695838" y="579188"/>
                    <a:pt x="715891" y="580776"/>
                    <a:pt x="713343" y="571511"/>
                  </a:cubicBezTo>
                  <a:cubicBezTo>
                    <a:pt x="710795" y="562245"/>
                    <a:pt x="716917" y="558672"/>
                    <a:pt x="729888" y="564893"/>
                  </a:cubicBezTo>
                  <a:cubicBezTo>
                    <a:pt x="742860" y="571114"/>
                    <a:pt x="732469" y="560790"/>
                    <a:pt x="746864" y="560790"/>
                  </a:cubicBezTo>
                  <a:cubicBezTo>
                    <a:pt x="761258" y="560790"/>
                    <a:pt x="758677" y="555627"/>
                    <a:pt x="772575" y="555131"/>
                  </a:cubicBezTo>
                  <a:cubicBezTo>
                    <a:pt x="786473" y="554635"/>
                    <a:pt x="822410" y="548513"/>
                    <a:pt x="834752" y="538189"/>
                  </a:cubicBezTo>
                  <a:cubicBezTo>
                    <a:pt x="847095" y="527864"/>
                    <a:pt x="872939" y="518731"/>
                    <a:pt x="883726" y="512113"/>
                  </a:cubicBezTo>
                  <a:cubicBezTo>
                    <a:pt x="894514" y="505495"/>
                    <a:pt x="896963" y="499770"/>
                    <a:pt x="890345" y="503377"/>
                  </a:cubicBezTo>
                  <a:cubicBezTo>
                    <a:pt x="883726" y="506984"/>
                    <a:pt x="869795" y="507481"/>
                    <a:pt x="859504" y="504933"/>
                  </a:cubicBezTo>
                  <a:cubicBezTo>
                    <a:pt x="849213" y="502385"/>
                    <a:pt x="832767" y="493616"/>
                    <a:pt x="820954" y="500300"/>
                  </a:cubicBezTo>
                  <a:cubicBezTo>
                    <a:pt x="809140" y="506984"/>
                    <a:pt x="816354" y="490538"/>
                    <a:pt x="826083" y="488983"/>
                  </a:cubicBezTo>
                  <a:cubicBezTo>
                    <a:pt x="835811" y="487428"/>
                    <a:pt x="831741" y="482828"/>
                    <a:pt x="829193" y="472438"/>
                  </a:cubicBezTo>
                  <a:cubicBezTo>
                    <a:pt x="826645" y="462047"/>
                    <a:pt x="845739" y="468831"/>
                    <a:pt x="853846" y="480677"/>
                  </a:cubicBezTo>
                  <a:cubicBezTo>
                    <a:pt x="862571" y="492530"/>
                    <a:pt x="877777" y="497661"/>
                    <a:pt x="891900" y="493516"/>
                  </a:cubicBezTo>
                  <a:cubicBezTo>
                    <a:pt x="905765" y="489413"/>
                    <a:pt x="892396" y="478096"/>
                    <a:pt x="898055" y="470353"/>
                  </a:cubicBezTo>
                  <a:cubicBezTo>
                    <a:pt x="903713" y="462610"/>
                    <a:pt x="855401" y="438487"/>
                    <a:pt x="852820" y="430280"/>
                  </a:cubicBezTo>
                  <a:cubicBezTo>
                    <a:pt x="850239" y="422074"/>
                    <a:pt x="865163" y="427699"/>
                    <a:pt x="878531" y="433358"/>
                  </a:cubicBezTo>
                  <a:cubicBezTo>
                    <a:pt x="891900" y="439016"/>
                    <a:pt x="895076" y="422570"/>
                    <a:pt x="895076" y="415356"/>
                  </a:cubicBezTo>
                  <a:cubicBezTo>
                    <a:pt x="895076" y="408143"/>
                    <a:pt x="866288" y="407646"/>
                    <a:pt x="853449" y="414860"/>
                  </a:cubicBezTo>
                  <a:cubicBezTo>
                    <a:pt x="840610" y="422074"/>
                    <a:pt x="828233" y="405595"/>
                    <a:pt x="845739" y="403543"/>
                  </a:cubicBezTo>
                  <a:cubicBezTo>
                    <a:pt x="863243" y="401492"/>
                    <a:pt x="847261" y="394311"/>
                    <a:pt x="852357" y="389182"/>
                  </a:cubicBezTo>
                  <a:cubicBezTo>
                    <a:pt x="857452" y="384053"/>
                    <a:pt x="879590" y="404073"/>
                    <a:pt x="890907" y="400466"/>
                  </a:cubicBezTo>
                  <a:cubicBezTo>
                    <a:pt x="902224" y="396859"/>
                    <a:pt x="910430" y="400995"/>
                    <a:pt x="920192" y="393285"/>
                  </a:cubicBezTo>
                  <a:cubicBezTo>
                    <a:pt x="929954" y="385575"/>
                    <a:pt x="902720" y="378361"/>
                    <a:pt x="897029" y="371677"/>
                  </a:cubicBezTo>
                  <a:cubicBezTo>
                    <a:pt x="891337" y="364993"/>
                    <a:pt x="925288" y="367574"/>
                    <a:pt x="935579" y="368070"/>
                  </a:cubicBezTo>
                  <a:cubicBezTo>
                    <a:pt x="945871" y="368566"/>
                    <a:pt x="948418" y="353179"/>
                    <a:pt x="940212" y="356257"/>
                  </a:cubicBezTo>
                  <a:cubicBezTo>
                    <a:pt x="932006" y="359334"/>
                    <a:pt x="902687" y="345999"/>
                    <a:pt x="908842" y="336733"/>
                  </a:cubicBezTo>
                  <a:cubicBezTo>
                    <a:pt x="914997" y="327468"/>
                    <a:pt x="926314" y="338289"/>
                    <a:pt x="939153" y="331604"/>
                  </a:cubicBezTo>
                  <a:cubicBezTo>
                    <a:pt x="951992" y="324920"/>
                    <a:pt x="940212" y="299738"/>
                    <a:pt x="930947" y="299738"/>
                  </a:cubicBezTo>
                  <a:cubicBezTo>
                    <a:pt x="921681" y="299738"/>
                    <a:pt x="900106" y="296661"/>
                    <a:pt x="900106" y="292028"/>
                  </a:cubicBezTo>
                  <a:cubicBezTo>
                    <a:pt x="900106" y="287395"/>
                    <a:pt x="882138" y="283292"/>
                    <a:pt x="887267" y="278792"/>
                  </a:cubicBezTo>
                  <a:cubicBezTo>
                    <a:pt x="892396" y="274291"/>
                    <a:pt x="899080" y="284450"/>
                    <a:pt x="910894" y="275714"/>
                  </a:cubicBezTo>
                  <a:cubicBezTo>
                    <a:pt x="922707" y="266978"/>
                    <a:pt x="947293" y="277766"/>
                    <a:pt x="958180" y="275714"/>
                  </a:cubicBezTo>
                  <a:cubicBezTo>
                    <a:pt x="969067" y="273663"/>
                    <a:pt x="953580" y="253643"/>
                    <a:pt x="947393" y="257217"/>
                  </a:cubicBezTo>
                  <a:cubicBezTo>
                    <a:pt x="941205" y="260790"/>
                    <a:pt x="920159" y="261849"/>
                    <a:pt x="918604" y="251062"/>
                  </a:cubicBezTo>
                  <a:cubicBezTo>
                    <a:pt x="917049" y="240274"/>
                    <a:pt x="938657" y="251062"/>
                    <a:pt x="942264" y="245900"/>
                  </a:cubicBezTo>
                  <a:cubicBezTo>
                    <a:pt x="945871" y="240738"/>
                    <a:pt x="912482" y="227402"/>
                    <a:pt x="907287" y="238190"/>
                  </a:cubicBezTo>
                  <a:cubicBezTo>
                    <a:pt x="902092" y="248977"/>
                    <a:pt x="883660" y="245403"/>
                    <a:pt x="893422" y="239215"/>
                  </a:cubicBezTo>
                  <a:cubicBezTo>
                    <a:pt x="903184" y="233028"/>
                    <a:pt x="905268" y="215589"/>
                    <a:pt x="904209" y="206853"/>
                  </a:cubicBezTo>
                  <a:cubicBezTo>
                    <a:pt x="903151" y="198117"/>
                    <a:pt x="939186" y="197621"/>
                    <a:pt x="935050" y="183226"/>
                  </a:cubicBezTo>
                  <a:cubicBezTo>
                    <a:pt x="930914" y="168832"/>
                    <a:pt x="952025" y="165754"/>
                    <a:pt x="963839" y="165754"/>
                  </a:cubicBezTo>
                  <a:cubicBezTo>
                    <a:pt x="975652" y="165754"/>
                    <a:pt x="963342" y="150334"/>
                    <a:pt x="952025" y="151856"/>
                  </a:cubicBezTo>
                  <a:cubicBezTo>
                    <a:pt x="940708" y="153379"/>
                    <a:pt x="928862" y="166251"/>
                    <a:pt x="923237" y="161122"/>
                  </a:cubicBezTo>
                  <a:cubicBezTo>
                    <a:pt x="917611" y="155993"/>
                    <a:pt x="936473" y="146727"/>
                    <a:pt x="946896" y="146727"/>
                  </a:cubicBezTo>
                  <a:cubicBezTo>
                    <a:pt x="957320" y="146727"/>
                    <a:pt x="981840" y="145702"/>
                    <a:pt x="990576" y="140572"/>
                  </a:cubicBezTo>
                  <a:cubicBezTo>
                    <a:pt x="999312" y="135443"/>
                    <a:pt x="975156" y="130645"/>
                    <a:pt x="958710" y="132862"/>
                  </a:cubicBezTo>
                  <a:cubicBezTo>
                    <a:pt x="942264" y="135079"/>
                    <a:pt x="942164" y="127700"/>
                    <a:pt x="966916" y="127204"/>
                  </a:cubicBezTo>
                  <a:cubicBezTo>
                    <a:pt x="991668" y="126708"/>
                    <a:pt x="987498" y="121545"/>
                    <a:pt x="1004970" y="119494"/>
                  </a:cubicBezTo>
                  <a:cubicBezTo>
                    <a:pt x="1022442" y="117442"/>
                    <a:pt x="1016784" y="110228"/>
                    <a:pt x="1027571" y="109567"/>
                  </a:cubicBezTo>
                  <a:cubicBezTo>
                    <a:pt x="1038358" y="108905"/>
                    <a:pt x="1066651" y="97224"/>
                    <a:pt x="1066651" y="91565"/>
                  </a:cubicBezTo>
                  <a:cubicBezTo>
                    <a:pt x="1066651" y="85907"/>
                    <a:pt x="1026115" y="74722"/>
                    <a:pt x="1007088" y="74722"/>
                  </a:cubicBezTo>
                  <a:close/>
                  <a:moveTo>
                    <a:pt x="366686" y="522338"/>
                  </a:moveTo>
                  <a:cubicBezTo>
                    <a:pt x="367183" y="514099"/>
                    <a:pt x="357951" y="519261"/>
                    <a:pt x="352788" y="509466"/>
                  </a:cubicBezTo>
                  <a:cubicBezTo>
                    <a:pt x="347626" y="499671"/>
                    <a:pt x="321419" y="495700"/>
                    <a:pt x="318871" y="503311"/>
                  </a:cubicBezTo>
                  <a:cubicBezTo>
                    <a:pt x="317845" y="506389"/>
                    <a:pt x="309638" y="511021"/>
                    <a:pt x="316323" y="518202"/>
                  </a:cubicBezTo>
                  <a:cubicBezTo>
                    <a:pt x="323007" y="525383"/>
                    <a:pt x="327607" y="522338"/>
                    <a:pt x="335317" y="529519"/>
                  </a:cubicBezTo>
                  <a:cubicBezTo>
                    <a:pt x="343027" y="536700"/>
                    <a:pt x="366157" y="530545"/>
                    <a:pt x="366686" y="52233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ABEE0466-CE73-7244-A60F-225BD12D3F3D}"/>
                </a:ext>
              </a:extLst>
            </p:cNvPr>
            <p:cNvSpPr/>
            <p:nvPr/>
          </p:nvSpPr>
          <p:spPr>
            <a:xfrm>
              <a:off x="4980834" y="3045478"/>
              <a:ext cx="142289" cy="172071"/>
            </a:xfrm>
            <a:custGeom>
              <a:avLst/>
              <a:gdLst>
                <a:gd name="connsiteX0" fmla="*/ 125942 w 142289"/>
                <a:gd name="connsiteY0" fmla="*/ 40864 h 172070"/>
                <a:gd name="connsiteX1" fmla="*/ 133851 w 142289"/>
                <a:gd name="connsiteY1" fmla="*/ 28422 h 172070"/>
                <a:gd name="connsiteX2" fmla="*/ 142124 w 142289"/>
                <a:gd name="connsiteY2" fmla="*/ 16278 h 172070"/>
                <a:gd name="connsiteX3" fmla="*/ 133487 w 142289"/>
                <a:gd name="connsiteY3" fmla="*/ 18727 h 172070"/>
                <a:gd name="connsiteX4" fmla="*/ 125016 w 142289"/>
                <a:gd name="connsiteY4" fmla="*/ 15219 h 172070"/>
                <a:gd name="connsiteX5" fmla="*/ 109960 w 142289"/>
                <a:gd name="connsiteY5" fmla="*/ 18297 h 172070"/>
                <a:gd name="connsiteX6" fmla="*/ 98411 w 142289"/>
                <a:gd name="connsiteY6" fmla="*/ 27562 h 172070"/>
                <a:gd name="connsiteX7" fmla="*/ 78358 w 142289"/>
                <a:gd name="connsiteY7" fmla="*/ 24253 h 172070"/>
                <a:gd name="connsiteX8" fmla="*/ 58306 w 142289"/>
                <a:gd name="connsiteY8" fmla="*/ 12704 h 172070"/>
                <a:gd name="connsiteX9" fmla="*/ 40569 w 142289"/>
                <a:gd name="connsiteY9" fmla="*/ 9230 h 172070"/>
                <a:gd name="connsiteX10" fmla="*/ 30642 w 142289"/>
                <a:gd name="connsiteY10" fmla="*/ 4233 h 172070"/>
                <a:gd name="connsiteX11" fmla="*/ 20218 w 142289"/>
                <a:gd name="connsiteY11" fmla="*/ 3075 h 172070"/>
                <a:gd name="connsiteX12" fmla="*/ 6320 w 142289"/>
                <a:gd name="connsiteY12" fmla="*/ 12307 h 172070"/>
                <a:gd name="connsiteX13" fmla="*/ 4103 w 142289"/>
                <a:gd name="connsiteY13" fmla="*/ 15153 h 172070"/>
                <a:gd name="connsiteX14" fmla="*/ 12045 w 142289"/>
                <a:gd name="connsiteY14" fmla="*/ 22367 h 172070"/>
                <a:gd name="connsiteX15" fmla="*/ 13799 w 142289"/>
                <a:gd name="connsiteY15" fmla="*/ 34809 h 172070"/>
                <a:gd name="connsiteX16" fmla="*/ 20913 w 142289"/>
                <a:gd name="connsiteY16" fmla="*/ 41030 h 172070"/>
                <a:gd name="connsiteX17" fmla="*/ 20053 w 142289"/>
                <a:gd name="connsiteY17" fmla="*/ 55292 h 172070"/>
                <a:gd name="connsiteX18" fmla="*/ 8471 w 142289"/>
                <a:gd name="connsiteY18" fmla="*/ 75742 h 172070"/>
                <a:gd name="connsiteX19" fmla="*/ 3309 w 142289"/>
                <a:gd name="connsiteY19" fmla="*/ 86529 h 172070"/>
                <a:gd name="connsiteX20" fmla="*/ 14825 w 142289"/>
                <a:gd name="connsiteY20" fmla="*/ 92883 h 172070"/>
                <a:gd name="connsiteX21" fmla="*/ 2482 w 142289"/>
                <a:gd name="connsiteY21" fmla="*/ 104067 h 172070"/>
                <a:gd name="connsiteX22" fmla="*/ 2482 w 142289"/>
                <a:gd name="connsiteY22" fmla="*/ 105821 h 172070"/>
                <a:gd name="connsiteX23" fmla="*/ 68166 w 142289"/>
                <a:gd name="connsiteY23" fmla="*/ 140665 h 172070"/>
                <a:gd name="connsiteX24" fmla="*/ 67273 w 142289"/>
                <a:gd name="connsiteY24" fmla="*/ 151354 h 172070"/>
                <a:gd name="connsiteX25" fmla="*/ 96459 w 142289"/>
                <a:gd name="connsiteY25" fmla="*/ 172068 h 172070"/>
                <a:gd name="connsiteX26" fmla="*/ 113467 w 142289"/>
                <a:gd name="connsiteY26" fmla="*/ 134246 h 172070"/>
                <a:gd name="connsiteX27" fmla="*/ 124520 w 142289"/>
                <a:gd name="connsiteY27" fmla="*/ 125245 h 172070"/>
                <a:gd name="connsiteX28" fmla="*/ 134017 w 142289"/>
                <a:gd name="connsiteY28" fmla="*/ 119091 h 172070"/>
                <a:gd name="connsiteX29" fmla="*/ 135506 w 142289"/>
                <a:gd name="connsiteY29" fmla="*/ 116973 h 172070"/>
                <a:gd name="connsiteX30" fmla="*/ 126902 w 142289"/>
                <a:gd name="connsiteY30" fmla="*/ 103306 h 17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2289" h="172070">
                  <a:moveTo>
                    <a:pt x="125942" y="40864"/>
                  </a:moveTo>
                  <a:lnTo>
                    <a:pt x="133851" y="28422"/>
                  </a:lnTo>
                  <a:lnTo>
                    <a:pt x="142124" y="16278"/>
                  </a:lnTo>
                  <a:cubicBezTo>
                    <a:pt x="139175" y="16825"/>
                    <a:pt x="136284" y="17644"/>
                    <a:pt x="133487" y="18727"/>
                  </a:cubicBezTo>
                  <a:cubicBezTo>
                    <a:pt x="130182" y="19882"/>
                    <a:pt x="126537" y="18373"/>
                    <a:pt x="125016" y="15219"/>
                  </a:cubicBezTo>
                  <a:cubicBezTo>
                    <a:pt x="123858" y="12539"/>
                    <a:pt x="116115" y="14855"/>
                    <a:pt x="109960" y="18297"/>
                  </a:cubicBezTo>
                  <a:cubicBezTo>
                    <a:pt x="103805" y="21738"/>
                    <a:pt x="100727" y="29117"/>
                    <a:pt x="98411" y="27562"/>
                  </a:cubicBezTo>
                  <a:cubicBezTo>
                    <a:pt x="96095" y="26007"/>
                    <a:pt x="82197" y="24253"/>
                    <a:pt x="78358" y="24253"/>
                  </a:cubicBezTo>
                  <a:cubicBezTo>
                    <a:pt x="74520" y="24253"/>
                    <a:pt x="62177" y="16179"/>
                    <a:pt x="58306" y="12704"/>
                  </a:cubicBezTo>
                  <a:cubicBezTo>
                    <a:pt x="54434" y="9230"/>
                    <a:pt x="43282" y="10785"/>
                    <a:pt x="40569" y="9230"/>
                  </a:cubicBezTo>
                  <a:cubicBezTo>
                    <a:pt x="37855" y="7675"/>
                    <a:pt x="32495" y="6550"/>
                    <a:pt x="30642" y="4233"/>
                  </a:cubicBezTo>
                  <a:cubicBezTo>
                    <a:pt x="28789" y="1917"/>
                    <a:pt x="24024" y="2314"/>
                    <a:pt x="20218" y="3075"/>
                  </a:cubicBezTo>
                  <a:cubicBezTo>
                    <a:pt x="16413" y="3836"/>
                    <a:pt x="6982" y="9230"/>
                    <a:pt x="6320" y="12307"/>
                  </a:cubicBezTo>
                  <a:cubicBezTo>
                    <a:pt x="5893" y="13462"/>
                    <a:pt x="5118" y="14456"/>
                    <a:pt x="4103" y="15153"/>
                  </a:cubicBezTo>
                  <a:lnTo>
                    <a:pt x="12045" y="22367"/>
                  </a:lnTo>
                  <a:lnTo>
                    <a:pt x="13799" y="34809"/>
                  </a:lnTo>
                  <a:lnTo>
                    <a:pt x="20913" y="41030"/>
                  </a:lnTo>
                  <a:cubicBezTo>
                    <a:pt x="20876" y="45796"/>
                    <a:pt x="20589" y="50556"/>
                    <a:pt x="20053" y="55292"/>
                  </a:cubicBezTo>
                  <a:cubicBezTo>
                    <a:pt x="19159" y="62373"/>
                    <a:pt x="12938" y="71275"/>
                    <a:pt x="8471" y="75742"/>
                  </a:cubicBezTo>
                  <a:cubicBezTo>
                    <a:pt x="6232" y="79066"/>
                    <a:pt x="4493" y="82700"/>
                    <a:pt x="3309" y="86529"/>
                  </a:cubicBezTo>
                  <a:cubicBezTo>
                    <a:pt x="10125" y="88217"/>
                    <a:pt x="15188" y="90831"/>
                    <a:pt x="14825" y="92883"/>
                  </a:cubicBezTo>
                  <a:cubicBezTo>
                    <a:pt x="14030" y="97118"/>
                    <a:pt x="2482" y="95199"/>
                    <a:pt x="2482" y="104067"/>
                  </a:cubicBezTo>
                  <a:cubicBezTo>
                    <a:pt x="2515" y="104651"/>
                    <a:pt x="2515" y="105237"/>
                    <a:pt x="2482" y="105821"/>
                  </a:cubicBezTo>
                  <a:lnTo>
                    <a:pt x="68166" y="140665"/>
                  </a:lnTo>
                  <a:lnTo>
                    <a:pt x="67273" y="151354"/>
                  </a:lnTo>
                  <a:cubicBezTo>
                    <a:pt x="67273" y="151354"/>
                    <a:pt x="82031" y="162141"/>
                    <a:pt x="96459" y="172068"/>
                  </a:cubicBezTo>
                  <a:cubicBezTo>
                    <a:pt x="101408" y="159149"/>
                    <a:pt x="107087" y="146521"/>
                    <a:pt x="113467" y="134246"/>
                  </a:cubicBezTo>
                  <a:cubicBezTo>
                    <a:pt x="117306" y="128323"/>
                    <a:pt x="121178" y="129349"/>
                    <a:pt x="124520" y="125245"/>
                  </a:cubicBezTo>
                  <a:cubicBezTo>
                    <a:pt x="127862" y="121142"/>
                    <a:pt x="128888" y="127297"/>
                    <a:pt x="134017" y="119091"/>
                  </a:cubicBezTo>
                  <a:cubicBezTo>
                    <a:pt x="134447" y="118462"/>
                    <a:pt x="134943" y="117701"/>
                    <a:pt x="135506" y="116973"/>
                  </a:cubicBezTo>
                  <a:lnTo>
                    <a:pt x="126902" y="103306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44E5CB1-8F23-514E-909F-3B5D4FC9F022}"/>
                </a:ext>
              </a:extLst>
            </p:cNvPr>
            <p:cNvSpPr/>
            <p:nvPr/>
          </p:nvSpPr>
          <p:spPr>
            <a:xfrm>
              <a:off x="4904163" y="3057984"/>
              <a:ext cx="99272" cy="102581"/>
            </a:xfrm>
            <a:custGeom>
              <a:avLst/>
              <a:gdLst>
                <a:gd name="connsiteX0" fmla="*/ 90503 w 99271"/>
                <a:gd name="connsiteY0" fmla="*/ 22138 h 102580"/>
                <a:gd name="connsiteX1" fmla="*/ 88749 w 99271"/>
                <a:gd name="connsiteY1" fmla="*/ 9696 h 102580"/>
                <a:gd name="connsiteX2" fmla="*/ 80807 w 99271"/>
                <a:gd name="connsiteY2" fmla="*/ 2482 h 102580"/>
                <a:gd name="connsiteX3" fmla="*/ 74950 w 99271"/>
                <a:gd name="connsiteY3" fmla="*/ 8140 h 102580"/>
                <a:gd name="connsiteX4" fmla="*/ 64163 w 99271"/>
                <a:gd name="connsiteY4" fmla="*/ 8901 h 102580"/>
                <a:gd name="connsiteX5" fmla="*/ 51423 w 99271"/>
                <a:gd name="connsiteY5" fmla="*/ 13137 h 102580"/>
                <a:gd name="connsiteX6" fmla="*/ 40635 w 99271"/>
                <a:gd name="connsiteY6" fmla="*/ 9265 h 102580"/>
                <a:gd name="connsiteX7" fmla="*/ 27399 w 99271"/>
                <a:gd name="connsiteY7" fmla="*/ 13137 h 102580"/>
                <a:gd name="connsiteX8" fmla="*/ 25844 w 99271"/>
                <a:gd name="connsiteY8" fmla="*/ 28160 h 102580"/>
                <a:gd name="connsiteX9" fmla="*/ 31634 w 99271"/>
                <a:gd name="connsiteY9" fmla="*/ 36631 h 102580"/>
                <a:gd name="connsiteX10" fmla="*/ 26638 w 99271"/>
                <a:gd name="connsiteY10" fmla="*/ 45500 h 102580"/>
                <a:gd name="connsiteX11" fmla="*/ 19292 w 99271"/>
                <a:gd name="connsiteY11" fmla="*/ 50529 h 102580"/>
                <a:gd name="connsiteX12" fmla="*/ 12674 w 99271"/>
                <a:gd name="connsiteY12" fmla="*/ 60159 h 102580"/>
                <a:gd name="connsiteX13" fmla="*/ 8438 w 99271"/>
                <a:gd name="connsiteY13" fmla="*/ 72501 h 102580"/>
                <a:gd name="connsiteX14" fmla="*/ 5361 w 99271"/>
                <a:gd name="connsiteY14" fmla="*/ 87524 h 102580"/>
                <a:gd name="connsiteX15" fmla="*/ 2482 w 99271"/>
                <a:gd name="connsiteY15" fmla="*/ 100132 h 102580"/>
                <a:gd name="connsiteX16" fmla="*/ 11152 w 99271"/>
                <a:gd name="connsiteY16" fmla="*/ 98643 h 102580"/>
                <a:gd name="connsiteX17" fmla="*/ 28921 w 99271"/>
                <a:gd name="connsiteY17" fmla="*/ 93315 h 102580"/>
                <a:gd name="connsiteX18" fmla="*/ 43415 w 99271"/>
                <a:gd name="connsiteY18" fmla="*/ 92124 h 102580"/>
                <a:gd name="connsiteX19" fmla="*/ 56651 w 99271"/>
                <a:gd name="connsiteY19" fmla="*/ 73263 h 102580"/>
                <a:gd name="connsiteX20" fmla="*/ 79814 w 99271"/>
                <a:gd name="connsiteY20" fmla="*/ 73858 h 102580"/>
                <a:gd name="connsiteX21" fmla="*/ 84977 w 99271"/>
                <a:gd name="connsiteY21" fmla="*/ 63071 h 102580"/>
                <a:gd name="connsiteX22" fmla="*/ 96558 w 99271"/>
                <a:gd name="connsiteY22" fmla="*/ 42621 h 102580"/>
                <a:gd name="connsiteX23" fmla="*/ 97419 w 99271"/>
                <a:gd name="connsiteY23" fmla="*/ 28359 h 10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271" h="102580">
                  <a:moveTo>
                    <a:pt x="90503" y="22138"/>
                  </a:moveTo>
                  <a:lnTo>
                    <a:pt x="88749" y="9696"/>
                  </a:lnTo>
                  <a:lnTo>
                    <a:pt x="80807" y="2482"/>
                  </a:lnTo>
                  <a:cubicBezTo>
                    <a:pt x="78491" y="4434"/>
                    <a:pt x="75215" y="6287"/>
                    <a:pt x="74950" y="8140"/>
                  </a:cubicBezTo>
                  <a:cubicBezTo>
                    <a:pt x="74553" y="10821"/>
                    <a:pt x="67240" y="10457"/>
                    <a:pt x="64163" y="8901"/>
                  </a:cubicBezTo>
                  <a:cubicBezTo>
                    <a:pt x="61085" y="7346"/>
                    <a:pt x="52978" y="10821"/>
                    <a:pt x="51423" y="13137"/>
                  </a:cubicBezTo>
                  <a:cubicBezTo>
                    <a:pt x="49867" y="15453"/>
                    <a:pt x="44474" y="8901"/>
                    <a:pt x="40635" y="9265"/>
                  </a:cubicBezTo>
                  <a:cubicBezTo>
                    <a:pt x="36125" y="10193"/>
                    <a:pt x="31698" y="11487"/>
                    <a:pt x="27399" y="13137"/>
                  </a:cubicBezTo>
                  <a:cubicBezTo>
                    <a:pt x="27399" y="13137"/>
                    <a:pt x="25844" y="23924"/>
                    <a:pt x="25844" y="28160"/>
                  </a:cubicBezTo>
                  <a:cubicBezTo>
                    <a:pt x="25844" y="32396"/>
                    <a:pt x="31634" y="33190"/>
                    <a:pt x="31634" y="36631"/>
                  </a:cubicBezTo>
                  <a:cubicBezTo>
                    <a:pt x="31634" y="40073"/>
                    <a:pt x="27002" y="43249"/>
                    <a:pt x="26638" y="45500"/>
                  </a:cubicBezTo>
                  <a:cubicBezTo>
                    <a:pt x="26274" y="47750"/>
                    <a:pt x="23329" y="49371"/>
                    <a:pt x="19292" y="50529"/>
                  </a:cubicBezTo>
                  <a:cubicBezTo>
                    <a:pt x="15255" y="51687"/>
                    <a:pt x="15983" y="57842"/>
                    <a:pt x="12674" y="60159"/>
                  </a:cubicBezTo>
                  <a:cubicBezTo>
                    <a:pt x="9364" y="62475"/>
                    <a:pt x="10390" y="68266"/>
                    <a:pt x="8438" y="72501"/>
                  </a:cubicBezTo>
                  <a:cubicBezTo>
                    <a:pt x="6426" y="77255"/>
                    <a:pt x="5380" y="82362"/>
                    <a:pt x="5361" y="87524"/>
                  </a:cubicBezTo>
                  <a:cubicBezTo>
                    <a:pt x="5661" y="91918"/>
                    <a:pt x="4660" y="96304"/>
                    <a:pt x="2482" y="100132"/>
                  </a:cubicBezTo>
                  <a:cubicBezTo>
                    <a:pt x="5456" y="100740"/>
                    <a:pt x="8551" y="100208"/>
                    <a:pt x="11152" y="98643"/>
                  </a:cubicBezTo>
                  <a:cubicBezTo>
                    <a:pt x="16973" y="96542"/>
                    <a:pt x="22905" y="94764"/>
                    <a:pt x="28921" y="93315"/>
                  </a:cubicBezTo>
                  <a:lnTo>
                    <a:pt x="43415" y="92124"/>
                  </a:lnTo>
                  <a:cubicBezTo>
                    <a:pt x="46724" y="83057"/>
                    <a:pt x="51390" y="74818"/>
                    <a:pt x="56651" y="73263"/>
                  </a:cubicBezTo>
                  <a:cubicBezTo>
                    <a:pt x="64306" y="71583"/>
                    <a:pt x="72256" y="71788"/>
                    <a:pt x="79814" y="73858"/>
                  </a:cubicBezTo>
                  <a:cubicBezTo>
                    <a:pt x="80998" y="70029"/>
                    <a:pt x="82737" y="66395"/>
                    <a:pt x="84977" y="63071"/>
                  </a:cubicBezTo>
                  <a:cubicBezTo>
                    <a:pt x="89444" y="58603"/>
                    <a:pt x="95665" y="49834"/>
                    <a:pt x="96558" y="42621"/>
                  </a:cubicBezTo>
                  <a:cubicBezTo>
                    <a:pt x="97094" y="37885"/>
                    <a:pt x="97382" y="33124"/>
                    <a:pt x="97419" y="2835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5D767C96-461F-2843-BB1E-02A05973D34B}"/>
                </a:ext>
              </a:extLst>
            </p:cNvPr>
            <p:cNvSpPr/>
            <p:nvPr/>
          </p:nvSpPr>
          <p:spPr>
            <a:xfrm>
              <a:off x="6836751" y="3184324"/>
              <a:ext cx="218398" cy="142289"/>
            </a:xfrm>
            <a:custGeom>
              <a:avLst/>
              <a:gdLst>
                <a:gd name="connsiteX0" fmla="*/ 160787 w 218397"/>
                <a:gd name="connsiteY0" fmla="*/ 131667 h 142289"/>
                <a:gd name="connsiteX1" fmla="*/ 148444 w 218397"/>
                <a:gd name="connsiteY1" fmla="*/ 119854 h 142289"/>
                <a:gd name="connsiteX2" fmla="*/ 130972 w 218397"/>
                <a:gd name="connsiteY2" fmla="*/ 111648 h 142289"/>
                <a:gd name="connsiteX3" fmla="*/ 118630 w 218397"/>
                <a:gd name="connsiteY3" fmla="*/ 88484 h 142289"/>
                <a:gd name="connsiteX4" fmla="*/ 114526 w 218397"/>
                <a:gd name="connsiteY4" fmla="*/ 74090 h 142289"/>
                <a:gd name="connsiteX5" fmla="*/ 118133 w 218397"/>
                <a:gd name="connsiteY5" fmla="*/ 62773 h 142289"/>
                <a:gd name="connsiteX6" fmla="*/ 83686 w 218397"/>
                <a:gd name="connsiteY6" fmla="*/ 43779 h 142289"/>
                <a:gd name="connsiteX7" fmla="*/ 15321 w 218397"/>
                <a:gd name="connsiteY7" fmla="*/ 6254 h 142289"/>
                <a:gd name="connsiteX8" fmla="*/ 2482 w 218397"/>
                <a:gd name="connsiteY8" fmla="*/ 2482 h 142289"/>
                <a:gd name="connsiteX9" fmla="*/ 2482 w 218397"/>
                <a:gd name="connsiteY9" fmla="*/ 112144 h 142289"/>
                <a:gd name="connsiteX10" fmla="*/ 20979 w 218397"/>
                <a:gd name="connsiteY10" fmla="*/ 118299 h 142289"/>
                <a:gd name="connsiteX11" fmla="*/ 42025 w 218397"/>
                <a:gd name="connsiteY11" fmla="*/ 106452 h 142289"/>
                <a:gd name="connsiteX12" fmla="*/ 52316 w 218397"/>
                <a:gd name="connsiteY12" fmla="*/ 93613 h 142289"/>
                <a:gd name="connsiteX13" fmla="*/ 88716 w 218397"/>
                <a:gd name="connsiteY13" fmla="*/ 101820 h 142289"/>
                <a:gd name="connsiteX14" fmla="*/ 126770 w 218397"/>
                <a:gd name="connsiteY14" fmla="*/ 135771 h 142289"/>
                <a:gd name="connsiteX15" fmla="*/ 163169 w 218397"/>
                <a:gd name="connsiteY15" fmla="*/ 142389 h 142289"/>
                <a:gd name="connsiteX16" fmla="*/ 160787 w 218397"/>
                <a:gd name="connsiteY16" fmla="*/ 131667 h 142289"/>
                <a:gd name="connsiteX17" fmla="*/ 190072 w 218397"/>
                <a:gd name="connsiteY17" fmla="*/ 40205 h 142289"/>
                <a:gd name="connsiteX18" fmla="*/ 168993 w 218397"/>
                <a:gd name="connsiteY18" fmla="*/ 52515 h 142289"/>
                <a:gd name="connsiteX19" fmla="*/ 131998 w 218397"/>
                <a:gd name="connsiteY19" fmla="*/ 54070 h 142289"/>
                <a:gd name="connsiteX20" fmla="*/ 160257 w 218397"/>
                <a:gd name="connsiteY20" fmla="*/ 66909 h 142289"/>
                <a:gd name="connsiteX21" fmla="*/ 196260 w 218397"/>
                <a:gd name="connsiteY21" fmla="*/ 48941 h 142289"/>
                <a:gd name="connsiteX22" fmla="*/ 201389 w 218397"/>
                <a:gd name="connsiteY22" fmla="*/ 33521 h 142289"/>
                <a:gd name="connsiteX23" fmla="*/ 190006 w 218397"/>
                <a:gd name="connsiteY23" fmla="*/ 40205 h 142289"/>
                <a:gd name="connsiteX24" fmla="*/ 207544 w 218397"/>
                <a:gd name="connsiteY24" fmla="*/ 20682 h 142289"/>
                <a:gd name="connsiteX25" fmla="*/ 202415 w 218397"/>
                <a:gd name="connsiteY25" fmla="*/ 21674 h 142289"/>
                <a:gd name="connsiteX26" fmla="*/ 213202 w 218397"/>
                <a:gd name="connsiteY26" fmla="*/ 38220 h 142289"/>
                <a:gd name="connsiteX27" fmla="*/ 207478 w 218397"/>
                <a:gd name="connsiteY27" fmla="*/ 20682 h 14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18397" h="142289">
                  <a:moveTo>
                    <a:pt x="160787" y="131667"/>
                  </a:moveTo>
                  <a:cubicBezTo>
                    <a:pt x="157180" y="130145"/>
                    <a:pt x="147948" y="123957"/>
                    <a:pt x="148444" y="119854"/>
                  </a:cubicBezTo>
                  <a:cubicBezTo>
                    <a:pt x="148941" y="115751"/>
                    <a:pt x="138153" y="116247"/>
                    <a:pt x="130972" y="111648"/>
                  </a:cubicBezTo>
                  <a:cubicBezTo>
                    <a:pt x="123791" y="107048"/>
                    <a:pt x="126340" y="92124"/>
                    <a:pt x="118630" y="88484"/>
                  </a:cubicBezTo>
                  <a:cubicBezTo>
                    <a:pt x="110920" y="84844"/>
                    <a:pt x="105393" y="73560"/>
                    <a:pt x="114526" y="74090"/>
                  </a:cubicBezTo>
                  <a:cubicBezTo>
                    <a:pt x="123659" y="74619"/>
                    <a:pt x="125314" y="69457"/>
                    <a:pt x="118133" y="62773"/>
                  </a:cubicBezTo>
                  <a:cubicBezTo>
                    <a:pt x="110952" y="56089"/>
                    <a:pt x="84712" y="53540"/>
                    <a:pt x="83686" y="43779"/>
                  </a:cubicBezTo>
                  <a:cubicBezTo>
                    <a:pt x="82660" y="34017"/>
                    <a:pt x="35903" y="10688"/>
                    <a:pt x="15321" y="6254"/>
                  </a:cubicBezTo>
                  <a:cubicBezTo>
                    <a:pt x="11681" y="5427"/>
                    <a:pt x="7280" y="4070"/>
                    <a:pt x="2482" y="2482"/>
                  </a:cubicBezTo>
                  <a:lnTo>
                    <a:pt x="2482" y="112144"/>
                  </a:lnTo>
                  <a:cubicBezTo>
                    <a:pt x="7942" y="115902"/>
                    <a:pt x="14356" y="118036"/>
                    <a:pt x="20979" y="118299"/>
                  </a:cubicBezTo>
                  <a:cubicBezTo>
                    <a:pt x="43580" y="119325"/>
                    <a:pt x="37955" y="106452"/>
                    <a:pt x="42025" y="106452"/>
                  </a:cubicBezTo>
                  <a:cubicBezTo>
                    <a:pt x="46095" y="106452"/>
                    <a:pt x="47716" y="99272"/>
                    <a:pt x="52316" y="93613"/>
                  </a:cubicBezTo>
                  <a:cubicBezTo>
                    <a:pt x="56916" y="87955"/>
                    <a:pt x="77002" y="92587"/>
                    <a:pt x="88716" y="101820"/>
                  </a:cubicBezTo>
                  <a:cubicBezTo>
                    <a:pt x="100430" y="111052"/>
                    <a:pt x="114427" y="138219"/>
                    <a:pt x="126770" y="135771"/>
                  </a:cubicBezTo>
                  <a:cubicBezTo>
                    <a:pt x="139112" y="133322"/>
                    <a:pt x="151952" y="142951"/>
                    <a:pt x="163169" y="142389"/>
                  </a:cubicBezTo>
                  <a:cubicBezTo>
                    <a:pt x="174387" y="141826"/>
                    <a:pt x="164295" y="133223"/>
                    <a:pt x="160787" y="131667"/>
                  </a:cubicBezTo>
                  <a:close/>
                  <a:moveTo>
                    <a:pt x="190072" y="40205"/>
                  </a:moveTo>
                  <a:cubicBezTo>
                    <a:pt x="190072" y="44838"/>
                    <a:pt x="181866" y="47386"/>
                    <a:pt x="168993" y="52515"/>
                  </a:cubicBezTo>
                  <a:cubicBezTo>
                    <a:pt x="156121" y="57644"/>
                    <a:pt x="132826" y="46658"/>
                    <a:pt x="131998" y="54070"/>
                  </a:cubicBezTo>
                  <a:cubicBezTo>
                    <a:pt x="131502" y="58703"/>
                    <a:pt x="146393" y="66909"/>
                    <a:pt x="160257" y="66909"/>
                  </a:cubicBezTo>
                  <a:cubicBezTo>
                    <a:pt x="174122" y="66909"/>
                    <a:pt x="196260" y="53044"/>
                    <a:pt x="196260" y="48941"/>
                  </a:cubicBezTo>
                  <a:cubicBezTo>
                    <a:pt x="196260" y="44838"/>
                    <a:pt x="204996" y="37624"/>
                    <a:pt x="201389" y="33521"/>
                  </a:cubicBezTo>
                  <a:cubicBezTo>
                    <a:pt x="197782" y="29418"/>
                    <a:pt x="190006" y="35572"/>
                    <a:pt x="190006" y="40205"/>
                  </a:cubicBezTo>
                  <a:close/>
                  <a:moveTo>
                    <a:pt x="207544" y="20682"/>
                  </a:moveTo>
                  <a:cubicBezTo>
                    <a:pt x="199337" y="15519"/>
                    <a:pt x="192124" y="11946"/>
                    <a:pt x="202415" y="21674"/>
                  </a:cubicBezTo>
                  <a:cubicBezTo>
                    <a:pt x="212706" y="31403"/>
                    <a:pt x="207147" y="39742"/>
                    <a:pt x="213202" y="38220"/>
                  </a:cubicBezTo>
                  <a:cubicBezTo>
                    <a:pt x="222898" y="35605"/>
                    <a:pt x="215717" y="25811"/>
                    <a:pt x="207478" y="2068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6B0A9BF2-8F01-9544-82B3-B83D9266FB7A}"/>
                </a:ext>
              </a:extLst>
            </p:cNvPr>
            <p:cNvSpPr/>
            <p:nvPr/>
          </p:nvSpPr>
          <p:spPr>
            <a:xfrm>
              <a:off x="5142583" y="3341827"/>
              <a:ext cx="129053" cy="251488"/>
            </a:xfrm>
            <a:custGeom>
              <a:avLst/>
              <a:gdLst>
                <a:gd name="connsiteX0" fmla="*/ 108932 w 129053"/>
                <a:gd name="connsiteY0" fmla="*/ 5534 h 251488"/>
                <a:gd name="connsiteX1" fmla="*/ 102777 w 129053"/>
                <a:gd name="connsiteY1" fmla="*/ 10663 h 251488"/>
                <a:gd name="connsiteX2" fmla="*/ 100196 w 129053"/>
                <a:gd name="connsiteY2" fmla="*/ 23006 h 251488"/>
                <a:gd name="connsiteX3" fmla="*/ 89938 w 129053"/>
                <a:gd name="connsiteY3" fmla="*/ 30683 h 251488"/>
                <a:gd name="connsiteX4" fmla="*/ 81169 w 129053"/>
                <a:gd name="connsiteY4" fmla="*/ 38426 h 251488"/>
                <a:gd name="connsiteX5" fmla="*/ 80673 w 129053"/>
                <a:gd name="connsiteY5" fmla="*/ 47658 h 251488"/>
                <a:gd name="connsiteX6" fmla="*/ 67800 w 129053"/>
                <a:gd name="connsiteY6" fmla="*/ 58446 h 251488"/>
                <a:gd name="connsiteX7" fmla="*/ 43677 w 129053"/>
                <a:gd name="connsiteY7" fmla="*/ 70789 h 251488"/>
                <a:gd name="connsiteX8" fmla="*/ 21573 w 129053"/>
                <a:gd name="connsiteY8" fmla="*/ 74892 h 251488"/>
                <a:gd name="connsiteX9" fmla="*/ 14359 w 129053"/>
                <a:gd name="connsiteY9" fmla="*/ 98055 h 251488"/>
                <a:gd name="connsiteX10" fmla="*/ 16411 w 129053"/>
                <a:gd name="connsiteY10" fmla="*/ 129392 h 251488"/>
                <a:gd name="connsiteX11" fmla="*/ 12308 w 129053"/>
                <a:gd name="connsiteY11" fmla="*/ 164865 h 251488"/>
                <a:gd name="connsiteX12" fmla="*/ 5689 w 129053"/>
                <a:gd name="connsiteY12" fmla="*/ 206493 h 251488"/>
                <a:gd name="connsiteX13" fmla="*/ 17006 w 129053"/>
                <a:gd name="connsiteY13" fmla="*/ 239385 h 251488"/>
                <a:gd name="connsiteX14" fmla="*/ 47814 w 129053"/>
                <a:gd name="connsiteY14" fmla="*/ 247095 h 251488"/>
                <a:gd name="connsiteX15" fmla="*/ 65815 w 129053"/>
                <a:gd name="connsiteY15" fmla="*/ 240477 h 251488"/>
                <a:gd name="connsiteX16" fmla="*/ 90997 w 129053"/>
                <a:gd name="connsiteY16" fmla="*/ 167512 h 251488"/>
                <a:gd name="connsiteX17" fmla="*/ 110024 w 129053"/>
                <a:gd name="connsiteY17" fmla="*/ 99677 h 251488"/>
                <a:gd name="connsiteX18" fmla="*/ 113101 w 129053"/>
                <a:gd name="connsiteY18" fmla="*/ 80120 h 251488"/>
                <a:gd name="connsiteX19" fmla="*/ 117734 w 129053"/>
                <a:gd name="connsiteY19" fmla="*/ 69333 h 251488"/>
                <a:gd name="connsiteX20" fmla="*/ 128025 w 129053"/>
                <a:gd name="connsiteY20" fmla="*/ 67281 h 251488"/>
                <a:gd name="connsiteX21" fmla="*/ 121407 w 129053"/>
                <a:gd name="connsiteY21" fmla="*/ 34389 h 251488"/>
                <a:gd name="connsiteX22" fmla="*/ 108932 w 129053"/>
                <a:gd name="connsiteY22" fmla="*/ 5534 h 251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053" h="251488">
                  <a:moveTo>
                    <a:pt x="108932" y="5534"/>
                  </a:moveTo>
                  <a:cubicBezTo>
                    <a:pt x="106649" y="-2904"/>
                    <a:pt x="104829" y="8611"/>
                    <a:pt x="102777" y="10663"/>
                  </a:cubicBezTo>
                  <a:cubicBezTo>
                    <a:pt x="100725" y="12715"/>
                    <a:pt x="99700" y="18869"/>
                    <a:pt x="100196" y="23006"/>
                  </a:cubicBezTo>
                  <a:cubicBezTo>
                    <a:pt x="100692" y="27142"/>
                    <a:pt x="94041" y="31212"/>
                    <a:pt x="89938" y="30683"/>
                  </a:cubicBezTo>
                  <a:cubicBezTo>
                    <a:pt x="85835" y="30153"/>
                    <a:pt x="79117" y="32768"/>
                    <a:pt x="81169" y="38426"/>
                  </a:cubicBezTo>
                  <a:cubicBezTo>
                    <a:pt x="83220" y="44084"/>
                    <a:pt x="78092" y="43026"/>
                    <a:pt x="80673" y="47658"/>
                  </a:cubicBezTo>
                  <a:cubicBezTo>
                    <a:pt x="83253" y="52291"/>
                    <a:pt x="75014" y="57949"/>
                    <a:pt x="67800" y="58446"/>
                  </a:cubicBezTo>
                  <a:cubicBezTo>
                    <a:pt x="60587" y="58942"/>
                    <a:pt x="51255" y="71682"/>
                    <a:pt x="43677" y="70789"/>
                  </a:cubicBezTo>
                  <a:cubicBezTo>
                    <a:pt x="36099" y="69895"/>
                    <a:pt x="28224" y="75918"/>
                    <a:pt x="21573" y="74892"/>
                  </a:cubicBezTo>
                  <a:cubicBezTo>
                    <a:pt x="14921" y="73866"/>
                    <a:pt x="19488" y="88790"/>
                    <a:pt x="14359" y="98055"/>
                  </a:cubicBezTo>
                  <a:cubicBezTo>
                    <a:pt x="9230" y="107321"/>
                    <a:pt x="11778" y="118108"/>
                    <a:pt x="16411" y="129392"/>
                  </a:cubicBezTo>
                  <a:cubicBezTo>
                    <a:pt x="21043" y="140676"/>
                    <a:pt x="24650" y="149974"/>
                    <a:pt x="12308" y="164865"/>
                  </a:cubicBezTo>
                  <a:cubicBezTo>
                    <a:pt x="2251" y="176300"/>
                    <a:pt x="-325" y="192503"/>
                    <a:pt x="5689" y="206493"/>
                  </a:cubicBezTo>
                  <a:cubicBezTo>
                    <a:pt x="10322" y="216784"/>
                    <a:pt x="10322" y="232204"/>
                    <a:pt x="17006" y="239385"/>
                  </a:cubicBezTo>
                  <a:cubicBezTo>
                    <a:pt x="23690" y="246566"/>
                    <a:pt x="42188" y="252621"/>
                    <a:pt x="47814" y="247095"/>
                  </a:cubicBezTo>
                  <a:cubicBezTo>
                    <a:pt x="53439" y="241569"/>
                    <a:pt x="59428" y="247856"/>
                    <a:pt x="65815" y="240477"/>
                  </a:cubicBezTo>
                  <a:cubicBezTo>
                    <a:pt x="72201" y="233098"/>
                    <a:pt x="82360" y="193720"/>
                    <a:pt x="90997" y="167512"/>
                  </a:cubicBezTo>
                  <a:cubicBezTo>
                    <a:pt x="99634" y="141305"/>
                    <a:pt x="111050" y="106857"/>
                    <a:pt x="110024" y="99677"/>
                  </a:cubicBezTo>
                  <a:cubicBezTo>
                    <a:pt x="108998" y="92496"/>
                    <a:pt x="116179" y="87863"/>
                    <a:pt x="113101" y="80120"/>
                  </a:cubicBezTo>
                  <a:cubicBezTo>
                    <a:pt x="110024" y="72377"/>
                    <a:pt x="114127" y="63178"/>
                    <a:pt x="117734" y="69333"/>
                  </a:cubicBezTo>
                  <a:cubicBezTo>
                    <a:pt x="121341" y="75488"/>
                    <a:pt x="126470" y="75521"/>
                    <a:pt x="128025" y="67281"/>
                  </a:cubicBezTo>
                  <a:cubicBezTo>
                    <a:pt x="129580" y="59041"/>
                    <a:pt x="121837" y="46202"/>
                    <a:pt x="121407" y="34389"/>
                  </a:cubicBezTo>
                  <a:cubicBezTo>
                    <a:pt x="120977" y="22576"/>
                    <a:pt x="110487" y="11192"/>
                    <a:pt x="108932" y="553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627492A1-4980-414C-B569-061E1B6B95A4}"/>
                </a:ext>
              </a:extLst>
            </p:cNvPr>
            <p:cNvSpPr/>
            <p:nvPr/>
          </p:nvSpPr>
          <p:spPr>
            <a:xfrm>
              <a:off x="7077733" y="3233745"/>
              <a:ext cx="138980" cy="99272"/>
            </a:xfrm>
            <a:custGeom>
              <a:avLst/>
              <a:gdLst>
                <a:gd name="connsiteX0" fmla="*/ 2531 w 138980"/>
                <a:gd name="connsiteY0" fmla="*/ 3093 h 99271"/>
                <a:gd name="connsiteX1" fmla="*/ 24106 w 138980"/>
                <a:gd name="connsiteY1" fmla="*/ 28275 h 99271"/>
                <a:gd name="connsiteX2" fmla="*/ 2531 w 138980"/>
                <a:gd name="connsiteY2" fmla="*/ 3093 h 99271"/>
                <a:gd name="connsiteX3" fmla="*/ 35390 w 138980"/>
                <a:gd name="connsiteY3" fmla="*/ 24701 h 99271"/>
                <a:gd name="connsiteX4" fmla="*/ 50049 w 138980"/>
                <a:gd name="connsiteY4" fmla="*/ 36647 h 99271"/>
                <a:gd name="connsiteX5" fmla="*/ 35356 w 138980"/>
                <a:gd name="connsiteY5" fmla="*/ 24701 h 99271"/>
                <a:gd name="connsiteX6" fmla="*/ 93232 w 138980"/>
                <a:gd name="connsiteY6" fmla="*/ 55509 h 99271"/>
                <a:gd name="connsiteX7" fmla="*/ 68943 w 138980"/>
                <a:gd name="connsiteY7" fmla="*/ 42272 h 99271"/>
                <a:gd name="connsiteX8" fmla="*/ 93199 w 138980"/>
                <a:gd name="connsiteY8" fmla="*/ 55509 h 99271"/>
                <a:gd name="connsiteX9" fmla="*/ 90154 w 138980"/>
                <a:gd name="connsiteY9" fmla="*/ 72054 h 99271"/>
                <a:gd name="connsiteX10" fmla="*/ 107858 w 138980"/>
                <a:gd name="connsiteY10" fmla="*/ 81683 h 99271"/>
                <a:gd name="connsiteX11" fmla="*/ 90121 w 138980"/>
                <a:gd name="connsiteY11" fmla="*/ 72120 h 99271"/>
                <a:gd name="connsiteX12" fmla="*/ 121756 w 138980"/>
                <a:gd name="connsiteY12" fmla="*/ 88996 h 99271"/>
                <a:gd name="connsiteX13" fmla="*/ 137540 w 138980"/>
                <a:gd name="connsiteY13" fmla="*/ 96706 h 99271"/>
                <a:gd name="connsiteX14" fmla="*/ 121657 w 138980"/>
                <a:gd name="connsiteY14" fmla="*/ 89062 h 99271"/>
                <a:gd name="connsiteX15" fmla="*/ 108255 w 138980"/>
                <a:gd name="connsiteY15" fmla="*/ 54681 h 99271"/>
                <a:gd name="connsiteX16" fmla="*/ 122153 w 138980"/>
                <a:gd name="connsiteY16" fmla="*/ 78209 h 99271"/>
                <a:gd name="connsiteX17" fmla="*/ 108222 w 138980"/>
                <a:gd name="connsiteY17" fmla="*/ 54747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980" h="99271">
                  <a:moveTo>
                    <a:pt x="2531" y="3093"/>
                  </a:moveTo>
                  <a:cubicBezTo>
                    <a:pt x="1472" y="7759"/>
                    <a:pt x="17951" y="32180"/>
                    <a:pt x="24106" y="28275"/>
                  </a:cubicBezTo>
                  <a:cubicBezTo>
                    <a:pt x="35356" y="21128"/>
                    <a:pt x="3490" y="-1507"/>
                    <a:pt x="2531" y="3093"/>
                  </a:cubicBezTo>
                  <a:close/>
                  <a:moveTo>
                    <a:pt x="35390" y="24701"/>
                  </a:moveTo>
                  <a:cubicBezTo>
                    <a:pt x="35025" y="26620"/>
                    <a:pt x="47335" y="38566"/>
                    <a:pt x="50049" y="36647"/>
                  </a:cubicBezTo>
                  <a:cubicBezTo>
                    <a:pt x="52762" y="34728"/>
                    <a:pt x="36051" y="21227"/>
                    <a:pt x="35356" y="24701"/>
                  </a:cubicBezTo>
                  <a:close/>
                  <a:moveTo>
                    <a:pt x="93232" y="55509"/>
                  </a:moveTo>
                  <a:cubicBezTo>
                    <a:pt x="97467" y="52828"/>
                    <a:pt x="69373" y="37441"/>
                    <a:pt x="68943" y="42272"/>
                  </a:cubicBezTo>
                  <a:cubicBezTo>
                    <a:pt x="68513" y="47104"/>
                    <a:pt x="88930" y="58222"/>
                    <a:pt x="93199" y="55509"/>
                  </a:cubicBezTo>
                  <a:close/>
                  <a:moveTo>
                    <a:pt x="90154" y="72054"/>
                  </a:moveTo>
                  <a:cubicBezTo>
                    <a:pt x="91676" y="79764"/>
                    <a:pt x="103390" y="84364"/>
                    <a:pt x="107858" y="81683"/>
                  </a:cubicBezTo>
                  <a:cubicBezTo>
                    <a:pt x="112325" y="79003"/>
                    <a:pt x="88566" y="64145"/>
                    <a:pt x="90121" y="72120"/>
                  </a:cubicBezTo>
                  <a:close/>
                  <a:moveTo>
                    <a:pt x="121756" y="88996"/>
                  </a:moveTo>
                  <a:cubicBezTo>
                    <a:pt x="122517" y="90916"/>
                    <a:pt x="132543" y="100181"/>
                    <a:pt x="137540" y="96706"/>
                  </a:cubicBezTo>
                  <a:cubicBezTo>
                    <a:pt x="142537" y="93232"/>
                    <a:pt x="120399" y="85753"/>
                    <a:pt x="121657" y="89062"/>
                  </a:cubicBezTo>
                  <a:close/>
                  <a:moveTo>
                    <a:pt x="108255" y="54681"/>
                  </a:moveTo>
                  <a:cubicBezTo>
                    <a:pt x="104383" y="63186"/>
                    <a:pt x="119836" y="77845"/>
                    <a:pt x="122153" y="78209"/>
                  </a:cubicBezTo>
                  <a:cubicBezTo>
                    <a:pt x="124469" y="78573"/>
                    <a:pt x="111200" y="48229"/>
                    <a:pt x="108222" y="5474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7AC86CC8-4090-E042-82C6-7BCF8BA93D81}"/>
                </a:ext>
              </a:extLst>
            </p:cNvPr>
            <p:cNvSpPr/>
            <p:nvPr/>
          </p:nvSpPr>
          <p:spPr>
            <a:xfrm>
              <a:off x="7077733" y="3233745"/>
              <a:ext cx="138980" cy="99272"/>
            </a:xfrm>
            <a:custGeom>
              <a:avLst/>
              <a:gdLst>
                <a:gd name="connsiteX0" fmla="*/ 2531 w 138980"/>
                <a:gd name="connsiteY0" fmla="*/ 3093 h 99271"/>
                <a:gd name="connsiteX1" fmla="*/ 24106 w 138980"/>
                <a:gd name="connsiteY1" fmla="*/ 28275 h 99271"/>
                <a:gd name="connsiteX2" fmla="*/ 2531 w 138980"/>
                <a:gd name="connsiteY2" fmla="*/ 3093 h 99271"/>
                <a:gd name="connsiteX3" fmla="*/ 35390 w 138980"/>
                <a:gd name="connsiteY3" fmla="*/ 24701 h 99271"/>
                <a:gd name="connsiteX4" fmla="*/ 50049 w 138980"/>
                <a:gd name="connsiteY4" fmla="*/ 36647 h 99271"/>
                <a:gd name="connsiteX5" fmla="*/ 35356 w 138980"/>
                <a:gd name="connsiteY5" fmla="*/ 24701 h 99271"/>
                <a:gd name="connsiteX6" fmla="*/ 93232 w 138980"/>
                <a:gd name="connsiteY6" fmla="*/ 55509 h 99271"/>
                <a:gd name="connsiteX7" fmla="*/ 68943 w 138980"/>
                <a:gd name="connsiteY7" fmla="*/ 42272 h 99271"/>
                <a:gd name="connsiteX8" fmla="*/ 93199 w 138980"/>
                <a:gd name="connsiteY8" fmla="*/ 55509 h 99271"/>
                <a:gd name="connsiteX9" fmla="*/ 90154 w 138980"/>
                <a:gd name="connsiteY9" fmla="*/ 72054 h 99271"/>
                <a:gd name="connsiteX10" fmla="*/ 107858 w 138980"/>
                <a:gd name="connsiteY10" fmla="*/ 81683 h 99271"/>
                <a:gd name="connsiteX11" fmla="*/ 90121 w 138980"/>
                <a:gd name="connsiteY11" fmla="*/ 72120 h 99271"/>
                <a:gd name="connsiteX12" fmla="*/ 121756 w 138980"/>
                <a:gd name="connsiteY12" fmla="*/ 88996 h 99271"/>
                <a:gd name="connsiteX13" fmla="*/ 137540 w 138980"/>
                <a:gd name="connsiteY13" fmla="*/ 96706 h 99271"/>
                <a:gd name="connsiteX14" fmla="*/ 121657 w 138980"/>
                <a:gd name="connsiteY14" fmla="*/ 89062 h 99271"/>
                <a:gd name="connsiteX15" fmla="*/ 108255 w 138980"/>
                <a:gd name="connsiteY15" fmla="*/ 54681 h 99271"/>
                <a:gd name="connsiteX16" fmla="*/ 122153 w 138980"/>
                <a:gd name="connsiteY16" fmla="*/ 78209 h 99271"/>
                <a:gd name="connsiteX17" fmla="*/ 108222 w 138980"/>
                <a:gd name="connsiteY17" fmla="*/ 54747 h 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980" h="99271">
                  <a:moveTo>
                    <a:pt x="2531" y="3093"/>
                  </a:moveTo>
                  <a:cubicBezTo>
                    <a:pt x="1472" y="7759"/>
                    <a:pt x="17951" y="32180"/>
                    <a:pt x="24106" y="28275"/>
                  </a:cubicBezTo>
                  <a:cubicBezTo>
                    <a:pt x="35356" y="21128"/>
                    <a:pt x="3490" y="-1507"/>
                    <a:pt x="2531" y="3093"/>
                  </a:cubicBezTo>
                  <a:close/>
                  <a:moveTo>
                    <a:pt x="35390" y="24701"/>
                  </a:moveTo>
                  <a:cubicBezTo>
                    <a:pt x="35025" y="26620"/>
                    <a:pt x="47335" y="38566"/>
                    <a:pt x="50049" y="36647"/>
                  </a:cubicBezTo>
                  <a:cubicBezTo>
                    <a:pt x="52762" y="34728"/>
                    <a:pt x="36051" y="21227"/>
                    <a:pt x="35356" y="24701"/>
                  </a:cubicBezTo>
                  <a:close/>
                  <a:moveTo>
                    <a:pt x="93232" y="55509"/>
                  </a:moveTo>
                  <a:cubicBezTo>
                    <a:pt x="97467" y="52828"/>
                    <a:pt x="69373" y="37441"/>
                    <a:pt x="68943" y="42272"/>
                  </a:cubicBezTo>
                  <a:cubicBezTo>
                    <a:pt x="68513" y="47104"/>
                    <a:pt x="88930" y="58222"/>
                    <a:pt x="93199" y="55509"/>
                  </a:cubicBezTo>
                  <a:close/>
                  <a:moveTo>
                    <a:pt x="90154" y="72054"/>
                  </a:moveTo>
                  <a:cubicBezTo>
                    <a:pt x="91676" y="79764"/>
                    <a:pt x="103390" y="84364"/>
                    <a:pt x="107858" y="81683"/>
                  </a:cubicBezTo>
                  <a:cubicBezTo>
                    <a:pt x="112325" y="79003"/>
                    <a:pt x="88566" y="64145"/>
                    <a:pt x="90121" y="72120"/>
                  </a:cubicBezTo>
                  <a:close/>
                  <a:moveTo>
                    <a:pt x="121756" y="88996"/>
                  </a:moveTo>
                  <a:cubicBezTo>
                    <a:pt x="122517" y="90916"/>
                    <a:pt x="132543" y="100181"/>
                    <a:pt x="137540" y="96706"/>
                  </a:cubicBezTo>
                  <a:cubicBezTo>
                    <a:pt x="142537" y="93232"/>
                    <a:pt x="120399" y="85753"/>
                    <a:pt x="121657" y="89062"/>
                  </a:cubicBezTo>
                  <a:close/>
                  <a:moveTo>
                    <a:pt x="108255" y="54681"/>
                  </a:moveTo>
                  <a:cubicBezTo>
                    <a:pt x="104383" y="63186"/>
                    <a:pt x="119836" y="77845"/>
                    <a:pt x="122153" y="78209"/>
                  </a:cubicBezTo>
                  <a:cubicBezTo>
                    <a:pt x="124469" y="78573"/>
                    <a:pt x="111200" y="48229"/>
                    <a:pt x="108222" y="5474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6007EAC-A664-9C40-878C-A52BE68625FF}"/>
                </a:ext>
              </a:extLst>
            </p:cNvPr>
            <p:cNvSpPr/>
            <p:nvPr/>
          </p:nvSpPr>
          <p:spPr>
            <a:xfrm>
              <a:off x="6345974" y="3324849"/>
              <a:ext cx="714756" cy="635339"/>
            </a:xfrm>
            <a:custGeom>
              <a:avLst/>
              <a:gdLst>
                <a:gd name="connsiteX0" fmla="*/ 711127 w 714755"/>
                <a:gd name="connsiteY0" fmla="*/ 319003 h 635338"/>
                <a:gd name="connsiteX1" fmla="*/ 706891 w 714755"/>
                <a:gd name="connsiteY1" fmla="*/ 306296 h 635338"/>
                <a:gd name="connsiteX2" fmla="*/ 706130 w 714755"/>
                <a:gd name="connsiteY2" fmla="*/ 277408 h 635338"/>
                <a:gd name="connsiteX3" fmla="*/ 701894 w 714755"/>
                <a:gd name="connsiteY3" fmla="*/ 273901 h 635338"/>
                <a:gd name="connsiteX4" fmla="*/ 690312 w 714755"/>
                <a:gd name="connsiteY4" fmla="*/ 260433 h 635338"/>
                <a:gd name="connsiteX5" fmla="*/ 676812 w 714755"/>
                <a:gd name="connsiteY5" fmla="*/ 247197 h 635338"/>
                <a:gd name="connsiteX6" fmla="*/ 668340 w 714755"/>
                <a:gd name="connsiteY6" fmla="*/ 239122 h 635338"/>
                <a:gd name="connsiteX7" fmla="*/ 662185 w 714755"/>
                <a:gd name="connsiteY7" fmla="*/ 220989 h 635338"/>
                <a:gd name="connsiteX8" fmla="*/ 655237 w 714755"/>
                <a:gd name="connsiteY8" fmla="*/ 215231 h 635338"/>
                <a:gd name="connsiteX9" fmla="*/ 645309 w 714755"/>
                <a:gd name="connsiteY9" fmla="*/ 215992 h 635338"/>
                <a:gd name="connsiteX10" fmla="*/ 641074 w 714755"/>
                <a:gd name="connsiteY10" fmla="*/ 204013 h 635338"/>
                <a:gd name="connsiteX11" fmla="*/ 634456 w 714755"/>
                <a:gd name="connsiteY11" fmla="*/ 191307 h 635338"/>
                <a:gd name="connsiteX12" fmla="*/ 628665 w 714755"/>
                <a:gd name="connsiteY12" fmla="*/ 178567 h 635338"/>
                <a:gd name="connsiteX13" fmla="*/ 588592 w 714755"/>
                <a:gd name="connsiteY13" fmla="*/ 155073 h 635338"/>
                <a:gd name="connsiteX14" fmla="*/ 584324 w 714755"/>
                <a:gd name="connsiteY14" fmla="*/ 143127 h 635338"/>
                <a:gd name="connsiteX15" fmla="*/ 580088 w 714755"/>
                <a:gd name="connsiteY15" fmla="*/ 121949 h 635338"/>
                <a:gd name="connsiteX16" fmla="*/ 569698 w 714755"/>
                <a:gd name="connsiteY16" fmla="*/ 103815 h 635338"/>
                <a:gd name="connsiteX17" fmla="*/ 567381 w 714755"/>
                <a:gd name="connsiteY17" fmla="*/ 82604 h 635338"/>
                <a:gd name="connsiteX18" fmla="*/ 555832 w 714755"/>
                <a:gd name="connsiteY18" fmla="*/ 68739 h 635338"/>
                <a:gd name="connsiteX19" fmla="*/ 542332 w 714755"/>
                <a:gd name="connsiteY19" fmla="*/ 69136 h 635338"/>
                <a:gd name="connsiteX20" fmla="*/ 536938 w 714755"/>
                <a:gd name="connsiteY20" fmla="*/ 51797 h 635338"/>
                <a:gd name="connsiteX21" fmla="*/ 528831 w 714755"/>
                <a:gd name="connsiteY21" fmla="*/ 24034 h 635338"/>
                <a:gd name="connsiteX22" fmla="*/ 520359 w 714755"/>
                <a:gd name="connsiteY22" fmla="*/ 2823 h 635338"/>
                <a:gd name="connsiteX23" fmla="*/ 509175 w 714755"/>
                <a:gd name="connsiteY23" fmla="*/ 15530 h 635338"/>
                <a:gd name="connsiteX24" fmla="*/ 504939 w 714755"/>
                <a:gd name="connsiteY24" fmla="*/ 29428 h 635338"/>
                <a:gd name="connsiteX25" fmla="*/ 502623 w 714755"/>
                <a:gd name="connsiteY25" fmla="*/ 48720 h 635338"/>
                <a:gd name="connsiteX26" fmla="*/ 501101 w 714755"/>
                <a:gd name="connsiteY26" fmla="*/ 79527 h 635338"/>
                <a:gd name="connsiteX27" fmla="*/ 495674 w 714755"/>
                <a:gd name="connsiteY27" fmla="*/ 105999 h 635338"/>
                <a:gd name="connsiteX28" fmla="*/ 481048 w 714755"/>
                <a:gd name="connsiteY28" fmla="*/ 126416 h 635338"/>
                <a:gd name="connsiteX29" fmla="*/ 459837 w 714755"/>
                <a:gd name="connsiteY29" fmla="*/ 117548 h 635338"/>
                <a:gd name="connsiteX30" fmla="*/ 444417 w 714755"/>
                <a:gd name="connsiteY30" fmla="*/ 110235 h 635338"/>
                <a:gd name="connsiteX31" fmla="*/ 427441 w 714755"/>
                <a:gd name="connsiteY31" fmla="*/ 96734 h 635338"/>
                <a:gd name="connsiteX32" fmla="*/ 409705 w 714755"/>
                <a:gd name="connsiteY32" fmla="*/ 90579 h 635338"/>
                <a:gd name="connsiteX33" fmla="*/ 398156 w 714755"/>
                <a:gd name="connsiteY33" fmla="*/ 77343 h 635338"/>
                <a:gd name="connsiteX34" fmla="*/ 399711 w 714755"/>
                <a:gd name="connsiteY34" fmla="*/ 68872 h 635338"/>
                <a:gd name="connsiteX35" fmla="*/ 401233 w 714755"/>
                <a:gd name="connsiteY35" fmla="*/ 54212 h 635338"/>
                <a:gd name="connsiteX36" fmla="*/ 412418 w 714755"/>
                <a:gd name="connsiteY36" fmla="*/ 46105 h 635338"/>
                <a:gd name="connsiteX37" fmla="*/ 418209 w 714755"/>
                <a:gd name="connsiteY37" fmla="*/ 34557 h 635338"/>
                <a:gd name="connsiteX38" fmla="*/ 414338 w 714755"/>
                <a:gd name="connsiteY38" fmla="*/ 26085 h 635338"/>
                <a:gd name="connsiteX39" fmla="*/ 407719 w 714755"/>
                <a:gd name="connsiteY39" fmla="*/ 33001 h 635338"/>
                <a:gd name="connsiteX40" fmla="*/ 401101 w 714755"/>
                <a:gd name="connsiteY40" fmla="*/ 23769 h 635338"/>
                <a:gd name="connsiteX41" fmla="*/ 387865 w 714755"/>
                <a:gd name="connsiteY41" fmla="*/ 29163 h 635338"/>
                <a:gd name="connsiteX42" fmla="*/ 353947 w 714755"/>
                <a:gd name="connsiteY42" fmla="*/ 18773 h 635338"/>
                <a:gd name="connsiteX43" fmla="*/ 337766 w 714755"/>
                <a:gd name="connsiteY43" fmla="*/ 8845 h 635338"/>
                <a:gd name="connsiteX44" fmla="*/ 344384 w 714755"/>
                <a:gd name="connsiteY44" fmla="*/ 20394 h 635338"/>
                <a:gd name="connsiteX45" fmla="*/ 317912 w 714755"/>
                <a:gd name="connsiteY45" fmla="*/ 28501 h 635338"/>
                <a:gd name="connsiteX46" fmla="*/ 312915 w 714755"/>
                <a:gd name="connsiteY46" fmla="*/ 33498 h 635338"/>
                <a:gd name="connsiteX47" fmla="*/ 300572 w 714755"/>
                <a:gd name="connsiteY47" fmla="*/ 49315 h 635338"/>
                <a:gd name="connsiteX48" fmla="*/ 293623 w 714755"/>
                <a:gd name="connsiteY48" fmla="*/ 62022 h 635338"/>
                <a:gd name="connsiteX49" fmla="*/ 294417 w 714755"/>
                <a:gd name="connsiteY49" fmla="*/ 76681 h 635338"/>
                <a:gd name="connsiteX50" fmla="*/ 285516 w 714755"/>
                <a:gd name="connsiteY50" fmla="*/ 78600 h 635338"/>
                <a:gd name="connsiteX51" fmla="*/ 274364 w 714755"/>
                <a:gd name="connsiteY51" fmla="*/ 79361 h 635338"/>
                <a:gd name="connsiteX52" fmla="*/ 268574 w 714755"/>
                <a:gd name="connsiteY52" fmla="*/ 75523 h 635338"/>
                <a:gd name="connsiteX53" fmla="*/ 258944 w 714755"/>
                <a:gd name="connsiteY53" fmla="*/ 67416 h 635338"/>
                <a:gd name="connsiteX54" fmla="*/ 244285 w 714755"/>
                <a:gd name="connsiteY54" fmla="*/ 56628 h 635338"/>
                <a:gd name="connsiteX55" fmla="*/ 234358 w 714755"/>
                <a:gd name="connsiteY55" fmla="*/ 62419 h 635338"/>
                <a:gd name="connsiteX56" fmla="*/ 228964 w 714755"/>
                <a:gd name="connsiteY56" fmla="*/ 70493 h 635338"/>
                <a:gd name="connsiteX57" fmla="*/ 215463 w 714755"/>
                <a:gd name="connsiteY57" fmla="*/ 70890 h 635338"/>
                <a:gd name="connsiteX58" fmla="*/ 212386 w 714755"/>
                <a:gd name="connsiteY58" fmla="*/ 78600 h 635338"/>
                <a:gd name="connsiteX59" fmla="*/ 204312 w 714755"/>
                <a:gd name="connsiteY59" fmla="*/ 84391 h 635338"/>
                <a:gd name="connsiteX60" fmla="*/ 201002 w 714755"/>
                <a:gd name="connsiteY60" fmla="*/ 101334 h 635338"/>
                <a:gd name="connsiteX61" fmla="*/ 188263 w 714755"/>
                <a:gd name="connsiteY61" fmla="*/ 100175 h 635338"/>
                <a:gd name="connsiteX62" fmla="*/ 190976 w 714755"/>
                <a:gd name="connsiteY62" fmla="*/ 113411 h 635338"/>
                <a:gd name="connsiteX63" fmla="*/ 185583 w 714755"/>
                <a:gd name="connsiteY63" fmla="*/ 122280 h 635338"/>
                <a:gd name="connsiteX64" fmla="*/ 178633 w 714755"/>
                <a:gd name="connsiteY64" fmla="*/ 109044 h 635338"/>
                <a:gd name="connsiteX65" fmla="*/ 165132 w 714755"/>
                <a:gd name="connsiteY65" fmla="*/ 115993 h 635338"/>
                <a:gd name="connsiteX66" fmla="*/ 164371 w 714755"/>
                <a:gd name="connsiteY66" fmla="*/ 136409 h 635338"/>
                <a:gd name="connsiteX67" fmla="*/ 139322 w 714755"/>
                <a:gd name="connsiteY67" fmla="*/ 161062 h 635338"/>
                <a:gd name="connsiteX68" fmla="*/ 108481 w 714755"/>
                <a:gd name="connsiteY68" fmla="*/ 169566 h 635338"/>
                <a:gd name="connsiteX69" fmla="*/ 91936 w 714755"/>
                <a:gd name="connsiteY69" fmla="*/ 174960 h 635338"/>
                <a:gd name="connsiteX70" fmla="*/ 75391 w 714755"/>
                <a:gd name="connsiteY70" fmla="*/ 182273 h 635338"/>
                <a:gd name="connsiteX71" fmla="*/ 54577 w 714755"/>
                <a:gd name="connsiteY71" fmla="*/ 187303 h 635338"/>
                <a:gd name="connsiteX72" fmla="*/ 32770 w 714755"/>
                <a:gd name="connsiteY72" fmla="*/ 199546 h 635338"/>
                <a:gd name="connsiteX73" fmla="*/ 23505 w 714755"/>
                <a:gd name="connsiteY73" fmla="*/ 212253 h 635338"/>
                <a:gd name="connsiteX74" fmla="*/ 21586 w 714755"/>
                <a:gd name="connsiteY74" fmla="*/ 201465 h 635338"/>
                <a:gd name="connsiteX75" fmla="*/ 12717 w 714755"/>
                <a:gd name="connsiteY75" fmla="*/ 214172 h 635338"/>
                <a:gd name="connsiteX76" fmla="*/ 13479 w 714755"/>
                <a:gd name="connsiteY76" fmla="*/ 233828 h 635338"/>
                <a:gd name="connsiteX77" fmla="*/ 10401 w 714755"/>
                <a:gd name="connsiteY77" fmla="*/ 261591 h 635338"/>
                <a:gd name="connsiteX78" fmla="*/ 20328 w 714755"/>
                <a:gd name="connsiteY78" fmla="*/ 284755 h 635338"/>
                <a:gd name="connsiteX79" fmla="*/ 9905 w 714755"/>
                <a:gd name="connsiteY79" fmla="*/ 275919 h 635338"/>
                <a:gd name="connsiteX80" fmla="*/ 14934 w 714755"/>
                <a:gd name="connsiteY80" fmla="*/ 288262 h 635338"/>
                <a:gd name="connsiteX81" fmla="*/ 2592 w 714755"/>
                <a:gd name="connsiteY81" fmla="*/ 278997 h 635338"/>
                <a:gd name="connsiteX82" fmla="*/ 20328 w 714755"/>
                <a:gd name="connsiteY82" fmla="*/ 318308 h 635338"/>
                <a:gd name="connsiteX83" fmla="*/ 34987 w 714755"/>
                <a:gd name="connsiteY83" fmla="*/ 351068 h 635338"/>
                <a:gd name="connsiteX84" fmla="*/ 50407 w 714755"/>
                <a:gd name="connsiteY84" fmla="*/ 390777 h 635338"/>
                <a:gd name="connsiteX85" fmla="*/ 46536 w 714755"/>
                <a:gd name="connsiteY85" fmla="*/ 413940 h 635338"/>
                <a:gd name="connsiteX86" fmla="*/ 36609 w 714755"/>
                <a:gd name="connsiteY86" fmla="*/ 428202 h 635338"/>
                <a:gd name="connsiteX87" fmla="*/ 41242 w 714755"/>
                <a:gd name="connsiteY87" fmla="*/ 439751 h 635338"/>
                <a:gd name="connsiteX88" fmla="*/ 53948 w 714755"/>
                <a:gd name="connsiteY88" fmla="*/ 450935 h 635338"/>
                <a:gd name="connsiteX89" fmla="*/ 87899 w 714755"/>
                <a:gd name="connsiteY89" fmla="*/ 454244 h 635338"/>
                <a:gd name="connsiteX90" fmla="*/ 105239 w 714755"/>
                <a:gd name="connsiteY90" fmla="*/ 443854 h 635338"/>
                <a:gd name="connsiteX91" fmla="*/ 117548 w 714755"/>
                <a:gd name="connsiteY91" fmla="*/ 435350 h 635338"/>
                <a:gd name="connsiteX92" fmla="*/ 162287 w 714755"/>
                <a:gd name="connsiteY92" fmla="*/ 432669 h 635338"/>
                <a:gd name="connsiteX93" fmla="*/ 194649 w 714755"/>
                <a:gd name="connsiteY93" fmla="*/ 419168 h 635338"/>
                <a:gd name="connsiteX94" fmla="*/ 217813 w 714755"/>
                <a:gd name="connsiteY94" fmla="*/ 405932 h 635338"/>
                <a:gd name="connsiteX95" fmla="*/ 243656 w 714755"/>
                <a:gd name="connsiteY95" fmla="*/ 400902 h 635338"/>
                <a:gd name="connsiteX96" fmla="*/ 282207 w 714755"/>
                <a:gd name="connsiteY96" fmla="*/ 389751 h 635338"/>
                <a:gd name="connsiteX97" fmla="*/ 318805 w 714755"/>
                <a:gd name="connsiteY97" fmla="*/ 385118 h 635338"/>
                <a:gd name="connsiteX98" fmla="*/ 340016 w 714755"/>
                <a:gd name="connsiteY98" fmla="*/ 395508 h 635338"/>
                <a:gd name="connsiteX99" fmla="*/ 360433 w 714755"/>
                <a:gd name="connsiteY99" fmla="*/ 398222 h 635338"/>
                <a:gd name="connsiteX100" fmla="*/ 370360 w 714755"/>
                <a:gd name="connsiteY100" fmla="*/ 403219 h 635338"/>
                <a:gd name="connsiteX101" fmla="*/ 371518 w 714755"/>
                <a:gd name="connsiteY101" fmla="*/ 414039 h 635338"/>
                <a:gd name="connsiteX102" fmla="*/ 386938 w 714755"/>
                <a:gd name="connsiteY102" fmla="*/ 428665 h 635338"/>
                <a:gd name="connsiteX103" fmla="*/ 391207 w 714755"/>
                <a:gd name="connsiteY103" fmla="*/ 447957 h 635338"/>
                <a:gd name="connsiteX104" fmla="*/ 405436 w 714755"/>
                <a:gd name="connsiteY104" fmla="*/ 442927 h 635338"/>
                <a:gd name="connsiteX105" fmla="*/ 422775 w 714755"/>
                <a:gd name="connsiteY105" fmla="*/ 429691 h 635338"/>
                <a:gd name="connsiteX106" fmla="*/ 437468 w 714755"/>
                <a:gd name="connsiteY106" fmla="*/ 414271 h 635338"/>
                <a:gd name="connsiteX107" fmla="*/ 430121 w 714755"/>
                <a:gd name="connsiteY107" fmla="*/ 438956 h 635338"/>
                <a:gd name="connsiteX108" fmla="*/ 419334 w 714755"/>
                <a:gd name="connsiteY108" fmla="*/ 452424 h 635338"/>
                <a:gd name="connsiteX109" fmla="*/ 435515 w 714755"/>
                <a:gd name="connsiteY109" fmla="*/ 450869 h 635338"/>
                <a:gd name="connsiteX110" fmla="*/ 445145 w 714755"/>
                <a:gd name="connsiteY110" fmla="*/ 445872 h 635338"/>
                <a:gd name="connsiteX111" fmla="*/ 442862 w 714755"/>
                <a:gd name="connsiteY111" fmla="*/ 465164 h 635338"/>
                <a:gd name="connsiteX112" fmla="*/ 455568 w 714755"/>
                <a:gd name="connsiteY112" fmla="*/ 464370 h 635338"/>
                <a:gd name="connsiteX113" fmla="*/ 470194 w 714755"/>
                <a:gd name="connsiteY113" fmla="*/ 488295 h 635338"/>
                <a:gd name="connsiteX114" fmla="*/ 479460 w 714755"/>
                <a:gd name="connsiteY114" fmla="*/ 510631 h 635338"/>
                <a:gd name="connsiteX115" fmla="*/ 497196 w 714755"/>
                <a:gd name="connsiteY115" fmla="*/ 518341 h 635338"/>
                <a:gd name="connsiteX116" fmla="*/ 532272 w 714755"/>
                <a:gd name="connsiteY116" fmla="*/ 530684 h 635338"/>
                <a:gd name="connsiteX117" fmla="*/ 554244 w 714755"/>
                <a:gd name="connsiteY117" fmla="*/ 517944 h 635338"/>
                <a:gd name="connsiteX118" fmla="*/ 561557 w 714755"/>
                <a:gd name="connsiteY118" fmla="*/ 520657 h 635338"/>
                <a:gd name="connsiteX119" fmla="*/ 564635 w 714755"/>
                <a:gd name="connsiteY119" fmla="*/ 526051 h 635338"/>
                <a:gd name="connsiteX120" fmla="*/ 569267 w 714755"/>
                <a:gd name="connsiteY120" fmla="*/ 522742 h 635338"/>
                <a:gd name="connsiteX121" fmla="*/ 580849 w 714755"/>
                <a:gd name="connsiteY121" fmla="*/ 533165 h 635338"/>
                <a:gd name="connsiteX122" fmla="*/ 586640 w 714755"/>
                <a:gd name="connsiteY122" fmla="*/ 537401 h 635338"/>
                <a:gd name="connsiteX123" fmla="*/ 594350 w 714755"/>
                <a:gd name="connsiteY123" fmla="*/ 527772 h 635338"/>
                <a:gd name="connsiteX124" fmla="*/ 610895 w 714755"/>
                <a:gd name="connsiteY124" fmla="*/ 515793 h 635338"/>
                <a:gd name="connsiteX125" fmla="*/ 647295 w 714755"/>
                <a:gd name="connsiteY125" fmla="*/ 509175 h 635338"/>
                <a:gd name="connsiteX126" fmla="*/ 653052 w 714755"/>
                <a:gd name="connsiteY126" fmla="*/ 474132 h 635338"/>
                <a:gd name="connsiteX127" fmla="*/ 666289 w 714755"/>
                <a:gd name="connsiteY127" fmla="*/ 447659 h 635338"/>
                <a:gd name="connsiteX128" fmla="*/ 684787 w 714755"/>
                <a:gd name="connsiteY128" fmla="*/ 410267 h 635338"/>
                <a:gd name="connsiteX129" fmla="*/ 695210 w 714755"/>
                <a:gd name="connsiteY129" fmla="*/ 398321 h 635338"/>
                <a:gd name="connsiteX130" fmla="*/ 704475 w 714755"/>
                <a:gd name="connsiteY130" fmla="*/ 374033 h 635338"/>
                <a:gd name="connsiteX131" fmla="*/ 708711 w 714755"/>
                <a:gd name="connsiteY131" fmla="*/ 352094 h 635338"/>
                <a:gd name="connsiteX132" fmla="*/ 710630 w 714755"/>
                <a:gd name="connsiteY132" fmla="*/ 334721 h 635338"/>
                <a:gd name="connsiteX133" fmla="*/ 711127 w 714755"/>
                <a:gd name="connsiteY133" fmla="*/ 319003 h 635338"/>
                <a:gd name="connsiteX134" fmla="*/ 324993 w 714755"/>
                <a:gd name="connsiteY134" fmla="*/ 17085 h 635338"/>
                <a:gd name="connsiteX135" fmla="*/ 302624 w 714755"/>
                <a:gd name="connsiteY135" fmla="*/ 22479 h 635338"/>
                <a:gd name="connsiteX136" fmla="*/ 324993 w 714755"/>
                <a:gd name="connsiteY136" fmla="*/ 17085 h 635338"/>
                <a:gd name="connsiteX137" fmla="*/ 411723 w 714755"/>
                <a:gd name="connsiteY137" fmla="*/ 473735 h 635338"/>
                <a:gd name="connsiteX138" fmla="*/ 432537 w 714755"/>
                <a:gd name="connsiteY138" fmla="*/ 471054 h 635338"/>
                <a:gd name="connsiteX139" fmla="*/ 411723 w 714755"/>
                <a:gd name="connsiteY139" fmla="*/ 473735 h 635338"/>
                <a:gd name="connsiteX140" fmla="*/ 585945 w 714755"/>
                <a:gd name="connsiteY140" fmla="*/ 580882 h 635338"/>
                <a:gd name="connsiteX141" fmla="*/ 556164 w 714755"/>
                <a:gd name="connsiteY141" fmla="*/ 572444 h 635338"/>
                <a:gd name="connsiteX142" fmla="*/ 564271 w 714755"/>
                <a:gd name="connsiteY142" fmla="*/ 607090 h 635338"/>
                <a:gd name="connsiteX143" fmla="*/ 587434 w 714755"/>
                <a:gd name="connsiteY143" fmla="*/ 634092 h 635338"/>
                <a:gd name="connsiteX144" fmla="*/ 597064 w 714755"/>
                <a:gd name="connsiteY144" fmla="*/ 627142 h 635338"/>
                <a:gd name="connsiteX145" fmla="*/ 600935 w 714755"/>
                <a:gd name="connsiteY145" fmla="*/ 618274 h 635338"/>
                <a:gd name="connsiteX146" fmla="*/ 610862 w 714755"/>
                <a:gd name="connsiteY146" fmla="*/ 620193 h 635338"/>
                <a:gd name="connsiteX147" fmla="*/ 615892 w 714755"/>
                <a:gd name="connsiteY147" fmla="*/ 601299 h 635338"/>
                <a:gd name="connsiteX148" fmla="*/ 615131 w 714755"/>
                <a:gd name="connsiteY148" fmla="*/ 574826 h 635338"/>
                <a:gd name="connsiteX149" fmla="*/ 585945 w 714755"/>
                <a:gd name="connsiteY149" fmla="*/ 580716 h 63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4755" h="635338">
                  <a:moveTo>
                    <a:pt x="711127" y="319003"/>
                  </a:moveTo>
                  <a:cubicBezTo>
                    <a:pt x="714204" y="316687"/>
                    <a:pt x="709605" y="304377"/>
                    <a:pt x="706891" y="306296"/>
                  </a:cubicBezTo>
                  <a:cubicBezTo>
                    <a:pt x="704178" y="308216"/>
                    <a:pt x="704211" y="287005"/>
                    <a:pt x="706130" y="277408"/>
                  </a:cubicBezTo>
                  <a:cubicBezTo>
                    <a:pt x="708049" y="267812"/>
                    <a:pt x="706891" y="268904"/>
                    <a:pt x="701894" y="273901"/>
                  </a:cubicBezTo>
                  <a:cubicBezTo>
                    <a:pt x="696897" y="278897"/>
                    <a:pt x="691471" y="264305"/>
                    <a:pt x="690312" y="260433"/>
                  </a:cubicBezTo>
                  <a:cubicBezTo>
                    <a:pt x="689154" y="256561"/>
                    <a:pt x="683364" y="245807"/>
                    <a:pt x="676812" y="247197"/>
                  </a:cubicBezTo>
                  <a:cubicBezTo>
                    <a:pt x="670260" y="248587"/>
                    <a:pt x="674528" y="237931"/>
                    <a:pt x="668340" y="239122"/>
                  </a:cubicBezTo>
                  <a:cubicBezTo>
                    <a:pt x="662152" y="240314"/>
                    <a:pt x="661027" y="230221"/>
                    <a:pt x="662185" y="220989"/>
                  </a:cubicBezTo>
                  <a:cubicBezTo>
                    <a:pt x="663344" y="211757"/>
                    <a:pt x="657950" y="219070"/>
                    <a:pt x="655237" y="215231"/>
                  </a:cubicBezTo>
                  <a:cubicBezTo>
                    <a:pt x="652523" y="211393"/>
                    <a:pt x="649479" y="214437"/>
                    <a:pt x="645309" y="215992"/>
                  </a:cubicBezTo>
                  <a:cubicBezTo>
                    <a:pt x="641140" y="217548"/>
                    <a:pt x="639916" y="207885"/>
                    <a:pt x="641074" y="204013"/>
                  </a:cubicBezTo>
                  <a:cubicBezTo>
                    <a:pt x="642232" y="200142"/>
                    <a:pt x="640313" y="195542"/>
                    <a:pt x="634456" y="191307"/>
                  </a:cubicBezTo>
                  <a:cubicBezTo>
                    <a:pt x="630003" y="188732"/>
                    <a:pt x="627677" y="183614"/>
                    <a:pt x="628665" y="178567"/>
                  </a:cubicBezTo>
                  <a:cubicBezTo>
                    <a:pt x="629062" y="173570"/>
                    <a:pt x="595905" y="156628"/>
                    <a:pt x="588592" y="155073"/>
                  </a:cubicBezTo>
                  <a:cubicBezTo>
                    <a:pt x="581279" y="153517"/>
                    <a:pt x="587434" y="145840"/>
                    <a:pt x="584324" y="143127"/>
                  </a:cubicBezTo>
                  <a:cubicBezTo>
                    <a:pt x="581213" y="140414"/>
                    <a:pt x="580088" y="130420"/>
                    <a:pt x="580088" y="121949"/>
                  </a:cubicBezTo>
                  <a:cubicBezTo>
                    <a:pt x="580088" y="113478"/>
                    <a:pt x="569300" y="110764"/>
                    <a:pt x="569698" y="103815"/>
                  </a:cubicBezTo>
                  <a:cubicBezTo>
                    <a:pt x="570095" y="96866"/>
                    <a:pt x="566620" y="90314"/>
                    <a:pt x="567381" y="82604"/>
                  </a:cubicBezTo>
                  <a:cubicBezTo>
                    <a:pt x="568142" y="74894"/>
                    <a:pt x="556197" y="72975"/>
                    <a:pt x="555832" y="68739"/>
                  </a:cubicBezTo>
                  <a:cubicBezTo>
                    <a:pt x="555468" y="64504"/>
                    <a:pt x="548883" y="68375"/>
                    <a:pt x="542332" y="69136"/>
                  </a:cubicBezTo>
                  <a:cubicBezTo>
                    <a:pt x="535780" y="69898"/>
                    <a:pt x="536177" y="60632"/>
                    <a:pt x="536938" y="51797"/>
                  </a:cubicBezTo>
                  <a:cubicBezTo>
                    <a:pt x="537699" y="42962"/>
                    <a:pt x="534225" y="28270"/>
                    <a:pt x="528831" y="24034"/>
                  </a:cubicBezTo>
                  <a:cubicBezTo>
                    <a:pt x="523437" y="19798"/>
                    <a:pt x="523040" y="5139"/>
                    <a:pt x="520359" y="2823"/>
                  </a:cubicBezTo>
                  <a:cubicBezTo>
                    <a:pt x="517679" y="507"/>
                    <a:pt x="508778" y="10566"/>
                    <a:pt x="509175" y="15530"/>
                  </a:cubicBezTo>
                  <a:cubicBezTo>
                    <a:pt x="509879" y="20560"/>
                    <a:pt x="508329" y="25645"/>
                    <a:pt x="504939" y="29428"/>
                  </a:cubicBezTo>
                  <a:cubicBezTo>
                    <a:pt x="501630" y="32505"/>
                    <a:pt x="507256" y="44484"/>
                    <a:pt x="502623" y="48720"/>
                  </a:cubicBezTo>
                  <a:cubicBezTo>
                    <a:pt x="497990" y="52955"/>
                    <a:pt x="502226" y="69898"/>
                    <a:pt x="501101" y="79527"/>
                  </a:cubicBezTo>
                  <a:cubicBezTo>
                    <a:pt x="499976" y="89156"/>
                    <a:pt x="500307" y="99580"/>
                    <a:pt x="495674" y="105999"/>
                  </a:cubicBezTo>
                  <a:cubicBezTo>
                    <a:pt x="491041" y="112419"/>
                    <a:pt x="490313" y="122975"/>
                    <a:pt x="481048" y="126416"/>
                  </a:cubicBezTo>
                  <a:cubicBezTo>
                    <a:pt x="471783" y="129858"/>
                    <a:pt x="459440" y="122578"/>
                    <a:pt x="459837" y="117548"/>
                  </a:cubicBezTo>
                  <a:cubicBezTo>
                    <a:pt x="460234" y="112518"/>
                    <a:pt x="449910" y="109441"/>
                    <a:pt x="444417" y="110235"/>
                  </a:cubicBezTo>
                  <a:cubicBezTo>
                    <a:pt x="438924" y="111029"/>
                    <a:pt x="435945" y="103286"/>
                    <a:pt x="427441" y="96734"/>
                  </a:cubicBezTo>
                  <a:cubicBezTo>
                    <a:pt x="418937" y="90182"/>
                    <a:pt x="412418" y="98289"/>
                    <a:pt x="409705" y="90579"/>
                  </a:cubicBezTo>
                  <a:cubicBezTo>
                    <a:pt x="406991" y="82869"/>
                    <a:pt x="404344" y="81711"/>
                    <a:pt x="398156" y="77343"/>
                  </a:cubicBezTo>
                  <a:cubicBezTo>
                    <a:pt x="391968" y="72975"/>
                    <a:pt x="393921" y="73107"/>
                    <a:pt x="399711" y="68872"/>
                  </a:cubicBezTo>
                  <a:cubicBezTo>
                    <a:pt x="405502" y="64636"/>
                    <a:pt x="404344" y="59242"/>
                    <a:pt x="401233" y="54212"/>
                  </a:cubicBezTo>
                  <a:cubicBezTo>
                    <a:pt x="398123" y="49183"/>
                    <a:pt x="404708" y="50374"/>
                    <a:pt x="412418" y="46105"/>
                  </a:cubicBezTo>
                  <a:cubicBezTo>
                    <a:pt x="420128" y="41837"/>
                    <a:pt x="412418" y="36873"/>
                    <a:pt x="418209" y="34557"/>
                  </a:cubicBezTo>
                  <a:cubicBezTo>
                    <a:pt x="424000" y="32240"/>
                    <a:pt x="420525" y="27244"/>
                    <a:pt x="414338" y="26085"/>
                  </a:cubicBezTo>
                  <a:cubicBezTo>
                    <a:pt x="408149" y="24927"/>
                    <a:pt x="410102" y="32240"/>
                    <a:pt x="407719" y="33001"/>
                  </a:cubicBezTo>
                  <a:cubicBezTo>
                    <a:pt x="405337" y="33763"/>
                    <a:pt x="403120" y="23372"/>
                    <a:pt x="401101" y="23769"/>
                  </a:cubicBezTo>
                  <a:cubicBezTo>
                    <a:pt x="399082" y="24166"/>
                    <a:pt x="391869" y="34160"/>
                    <a:pt x="387865" y="29163"/>
                  </a:cubicBezTo>
                  <a:cubicBezTo>
                    <a:pt x="383861" y="24166"/>
                    <a:pt x="362418" y="19898"/>
                    <a:pt x="353947" y="18773"/>
                  </a:cubicBezTo>
                  <a:cubicBezTo>
                    <a:pt x="345476" y="17647"/>
                    <a:pt x="342763" y="6794"/>
                    <a:pt x="337766" y="8845"/>
                  </a:cubicBezTo>
                  <a:cubicBezTo>
                    <a:pt x="332769" y="10897"/>
                    <a:pt x="338527" y="14239"/>
                    <a:pt x="344384" y="20394"/>
                  </a:cubicBezTo>
                  <a:cubicBezTo>
                    <a:pt x="350241" y="26549"/>
                    <a:pt x="325092" y="30784"/>
                    <a:pt x="317912" y="28501"/>
                  </a:cubicBezTo>
                  <a:cubicBezTo>
                    <a:pt x="310731" y="26218"/>
                    <a:pt x="319070" y="33895"/>
                    <a:pt x="312915" y="33498"/>
                  </a:cubicBezTo>
                  <a:cubicBezTo>
                    <a:pt x="306760" y="33101"/>
                    <a:pt x="305569" y="43888"/>
                    <a:pt x="300572" y="49315"/>
                  </a:cubicBezTo>
                  <a:cubicBezTo>
                    <a:pt x="295576" y="54742"/>
                    <a:pt x="299017" y="58548"/>
                    <a:pt x="293623" y="62022"/>
                  </a:cubicBezTo>
                  <a:cubicBezTo>
                    <a:pt x="288229" y="65496"/>
                    <a:pt x="287832" y="69335"/>
                    <a:pt x="294417" y="76681"/>
                  </a:cubicBezTo>
                  <a:cubicBezTo>
                    <a:pt x="301002" y="84027"/>
                    <a:pt x="291307" y="84391"/>
                    <a:pt x="285516" y="78600"/>
                  </a:cubicBezTo>
                  <a:cubicBezTo>
                    <a:pt x="279725" y="72810"/>
                    <a:pt x="273967" y="72810"/>
                    <a:pt x="274364" y="79361"/>
                  </a:cubicBezTo>
                  <a:cubicBezTo>
                    <a:pt x="274761" y="85913"/>
                    <a:pt x="267415" y="82869"/>
                    <a:pt x="268574" y="75523"/>
                  </a:cubicBezTo>
                  <a:cubicBezTo>
                    <a:pt x="269732" y="68177"/>
                    <a:pt x="260466" y="71651"/>
                    <a:pt x="258944" y="67416"/>
                  </a:cubicBezTo>
                  <a:cubicBezTo>
                    <a:pt x="257422" y="63180"/>
                    <a:pt x="249315" y="56231"/>
                    <a:pt x="244285" y="56628"/>
                  </a:cubicBezTo>
                  <a:cubicBezTo>
                    <a:pt x="239255" y="57025"/>
                    <a:pt x="239288" y="62419"/>
                    <a:pt x="234358" y="62419"/>
                  </a:cubicBezTo>
                  <a:cubicBezTo>
                    <a:pt x="229428" y="62419"/>
                    <a:pt x="228203" y="65099"/>
                    <a:pt x="228964" y="70493"/>
                  </a:cubicBezTo>
                  <a:cubicBezTo>
                    <a:pt x="229725" y="75887"/>
                    <a:pt x="221287" y="70129"/>
                    <a:pt x="215463" y="70890"/>
                  </a:cubicBezTo>
                  <a:cubicBezTo>
                    <a:pt x="209639" y="71651"/>
                    <a:pt x="215463" y="78203"/>
                    <a:pt x="212386" y="78600"/>
                  </a:cubicBezTo>
                  <a:cubicBezTo>
                    <a:pt x="209308" y="78997"/>
                    <a:pt x="209308" y="84391"/>
                    <a:pt x="204312" y="84391"/>
                  </a:cubicBezTo>
                  <a:cubicBezTo>
                    <a:pt x="199315" y="84391"/>
                    <a:pt x="200076" y="95543"/>
                    <a:pt x="201002" y="101334"/>
                  </a:cubicBezTo>
                  <a:cubicBezTo>
                    <a:pt x="201929" y="107124"/>
                    <a:pt x="193293" y="98620"/>
                    <a:pt x="188263" y="100175"/>
                  </a:cubicBezTo>
                  <a:cubicBezTo>
                    <a:pt x="183233" y="101731"/>
                    <a:pt x="189454" y="106793"/>
                    <a:pt x="190976" y="113411"/>
                  </a:cubicBezTo>
                  <a:cubicBezTo>
                    <a:pt x="192498" y="120030"/>
                    <a:pt x="188263" y="119599"/>
                    <a:pt x="185583" y="122280"/>
                  </a:cubicBezTo>
                  <a:cubicBezTo>
                    <a:pt x="182902" y="124960"/>
                    <a:pt x="178633" y="114967"/>
                    <a:pt x="178633" y="109044"/>
                  </a:cubicBezTo>
                  <a:cubicBezTo>
                    <a:pt x="178633" y="103120"/>
                    <a:pt x="172015" y="108680"/>
                    <a:pt x="165132" y="115993"/>
                  </a:cubicBezTo>
                  <a:cubicBezTo>
                    <a:pt x="158250" y="123306"/>
                    <a:pt x="167449" y="134490"/>
                    <a:pt x="164371" y="136409"/>
                  </a:cubicBezTo>
                  <a:cubicBezTo>
                    <a:pt x="155330" y="143893"/>
                    <a:pt x="146949" y="152141"/>
                    <a:pt x="139322" y="161062"/>
                  </a:cubicBezTo>
                  <a:cubicBezTo>
                    <a:pt x="131215" y="170724"/>
                    <a:pt x="113875" y="164934"/>
                    <a:pt x="108481" y="169566"/>
                  </a:cubicBezTo>
                  <a:cubicBezTo>
                    <a:pt x="103088" y="174199"/>
                    <a:pt x="97297" y="170724"/>
                    <a:pt x="91936" y="174960"/>
                  </a:cubicBezTo>
                  <a:cubicBezTo>
                    <a:pt x="86575" y="179196"/>
                    <a:pt x="76516" y="187303"/>
                    <a:pt x="75391" y="182273"/>
                  </a:cubicBezTo>
                  <a:cubicBezTo>
                    <a:pt x="74266" y="177243"/>
                    <a:pt x="60368" y="181115"/>
                    <a:pt x="54577" y="187303"/>
                  </a:cubicBezTo>
                  <a:cubicBezTo>
                    <a:pt x="48786" y="193491"/>
                    <a:pt x="39388" y="199083"/>
                    <a:pt x="32770" y="199546"/>
                  </a:cubicBezTo>
                  <a:cubicBezTo>
                    <a:pt x="26152" y="200010"/>
                    <a:pt x="26152" y="209937"/>
                    <a:pt x="23505" y="212253"/>
                  </a:cubicBezTo>
                  <a:cubicBezTo>
                    <a:pt x="20858" y="214569"/>
                    <a:pt x="21586" y="204146"/>
                    <a:pt x="21586" y="201465"/>
                  </a:cubicBezTo>
                  <a:cubicBezTo>
                    <a:pt x="21586" y="198785"/>
                    <a:pt x="15398" y="206098"/>
                    <a:pt x="12717" y="214172"/>
                  </a:cubicBezTo>
                  <a:cubicBezTo>
                    <a:pt x="10037" y="222246"/>
                    <a:pt x="19335" y="225357"/>
                    <a:pt x="13479" y="233828"/>
                  </a:cubicBezTo>
                  <a:cubicBezTo>
                    <a:pt x="7621" y="242299"/>
                    <a:pt x="2294" y="250804"/>
                    <a:pt x="10401" y="261591"/>
                  </a:cubicBezTo>
                  <a:cubicBezTo>
                    <a:pt x="18508" y="272379"/>
                    <a:pt x="23108" y="279328"/>
                    <a:pt x="20328" y="284755"/>
                  </a:cubicBezTo>
                  <a:cubicBezTo>
                    <a:pt x="17549" y="290181"/>
                    <a:pt x="11857" y="273967"/>
                    <a:pt x="9905" y="275919"/>
                  </a:cubicBezTo>
                  <a:cubicBezTo>
                    <a:pt x="7952" y="277872"/>
                    <a:pt x="17251" y="284755"/>
                    <a:pt x="14934" y="288262"/>
                  </a:cubicBezTo>
                  <a:cubicBezTo>
                    <a:pt x="12618" y="291770"/>
                    <a:pt x="4312" y="275026"/>
                    <a:pt x="2592" y="278997"/>
                  </a:cubicBezTo>
                  <a:cubicBezTo>
                    <a:pt x="871" y="282967"/>
                    <a:pt x="19931" y="308778"/>
                    <a:pt x="20328" y="318308"/>
                  </a:cubicBezTo>
                  <a:cubicBezTo>
                    <a:pt x="20725" y="327838"/>
                    <a:pt x="35748" y="337203"/>
                    <a:pt x="34987" y="351068"/>
                  </a:cubicBezTo>
                  <a:cubicBezTo>
                    <a:pt x="34226" y="364933"/>
                    <a:pt x="48224" y="387468"/>
                    <a:pt x="50407" y="390777"/>
                  </a:cubicBezTo>
                  <a:cubicBezTo>
                    <a:pt x="52591" y="394086"/>
                    <a:pt x="45014" y="403483"/>
                    <a:pt x="46536" y="413940"/>
                  </a:cubicBezTo>
                  <a:cubicBezTo>
                    <a:pt x="48058" y="424397"/>
                    <a:pt x="43227" y="428202"/>
                    <a:pt x="36609" y="428202"/>
                  </a:cubicBezTo>
                  <a:cubicBezTo>
                    <a:pt x="29991" y="428202"/>
                    <a:pt x="33928" y="438990"/>
                    <a:pt x="41242" y="439751"/>
                  </a:cubicBezTo>
                  <a:cubicBezTo>
                    <a:pt x="48554" y="440512"/>
                    <a:pt x="45874" y="445541"/>
                    <a:pt x="53948" y="450935"/>
                  </a:cubicBezTo>
                  <a:cubicBezTo>
                    <a:pt x="62022" y="456329"/>
                    <a:pt x="81314" y="454244"/>
                    <a:pt x="87899" y="454244"/>
                  </a:cubicBezTo>
                  <a:cubicBezTo>
                    <a:pt x="94484" y="454244"/>
                    <a:pt x="96370" y="444317"/>
                    <a:pt x="105239" y="443854"/>
                  </a:cubicBezTo>
                  <a:cubicBezTo>
                    <a:pt x="114107" y="443391"/>
                    <a:pt x="113312" y="440743"/>
                    <a:pt x="117548" y="435350"/>
                  </a:cubicBezTo>
                  <a:cubicBezTo>
                    <a:pt x="121784" y="429956"/>
                    <a:pt x="141870" y="431511"/>
                    <a:pt x="162287" y="432669"/>
                  </a:cubicBezTo>
                  <a:cubicBezTo>
                    <a:pt x="182704" y="433827"/>
                    <a:pt x="191572" y="427639"/>
                    <a:pt x="194649" y="419168"/>
                  </a:cubicBezTo>
                  <a:cubicBezTo>
                    <a:pt x="197296" y="411921"/>
                    <a:pt x="212022" y="411458"/>
                    <a:pt x="217813" y="405932"/>
                  </a:cubicBezTo>
                  <a:cubicBezTo>
                    <a:pt x="223604" y="400406"/>
                    <a:pt x="228633" y="400141"/>
                    <a:pt x="243656" y="400902"/>
                  </a:cubicBezTo>
                  <a:cubicBezTo>
                    <a:pt x="258679" y="401663"/>
                    <a:pt x="272577" y="393589"/>
                    <a:pt x="282207" y="389751"/>
                  </a:cubicBezTo>
                  <a:cubicBezTo>
                    <a:pt x="291836" y="385912"/>
                    <a:pt x="309573" y="387434"/>
                    <a:pt x="318805" y="385118"/>
                  </a:cubicBezTo>
                  <a:cubicBezTo>
                    <a:pt x="328037" y="382802"/>
                    <a:pt x="329592" y="396667"/>
                    <a:pt x="340016" y="395508"/>
                  </a:cubicBezTo>
                  <a:cubicBezTo>
                    <a:pt x="350440" y="394350"/>
                    <a:pt x="355039" y="398619"/>
                    <a:pt x="360433" y="398222"/>
                  </a:cubicBezTo>
                  <a:cubicBezTo>
                    <a:pt x="365827" y="397825"/>
                    <a:pt x="365066" y="402061"/>
                    <a:pt x="370360" y="403219"/>
                  </a:cubicBezTo>
                  <a:cubicBezTo>
                    <a:pt x="375655" y="404377"/>
                    <a:pt x="374993" y="409009"/>
                    <a:pt x="371518" y="414039"/>
                  </a:cubicBezTo>
                  <a:cubicBezTo>
                    <a:pt x="368044" y="419069"/>
                    <a:pt x="379625" y="418639"/>
                    <a:pt x="386938" y="428665"/>
                  </a:cubicBezTo>
                  <a:cubicBezTo>
                    <a:pt x="394251" y="438692"/>
                    <a:pt x="387336" y="440214"/>
                    <a:pt x="391207" y="447957"/>
                  </a:cubicBezTo>
                  <a:cubicBezTo>
                    <a:pt x="395079" y="455700"/>
                    <a:pt x="397825" y="453715"/>
                    <a:pt x="405436" y="442927"/>
                  </a:cubicBezTo>
                  <a:cubicBezTo>
                    <a:pt x="413047" y="432140"/>
                    <a:pt x="421650" y="439089"/>
                    <a:pt x="422775" y="429691"/>
                  </a:cubicBezTo>
                  <a:cubicBezTo>
                    <a:pt x="423900" y="420293"/>
                    <a:pt x="432041" y="409837"/>
                    <a:pt x="437468" y="414271"/>
                  </a:cubicBezTo>
                  <a:cubicBezTo>
                    <a:pt x="442894" y="418705"/>
                    <a:pt x="433596" y="421187"/>
                    <a:pt x="430121" y="438956"/>
                  </a:cubicBezTo>
                  <a:cubicBezTo>
                    <a:pt x="426647" y="456726"/>
                    <a:pt x="420492" y="447428"/>
                    <a:pt x="419334" y="452424"/>
                  </a:cubicBezTo>
                  <a:cubicBezTo>
                    <a:pt x="418176" y="457421"/>
                    <a:pt x="435515" y="460134"/>
                    <a:pt x="435515" y="450869"/>
                  </a:cubicBezTo>
                  <a:cubicBezTo>
                    <a:pt x="435515" y="441604"/>
                    <a:pt x="438593" y="437401"/>
                    <a:pt x="445145" y="445872"/>
                  </a:cubicBezTo>
                  <a:cubicBezTo>
                    <a:pt x="451697" y="454344"/>
                    <a:pt x="441306" y="461293"/>
                    <a:pt x="442862" y="465164"/>
                  </a:cubicBezTo>
                  <a:cubicBezTo>
                    <a:pt x="444417" y="469036"/>
                    <a:pt x="451697" y="463973"/>
                    <a:pt x="455568" y="464370"/>
                  </a:cubicBezTo>
                  <a:cubicBezTo>
                    <a:pt x="462418" y="465065"/>
                    <a:pt x="471750" y="480187"/>
                    <a:pt x="470194" y="488295"/>
                  </a:cubicBezTo>
                  <a:cubicBezTo>
                    <a:pt x="468639" y="496402"/>
                    <a:pt x="466356" y="504079"/>
                    <a:pt x="479460" y="510631"/>
                  </a:cubicBezTo>
                  <a:cubicBezTo>
                    <a:pt x="492563" y="517183"/>
                    <a:pt x="487567" y="518341"/>
                    <a:pt x="497196" y="518341"/>
                  </a:cubicBezTo>
                  <a:cubicBezTo>
                    <a:pt x="506826" y="518341"/>
                    <a:pt x="526978" y="526051"/>
                    <a:pt x="532272" y="530684"/>
                  </a:cubicBezTo>
                  <a:cubicBezTo>
                    <a:pt x="537567" y="535316"/>
                    <a:pt x="551531" y="527374"/>
                    <a:pt x="554244" y="517944"/>
                  </a:cubicBezTo>
                  <a:cubicBezTo>
                    <a:pt x="556958" y="508513"/>
                    <a:pt x="566951" y="517580"/>
                    <a:pt x="561557" y="520657"/>
                  </a:cubicBezTo>
                  <a:cubicBezTo>
                    <a:pt x="556164" y="523734"/>
                    <a:pt x="564271" y="531081"/>
                    <a:pt x="564635" y="526051"/>
                  </a:cubicBezTo>
                  <a:cubicBezTo>
                    <a:pt x="564999" y="521021"/>
                    <a:pt x="567348" y="516785"/>
                    <a:pt x="569267" y="522742"/>
                  </a:cubicBezTo>
                  <a:cubicBezTo>
                    <a:pt x="571186" y="528698"/>
                    <a:pt x="578136" y="528533"/>
                    <a:pt x="580849" y="533165"/>
                  </a:cubicBezTo>
                  <a:cubicBezTo>
                    <a:pt x="583562" y="537798"/>
                    <a:pt x="586640" y="541239"/>
                    <a:pt x="586640" y="537401"/>
                  </a:cubicBezTo>
                  <a:cubicBezTo>
                    <a:pt x="586640" y="533562"/>
                    <a:pt x="588162" y="530055"/>
                    <a:pt x="594350" y="527772"/>
                  </a:cubicBezTo>
                  <a:cubicBezTo>
                    <a:pt x="600538" y="525488"/>
                    <a:pt x="604277" y="521153"/>
                    <a:pt x="610895" y="515793"/>
                  </a:cubicBezTo>
                  <a:cubicBezTo>
                    <a:pt x="617513" y="510432"/>
                    <a:pt x="644449" y="509175"/>
                    <a:pt x="647295" y="509175"/>
                  </a:cubicBezTo>
                  <a:cubicBezTo>
                    <a:pt x="650140" y="509175"/>
                    <a:pt x="651530" y="486011"/>
                    <a:pt x="653052" y="474132"/>
                  </a:cubicBezTo>
                  <a:cubicBezTo>
                    <a:pt x="654575" y="462252"/>
                    <a:pt x="664634" y="460234"/>
                    <a:pt x="666289" y="447659"/>
                  </a:cubicBezTo>
                  <a:cubicBezTo>
                    <a:pt x="667943" y="435085"/>
                    <a:pt x="681312" y="411425"/>
                    <a:pt x="684787" y="410267"/>
                  </a:cubicBezTo>
                  <a:cubicBezTo>
                    <a:pt x="688261" y="409109"/>
                    <a:pt x="694714" y="405667"/>
                    <a:pt x="695210" y="398321"/>
                  </a:cubicBezTo>
                  <a:cubicBezTo>
                    <a:pt x="695706" y="390975"/>
                    <a:pt x="704475" y="382901"/>
                    <a:pt x="704475" y="374033"/>
                  </a:cubicBezTo>
                  <a:cubicBezTo>
                    <a:pt x="704475" y="365165"/>
                    <a:pt x="709472" y="354774"/>
                    <a:pt x="708711" y="352094"/>
                  </a:cubicBezTo>
                  <a:cubicBezTo>
                    <a:pt x="707950" y="349413"/>
                    <a:pt x="704839" y="340876"/>
                    <a:pt x="710630" y="334721"/>
                  </a:cubicBezTo>
                  <a:cubicBezTo>
                    <a:pt x="716421" y="328566"/>
                    <a:pt x="708148" y="321320"/>
                    <a:pt x="711127" y="319003"/>
                  </a:cubicBezTo>
                  <a:close/>
                  <a:moveTo>
                    <a:pt x="324993" y="17085"/>
                  </a:moveTo>
                  <a:cubicBezTo>
                    <a:pt x="324199" y="12485"/>
                    <a:pt x="296767" y="17813"/>
                    <a:pt x="302624" y="22479"/>
                  </a:cubicBezTo>
                  <a:cubicBezTo>
                    <a:pt x="306495" y="25722"/>
                    <a:pt x="325754" y="21850"/>
                    <a:pt x="324993" y="17085"/>
                  </a:cubicBezTo>
                  <a:close/>
                  <a:moveTo>
                    <a:pt x="411723" y="473735"/>
                  </a:moveTo>
                  <a:cubicBezTo>
                    <a:pt x="415959" y="477573"/>
                    <a:pt x="430221" y="476448"/>
                    <a:pt x="432537" y="471054"/>
                  </a:cubicBezTo>
                  <a:cubicBezTo>
                    <a:pt x="434854" y="465661"/>
                    <a:pt x="407918" y="470128"/>
                    <a:pt x="411723" y="473735"/>
                  </a:cubicBezTo>
                  <a:close/>
                  <a:moveTo>
                    <a:pt x="585945" y="580882"/>
                  </a:moveTo>
                  <a:cubicBezTo>
                    <a:pt x="575555" y="582040"/>
                    <a:pt x="559936" y="571418"/>
                    <a:pt x="556164" y="572444"/>
                  </a:cubicBezTo>
                  <a:cubicBezTo>
                    <a:pt x="551928" y="573569"/>
                    <a:pt x="569664" y="600174"/>
                    <a:pt x="564271" y="607090"/>
                  </a:cubicBezTo>
                  <a:cubicBezTo>
                    <a:pt x="558877" y="614006"/>
                    <a:pt x="580055" y="632933"/>
                    <a:pt x="587434" y="634092"/>
                  </a:cubicBezTo>
                  <a:cubicBezTo>
                    <a:pt x="594813" y="635250"/>
                    <a:pt x="592034" y="626745"/>
                    <a:pt x="597064" y="627142"/>
                  </a:cubicBezTo>
                  <a:cubicBezTo>
                    <a:pt x="602093" y="627539"/>
                    <a:pt x="600141" y="622146"/>
                    <a:pt x="600935" y="618274"/>
                  </a:cubicBezTo>
                  <a:cubicBezTo>
                    <a:pt x="601729" y="614403"/>
                    <a:pt x="606693" y="622510"/>
                    <a:pt x="610862" y="620193"/>
                  </a:cubicBezTo>
                  <a:cubicBezTo>
                    <a:pt x="615031" y="617877"/>
                    <a:pt x="609737" y="601299"/>
                    <a:pt x="615892" y="601299"/>
                  </a:cubicBezTo>
                  <a:cubicBezTo>
                    <a:pt x="622047" y="601299"/>
                    <a:pt x="617050" y="581444"/>
                    <a:pt x="615131" y="574826"/>
                  </a:cubicBezTo>
                  <a:cubicBezTo>
                    <a:pt x="613212" y="568208"/>
                    <a:pt x="596368" y="579624"/>
                    <a:pt x="585945" y="58071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18C3D304-0125-E141-AD29-AE3CB41321AD}"/>
                </a:ext>
              </a:extLst>
            </p:cNvPr>
            <p:cNvSpPr/>
            <p:nvPr/>
          </p:nvSpPr>
          <p:spPr>
            <a:xfrm>
              <a:off x="7283801" y="3774527"/>
              <a:ext cx="215089" cy="261415"/>
            </a:xfrm>
            <a:custGeom>
              <a:avLst/>
              <a:gdLst>
                <a:gd name="connsiteX0" fmla="*/ 132663 w 215088"/>
                <a:gd name="connsiteY0" fmla="*/ 127564 h 261415"/>
                <a:gd name="connsiteX1" fmla="*/ 118798 w 215088"/>
                <a:gd name="connsiteY1" fmla="*/ 131833 h 261415"/>
                <a:gd name="connsiteX2" fmla="*/ 101823 w 215088"/>
                <a:gd name="connsiteY2" fmla="*/ 124884 h 261415"/>
                <a:gd name="connsiteX3" fmla="*/ 92954 w 215088"/>
                <a:gd name="connsiteY3" fmla="*/ 139907 h 261415"/>
                <a:gd name="connsiteX4" fmla="*/ 78693 w 215088"/>
                <a:gd name="connsiteY4" fmla="*/ 164195 h 261415"/>
                <a:gd name="connsiteX5" fmla="*/ 30910 w 215088"/>
                <a:gd name="connsiteY5" fmla="*/ 195797 h 261415"/>
                <a:gd name="connsiteX6" fmla="*/ 8938 w 215088"/>
                <a:gd name="connsiteY6" fmla="*/ 216611 h 261415"/>
                <a:gd name="connsiteX7" fmla="*/ 4305 w 215088"/>
                <a:gd name="connsiteY7" fmla="*/ 235506 h 261415"/>
                <a:gd name="connsiteX8" fmla="*/ 20122 w 215088"/>
                <a:gd name="connsiteY8" fmla="*/ 242455 h 261415"/>
                <a:gd name="connsiteX9" fmla="*/ 32465 w 215088"/>
                <a:gd name="connsiteY9" fmla="*/ 247451 h 261415"/>
                <a:gd name="connsiteX10" fmla="*/ 64430 w 215088"/>
                <a:gd name="connsiteY10" fmla="*/ 240138 h 261415"/>
                <a:gd name="connsiteX11" fmla="*/ 76012 w 215088"/>
                <a:gd name="connsiteY11" fmla="*/ 220085 h 261415"/>
                <a:gd name="connsiteX12" fmla="*/ 84881 w 215088"/>
                <a:gd name="connsiteY12" fmla="*/ 201985 h 261415"/>
                <a:gd name="connsiteX13" fmla="*/ 104139 w 215088"/>
                <a:gd name="connsiteY13" fmla="*/ 190006 h 261415"/>
                <a:gd name="connsiteX14" fmla="*/ 109930 w 215088"/>
                <a:gd name="connsiteY14" fmla="*/ 180774 h 261415"/>
                <a:gd name="connsiteX15" fmla="*/ 121479 w 215088"/>
                <a:gd name="connsiteY15" fmla="*/ 164592 h 261415"/>
                <a:gd name="connsiteX16" fmla="*/ 134980 w 215088"/>
                <a:gd name="connsiteY16" fmla="*/ 141859 h 261415"/>
                <a:gd name="connsiteX17" fmla="*/ 132663 w 215088"/>
                <a:gd name="connsiteY17" fmla="*/ 127564 h 261415"/>
                <a:gd name="connsiteX18" fmla="*/ 21280 w 215088"/>
                <a:gd name="connsiteY18" fmla="*/ 260555 h 261415"/>
                <a:gd name="connsiteX19" fmla="*/ 27898 w 215088"/>
                <a:gd name="connsiteY19" fmla="*/ 252845 h 261415"/>
                <a:gd name="connsiteX20" fmla="*/ 21280 w 215088"/>
                <a:gd name="connsiteY20" fmla="*/ 260555 h 261415"/>
                <a:gd name="connsiteX21" fmla="*/ 195502 w 215088"/>
                <a:gd name="connsiteY21" fmla="*/ 65519 h 261415"/>
                <a:gd name="connsiteX22" fmla="*/ 178527 w 215088"/>
                <a:gd name="connsiteY22" fmla="*/ 63964 h 261415"/>
                <a:gd name="connsiteX23" fmla="*/ 168136 w 215088"/>
                <a:gd name="connsiteY23" fmla="*/ 54523 h 261415"/>
                <a:gd name="connsiteX24" fmla="*/ 168136 w 215088"/>
                <a:gd name="connsiteY24" fmla="*/ 53574 h 261415"/>
                <a:gd name="connsiteX25" fmla="*/ 160426 w 215088"/>
                <a:gd name="connsiteY25" fmla="*/ 39709 h 261415"/>
                <a:gd name="connsiteX26" fmla="*/ 160029 w 215088"/>
                <a:gd name="connsiteY26" fmla="*/ 49338 h 261415"/>
                <a:gd name="connsiteX27" fmla="*/ 153113 w 215088"/>
                <a:gd name="connsiteY27" fmla="*/ 46029 h 261415"/>
                <a:gd name="connsiteX28" fmla="*/ 146495 w 215088"/>
                <a:gd name="connsiteY28" fmla="*/ 34083 h 261415"/>
                <a:gd name="connsiteX29" fmla="*/ 139877 w 215088"/>
                <a:gd name="connsiteY29" fmla="*/ 18299 h 261415"/>
                <a:gd name="connsiteX30" fmla="*/ 118269 w 215088"/>
                <a:gd name="connsiteY30" fmla="*/ 2482 h 261415"/>
                <a:gd name="connsiteX31" fmla="*/ 123663 w 215088"/>
                <a:gd name="connsiteY31" fmla="*/ 20980 h 261415"/>
                <a:gd name="connsiteX32" fmla="*/ 135608 w 215088"/>
                <a:gd name="connsiteY32" fmla="*/ 33322 h 261415"/>
                <a:gd name="connsiteX33" fmla="*/ 146032 w 215088"/>
                <a:gd name="connsiteY33" fmla="*/ 47187 h 261415"/>
                <a:gd name="connsiteX34" fmla="*/ 143318 w 215088"/>
                <a:gd name="connsiteY34" fmla="*/ 72998 h 261415"/>
                <a:gd name="connsiteX35" fmla="*/ 129056 w 215088"/>
                <a:gd name="connsiteY35" fmla="*/ 88815 h 261415"/>
                <a:gd name="connsiteX36" fmla="*/ 152220 w 215088"/>
                <a:gd name="connsiteY36" fmla="*/ 109629 h 261415"/>
                <a:gd name="connsiteX37" fmla="*/ 147223 w 215088"/>
                <a:gd name="connsiteY37" fmla="*/ 137392 h 261415"/>
                <a:gd name="connsiteX38" fmla="*/ 163040 w 215088"/>
                <a:gd name="connsiteY38" fmla="*/ 139708 h 261415"/>
                <a:gd name="connsiteX39" fmla="*/ 182299 w 215088"/>
                <a:gd name="connsiteY39" fmla="*/ 112706 h 261415"/>
                <a:gd name="connsiteX40" fmla="*/ 187693 w 215088"/>
                <a:gd name="connsiteY40" fmla="*/ 94606 h 261415"/>
                <a:gd name="connsiteX41" fmla="*/ 199241 w 215088"/>
                <a:gd name="connsiteY41" fmla="*/ 90767 h 261415"/>
                <a:gd name="connsiteX42" fmla="*/ 206587 w 215088"/>
                <a:gd name="connsiteY42" fmla="*/ 80344 h 261415"/>
                <a:gd name="connsiteX43" fmla="*/ 212378 w 215088"/>
                <a:gd name="connsiteY43" fmla="*/ 64924 h 261415"/>
                <a:gd name="connsiteX44" fmla="*/ 195502 w 215088"/>
                <a:gd name="connsiteY44" fmla="*/ 65519 h 26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5088" h="261415">
                  <a:moveTo>
                    <a:pt x="132663" y="127564"/>
                  </a:moveTo>
                  <a:cubicBezTo>
                    <a:pt x="127269" y="123726"/>
                    <a:pt x="124589" y="129119"/>
                    <a:pt x="118798" y="131833"/>
                  </a:cubicBezTo>
                  <a:cubicBezTo>
                    <a:pt x="113008" y="134546"/>
                    <a:pt x="109169" y="119093"/>
                    <a:pt x="101823" y="124884"/>
                  </a:cubicBezTo>
                  <a:cubicBezTo>
                    <a:pt x="94477" y="130675"/>
                    <a:pt x="101062" y="132991"/>
                    <a:pt x="92954" y="139907"/>
                  </a:cubicBezTo>
                  <a:cubicBezTo>
                    <a:pt x="84847" y="146823"/>
                    <a:pt x="88355" y="149139"/>
                    <a:pt x="78693" y="164195"/>
                  </a:cubicBezTo>
                  <a:cubicBezTo>
                    <a:pt x="69030" y="179252"/>
                    <a:pt x="35906" y="187690"/>
                    <a:pt x="30910" y="195797"/>
                  </a:cubicBezTo>
                  <a:cubicBezTo>
                    <a:pt x="25913" y="203904"/>
                    <a:pt x="9335" y="210456"/>
                    <a:pt x="8938" y="216611"/>
                  </a:cubicBezTo>
                  <a:cubicBezTo>
                    <a:pt x="8540" y="222766"/>
                    <a:pt x="-1552" y="227200"/>
                    <a:pt x="4305" y="235506"/>
                  </a:cubicBezTo>
                  <a:cubicBezTo>
                    <a:pt x="8938" y="242124"/>
                    <a:pt x="15092" y="237425"/>
                    <a:pt x="20122" y="242455"/>
                  </a:cubicBezTo>
                  <a:cubicBezTo>
                    <a:pt x="25152" y="247484"/>
                    <a:pt x="30049" y="243216"/>
                    <a:pt x="32465" y="247451"/>
                  </a:cubicBezTo>
                  <a:cubicBezTo>
                    <a:pt x="34881" y="251687"/>
                    <a:pt x="51724" y="251687"/>
                    <a:pt x="64430" y="240138"/>
                  </a:cubicBezTo>
                  <a:cubicBezTo>
                    <a:pt x="77137" y="228590"/>
                    <a:pt x="71049" y="223163"/>
                    <a:pt x="76012" y="220085"/>
                  </a:cubicBezTo>
                  <a:cubicBezTo>
                    <a:pt x="80976" y="217008"/>
                    <a:pt x="81770" y="207743"/>
                    <a:pt x="84881" y="201985"/>
                  </a:cubicBezTo>
                  <a:cubicBezTo>
                    <a:pt x="87991" y="196227"/>
                    <a:pt x="90274" y="190006"/>
                    <a:pt x="104139" y="190006"/>
                  </a:cubicBezTo>
                  <a:cubicBezTo>
                    <a:pt x="118004" y="190006"/>
                    <a:pt x="110757" y="187326"/>
                    <a:pt x="109930" y="180774"/>
                  </a:cubicBezTo>
                  <a:cubicBezTo>
                    <a:pt x="109103" y="174222"/>
                    <a:pt x="121479" y="173064"/>
                    <a:pt x="121479" y="164592"/>
                  </a:cubicBezTo>
                  <a:cubicBezTo>
                    <a:pt x="121479" y="156121"/>
                    <a:pt x="138454" y="148411"/>
                    <a:pt x="134980" y="141859"/>
                  </a:cubicBezTo>
                  <a:cubicBezTo>
                    <a:pt x="131505" y="135307"/>
                    <a:pt x="138057" y="131436"/>
                    <a:pt x="132663" y="127564"/>
                  </a:cubicBezTo>
                  <a:close/>
                  <a:moveTo>
                    <a:pt x="21280" y="260555"/>
                  </a:moveTo>
                  <a:cubicBezTo>
                    <a:pt x="23961" y="261316"/>
                    <a:pt x="32829" y="259000"/>
                    <a:pt x="27898" y="252845"/>
                  </a:cubicBezTo>
                  <a:cubicBezTo>
                    <a:pt x="22968" y="246690"/>
                    <a:pt x="14861" y="258735"/>
                    <a:pt x="21280" y="260555"/>
                  </a:cubicBezTo>
                  <a:close/>
                  <a:moveTo>
                    <a:pt x="195502" y="65519"/>
                  </a:moveTo>
                  <a:cubicBezTo>
                    <a:pt x="192193" y="71310"/>
                    <a:pt x="185112" y="63964"/>
                    <a:pt x="178527" y="63964"/>
                  </a:cubicBezTo>
                  <a:cubicBezTo>
                    <a:pt x="173050" y="64226"/>
                    <a:pt x="168398" y="59999"/>
                    <a:pt x="168136" y="54523"/>
                  </a:cubicBezTo>
                  <a:cubicBezTo>
                    <a:pt x="168121" y="54207"/>
                    <a:pt x="168121" y="53890"/>
                    <a:pt x="168136" y="53574"/>
                  </a:cubicBezTo>
                  <a:cubicBezTo>
                    <a:pt x="168136" y="47816"/>
                    <a:pt x="166581" y="39312"/>
                    <a:pt x="160426" y="39709"/>
                  </a:cubicBezTo>
                  <a:cubicBezTo>
                    <a:pt x="154271" y="40106"/>
                    <a:pt x="162345" y="46327"/>
                    <a:pt x="160029" y="49338"/>
                  </a:cubicBezTo>
                  <a:cubicBezTo>
                    <a:pt x="157713" y="52349"/>
                    <a:pt x="156190" y="46029"/>
                    <a:pt x="153113" y="46029"/>
                  </a:cubicBezTo>
                  <a:cubicBezTo>
                    <a:pt x="150036" y="46029"/>
                    <a:pt x="146495" y="41793"/>
                    <a:pt x="146495" y="34083"/>
                  </a:cubicBezTo>
                  <a:cubicBezTo>
                    <a:pt x="146495" y="26373"/>
                    <a:pt x="139877" y="27134"/>
                    <a:pt x="139877" y="18299"/>
                  </a:cubicBezTo>
                  <a:cubicBezTo>
                    <a:pt x="139877" y="9464"/>
                    <a:pt x="125979" y="2482"/>
                    <a:pt x="118269" y="2482"/>
                  </a:cubicBezTo>
                  <a:cubicBezTo>
                    <a:pt x="110559" y="2482"/>
                    <a:pt x="119824" y="16347"/>
                    <a:pt x="123663" y="20980"/>
                  </a:cubicBezTo>
                  <a:cubicBezTo>
                    <a:pt x="127501" y="25612"/>
                    <a:pt x="136005" y="29848"/>
                    <a:pt x="135608" y="33322"/>
                  </a:cubicBezTo>
                  <a:cubicBezTo>
                    <a:pt x="135211" y="36797"/>
                    <a:pt x="141399" y="45665"/>
                    <a:pt x="146032" y="47187"/>
                  </a:cubicBezTo>
                  <a:cubicBezTo>
                    <a:pt x="150665" y="48709"/>
                    <a:pt x="143318" y="62210"/>
                    <a:pt x="143318" y="72998"/>
                  </a:cubicBezTo>
                  <a:cubicBezTo>
                    <a:pt x="143318" y="83785"/>
                    <a:pt x="134847" y="81899"/>
                    <a:pt x="129056" y="88815"/>
                  </a:cubicBezTo>
                  <a:cubicBezTo>
                    <a:pt x="123266" y="95731"/>
                    <a:pt x="143715" y="102680"/>
                    <a:pt x="152220" y="109629"/>
                  </a:cubicBezTo>
                  <a:cubicBezTo>
                    <a:pt x="160724" y="116578"/>
                    <a:pt x="144973" y="133620"/>
                    <a:pt x="147223" y="137392"/>
                  </a:cubicBezTo>
                  <a:cubicBezTo>
                    <a:pt x="148381" y="139311"/>
                    <a:pt x="154139" y="142025"/>
                    <a:pt x="163040" y="139708"/>
                  </a:cubicBezTo>
                  <a:cubicBezTo>
                    <a:pt x="171942" y="137392"/>
                    <a:pt x="176277" y="118100"/>
                    <a:pt x="182299" y="112706"/>
                  </a:cubicBezTo>
                  <a:cubicBezTo>
                    <a:pt x="188322" y="107313"/>
                    <a:pt x="184616" y="98841"/>
                    <a:pt x="187693" y="94606"/>
                  </a:cubicBezTo>
                  <a:cubicBezTo>
                    <a:pt x="190770" y="90370"/>
                    <a:pt x="195006" y="90767"/>
                    <a:pt x="199241" y="90767"/>
                  </a:cubicBezTo>
                  <a:cubicBezTo>
                    <a:pt x="203477" y="90767"/>
                    <a:pt x="201194" y="80344"/>
                    <a:pt x="206587" y="80344"/>
                  </a:cubicBezTo>
                  <a:cubicBezTo>
                    <a:pt x="211981" y="80344"/>
                    <a:pt x="209268" y="72998"/>
                    <a:pt x="212378" y="64924"/>
                  </a:cubicBezTo>
                  <a:cubicBezTo>
                    <a:pt x="215489" y="56850"/>
                    <a:pt x="198977" y="59729"/>
                    <a:pt x="195502" y="6551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B91E2222-0498-2646-839A-C10C7FFA21F6}"/>
                </a:ext>
              </a:extLst>
            </p:cNvPr>
            <p:cNvSpPr/>
            <p:nvPr/>
          </p:nvSpPr>
          <p:spPr>
            <a:xfrm>
              <a:off x="7474809" y="3427650"/>
              <a:ext cx="46327" cy="39709"/>
            </a:xfrm>
            <a:custGeom>
              <a:avLst/>
              <a:gdLst>
                <a:gd name="connsiteX0" fmla="*/ 3336 w 46326"/>
                <a:gd name="connsiteY0" fmla="*/ 34304 h 39708"/>
                <a:gd name="connsiteX1" fmla="*/ 23190 w 46326"/>
                <a:gd name="connsiteY1" fmla="*/ 28910 h 39708"/>
                <a:gd name="connsiteX2" fmla="*/ 3336 w 46326"/>
                <a:gd name="connsiteY2" fmla="*/ 34304 h 39708"/>
                <a:gd name="connsiteX3" fmla="*/ 27227 w 46326"/>
                <a:gd name="connsiteY3" fmla="*/ 13854 h 39708"/>
                <a:gd name="connsiteX4" fmla="*/ 45361 w 46326"/>
                <a:gd name="connsiteY4" fmla="*/ 4225 h 39708"/>
                <a:gd name="connsiteX5" fmla="*/ 27227 w 46326"/>
                <a:gd name="connsiteY5" fmla="*/ 13854 h 3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326" h="39708">
                  <a:moveTo>
                    <a:pt x="3336" y="34304"/>
                  </a:moveTo>
                  <a:cubicBezTo>
                    <a:pt x="9954" y="40459"/>
                    <a:pt x="22992" y="40095"/>
                    <a:pt x="23190" y="28910"/>
                  </a:cubicBezTo>
                  <a:cubicBezTo>
                    <a:pt x="23389" y="17726"/>
                    <a:pt x="-2488" y="28811"/>
                    <a:pt x="3336" y="34304"/>
                  </a:cubicBezTo>
                  <a:close/>
                  <a:moveTo>
                    <a:pt x="27227" y="13854"/>
                  </a:moveTo>
                  <a:cubicBezTo>
                    <a:pt x="31496" y="15409"/>
                    <a:pt x="45361" y="10776"/>
                    <a:pt x="45361" y="4225"/>
                  </a:cubicBezTo>
                  <a:cubicBezTo>
                    <a:pt x="45361" y="-2327"/>
                    <a:pt x="20841" y="11538"/>
                    <a:pt x="27227" y="1385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4E58674-9FB7-7B43-9530-1C5B1EB791D7}"/>
                </a:ext>
              </a:extLst>
            </p:cNvPr>
            <p:cNvSpPr/>
            <p:nvPr/>
          </p:nvSpPr>
          <p:spPr>
            <a:xfrm>
              <a:off x="4614488" y="3037928"/>
              <a:ext cx="320978" cy="330906"/>
            </a:xfrm>
            <a:custGeom>
              <a:avLst/>
              <a:gdLst>
                <a:gd name="connsiteX0" fmla="*/ 294473 w 320978"/>
                <a:gd name="connsiteY0" fmla="*/ 219327 h 330905"/>
                <a:gd name="connsiteX1" fmla="*/ 286763 w 320978"/>
                <a:gd name="connsiteY1" fmla="*/ 154999 h 330905"/>
                <a:gd name="connsiteX2" fmla="*/ 288384 w 320978"/>
                <a:gd name="connsiteY2" fmla="*/ 156621 h 330905"/>
                <a:gd name="connsiteX3" fmla="*/ 287524 w 320978"/>
                <a:gd name="connsiteY3" fmla="*/ 143384 h 330905"/>
                <a:gd name="connsiteX4" fmla="*/ 286366 w 320978"/>
                <a:gd name="connsiteY4" fmla="*/ 143020 h 330905"/>
                <a:gd name="connsiteX5" fmla="*/ 282891 w 320978"/>
                <a:gd name="connsiteY5" fmla="*/ 137991 h 330905"/>
                <a:gd name="connsiteX6" fmla="*/ 286763 w 320978"/>
                <a:gd name="connsiteY6" fmla="*/ 132994 h 330905"/>
                <a:gd name="connsiteX7" fmla="*/ 290072 w 320978"/>
                <a:gd name="connsiteY7" fmla="*/ 121809 h 330905"/>
                <a:gd name="connsiteX8" fmla="*/ 292190 w 320978"/>
                <a:gd name="connsiteY8" fmla="*/ 120155 h 330905"/>
                <a:gd name="connsiteX9" fmla="*/ 295068 w 320978"/>
                <a:gd name="connsiteY9" fmla="*/ 107547 h 330905"/>
                <a:gd name="connsiteX10" fmla="*/ 298146 w 320978"/>
                <a:gd name="connsiteY10" fmla="*/ 92524 h 330905"/>
                <a:gd name="connsiteX11" fmla="*/ 302381 w 320978"/>
                <a:gd name="connsiteY11" fmla="*/ 80181 h 330905"/>
                <a:gd name="connsiteX12" fmla="*/ 308999 w 320978"/>
                <a:gd name="connsiteY12" fmla="*/ 70552 h 330905"/>
                <a:gd name="connsiteX13" fmla="*/ 316345 w 320978"/>
                <a:gd name="connsiteY13" fmla="*/ 65522 h 330905"/>
                <a:gd name="connsiteX14" fmla="*/ 321342 w 320978"/>
                <a:gd name="connsiteY14" fmla="*/ 56654 h 330905"/>
                <a:gd name="connsiteX15" fmla="*/ 315551 w 320978"/>
                <a:gd name="connsiteY15" fmla="*/ 48183 h 330905"/>
                <a:gd name="connsiteX16" fmla="*/ 317107 w 320978"/>
                <a:gd name="connsiteY16" fmla="*/ 33160 h 330905"/>
                <a:gd name="connsiteX17" fmla="*/ 317371 w 320978"/>
                <a:gd name="connsiteY17" fmla="*/ 33160 h 330905"/>
                <a:gd name="connsiteX18" fmla="*/ 297286 w 320978"/>
                <a:gd name="connsiteY18" fmla="*/ 16250 h 330905"/>
                <a:gd name="connsiteX19" fmla="*/ 288682 w 320978"/>
                <a:gd name="connsiteY19" fmla="*/ 18401 h 330905"/>
                <a:gd name="connsiteX20" fmla="*/ 279020 w 320978"/>
                <a:gd name="connsiteY20" fmla="*/ 17309 h 330905"/>
                <a:gd name="connsiteX21" fmla="*/ 268265 w 320978"/>
                <a:gd name="connsiteY21" fmla="*/ 17309 h 330905"/>
                <a:gd name="connsiteX22" fmla="*/ 260754 w 320978"/>
                <a:gd name="connsiteY22" fmla="*/ 8706 h 330905"/>
                <a:gd name="connsiteX23" fmla="*/ 256253 w 320978"/>
                <a:gd name="connsiteY23" fmla="*/ 4139 h 330905"/>
                <a:gd name="connsiteX24" fmla="*/ 256518 w 320978"/>
                <a:gd name="connsiteY24" fmla="*/ 4867 h 330905"/>
                <a:gd name="connsiteX25" fmla="*/ 243646 w 320978"/>
                <a:gd name="connsiteY25" fmla="*/ 7018 h 330905"/>
                <a:gd name="connsiteX26" fmla="*/ 224354 w 320978"/>
                <a:gd name="connsiteY26" fmla="*/ 4867 h 330905"/>
                <a:gd name="connsiteX27" fmla="*/ 210423 w 320978"/>
                <a:gd name="connsiteY27" fmla="*/ 7018 h 330905"/>
                <a:gd name="connsiteX28" fmla="*/ 192190 w 320978"/>
                <a:gd name="connsiteY28" fmla="*/ 12379 h 330905"/>
                <a:gd name="connsiteX29" fmla="*/ 178259 w 320978"/>
                <a:gd name="connsiteY29" fmla="*/ 12379 h 330905"/>
                <a:gd name="connsiteX30" fmla="*/ 172898 w 320978"/>
                <a:gd name="connsiteY30" fmla="*/ 24159 h 330905"/>
                <a:gd name="connsiteX31" fmla="*/ 139808 w 320978"/>
                <a:gd name="connsiteY31" fmla="*/ 17739 h 330905"/>
                <a:gd name="connsiteX32" fmla="*/ 125876 w 320978"/>
                <a:gd name="connsiteY32" fmla="*/ 8077 h 330905"/>
                <a:gd name="connsiteX33" fmla="*/ 107643 w 320978"/>
                <a:gd name="connsiteY33" fmla="*/ 22008 h 330905"/>
                <a:gd name="connsiteX34" fmla="*/ 107643 w 320978"/>
                <a:gd name="connsiteY34" fmla="*/ 33689 h 330905"/>
                <a:gd name="connsiteX35" fmla="*/ 105062 w 320978"/>
                <a:gd name="connsiteY35" fmla="*/ 51690 h 330905"/>
                <a:gd name="connsiteX36" fmla="*/ 98444 w 320978"/>
                <a:gd name="connsiteY36" fmla="*/ 69956 h 330905"/>
                <a:gd name="connsiteX37" fmla="*/ 85539 w 320978"/>
                <a:gd name="connsiteY37" fmla="*/ 106356 h 330905"/>
                <a:gd name="connsiteX38" fmla="*/ 70516 w 320978"/>
                <a:gd name="connsiteY38" fmla="*/ 125681 h 330905"/>
                <a:gd name="connsiteX39" fmla="*/ 69424 w 320978"/>
                <a:gd name="connsiteY39" fmla="*/ 154701 h 330905"/>
                <a:gd name="connsiteX40" fmla="*/ 62806 w 320978"/>
                <a:gd name="connsiteY40" fmla="*/ 167574 h 330905"/>
                <a:gd name="connsiteX41" fmla="*/ 52084 w 320978"/>
                <a:gd name="connsiteY41" fmla="*/ 177269 h 330905"/>
                <a:gd name="connsiteX42" fmla="*/ 44573 w 320978"/>
                <a:gd name="connsiteY42" fmla="*/ 178361 h 330905"/>
                <a:gd name="connsiteX43" fmla="*/ 30576 w 320978"/>
                <a:gd name="connsiteY43" fmla="*/ 177269 h 330905"/>
                <a:gd name="connsiteX44" fmla="*/ 18762 w 320978"/>
                <a:gd name="connsiteY44" fmla="*/ 176210 h 330905"/>
                <a:gd name="connsiteX45" fmla="*/ 2482 w 320978"/>
                <a:gd name="connsiteY45" fmla="*/ 184814 h 330905"/>
                <a:gd name="connsiteX46" fmla="*/ 8670 w 320978"/>
                <a:gd name="connsiteY46" fmla="*/ 204006 h 330905"/>
                <a:gd name="connsiteX47" fmla="*/ 9100 w 320978"/>
                <a:gd name="connsiteY47" fmla="*/ 205760 h 330905"/>
                <a:gd name="connsiteX48" fmla="*/ 19027 w 320978"/>
                <a:gd name="connsiteY48" fmla="*/ 200399 h 330905"/>
                <a:gd name="connsiteX49" fmla="*/ 75281 w 320978"/>
                <a:gd name="connsiteY49" fmla="*/ 200399 h 330905"/>
                <a:gd name="connsiteX50" fmla="*/ 78358 w 320978"/>
                <a:gd name="connsiteY50" fmla="*/ 215058 h 330905"/>
                <a:gd name="connsiteX51" fmla="*/ 85307 w 320978"/>
                <a:gd name="connsiteY51" fmla="*/ 228295 h 330905"/>
                <a:gd name="connsiteX52" fmla="*/ 99966 w 320978"/>
                <a:gd name="connsiteY52" fmla="*/ 239082 h 330905"/>
                <a:gd name="connsiteX53" fmla="*/ 120019 w 320978"/>
                <a:gd name="connsiteY53" fmla="*/ 236005 h 330905"/>
                <a:gd name="connsiteX54" fmla="*/ 126935 w 320978"/>
                <a:gd name="connsiteY54" fmla="*/ 220585 h 330905"/>
                <a:gd name="connsiteX55" fmla="*/ 140833 w 320978"/>
                <a:gd name="connsiteY55" fmla="*/ 220585 h 330905"/>
                <a:gd name="connsiteX56" fmla="*/ 149305 w 320978"/>
                <a:gd name="connsiteY56" fmla="*/ 224423 h 330905"/>
                <a:gd name="connsiteX57" fmla="*/ 160853 w 320978"/>
                <a:gd name="connsiteY57" fmla="*/ 226740 h 330905"/>
                <a:gd name="connsiteX58" fmla="*/ 163931 w 320978"/>
                <a:gd name="connsiteY58" fmla="*/ 240605 h 330905"/>
                <a:gd name="connsiteX59" fmla="*/ 161614 w 320978"/>
                <a:gd name="connsiteY59" fmla="*/ 265290 h 330905"/>
                <a:gd name="connsiteX60" fmla="*/ 170118 w 320978"/>
                <a:gd name="connsiteY60" fmla="*/ 279155 h 330905"/>
                <a:gd name="connsiteX61" fmla="*/ 170118 w 320978"/>
                <a:gd name="connsiteY61" fmla="*/ 293053 h 330905"/>
                <a:gd name="connsiteX62" fmla="*/ 179351 w 320978"/>
                <a:gd name="connsiteY62" fmla="*/ 288420 h 330905"/>
                <a:gd name="connsiteX63" fmla="*/ 194771 w 320978"/>
                <a:gd name="connsiteY63" fmla="*/ 286865 h 330905"/>
                <a:gd name="connsiteX64" fmla="*/ 199470 w 320978"/>
                <a:gd name="connsiteY64" fmla="*/ 287064 h 330905"/>
                <a:gd name="connsiteX65" fmla="*/ 204036 w 320978"/>
                <a:gd name="connsiteY65" fmla="*/ 291498 h 330905"/>
                <a:gd name="connsiteX66" fmla="*/ 208669 w 320978"/>
                <a:gd name="connsiteY66" fmla="*/ 295369 h 330905"/>
                <a:gd name="connsiteX67" fmla="*/ 219457 w 320978"/>
                <a:gd name="connsiteY67" fmla="*/ 294575 h 330905"/>
                <a:gd name="connsiteX68" fmla="*/ 224850 w 320978"/>
                <a:gd name="connsiteY68" fmla="*/ 303046 h 330905"/>
                <a:gd name="connsiteX69" fmla="*/ 239509 w 320978"/>
                <a:gd name="connsiteY69" fmla="*/ 307679 h 330905"/>
                <a:gd name="connsiteX70" fmla="*/ 247186 w 320978"/>
                <a:gd name="connsiteY70" fmla="*/ 305363 h 330905"/>
                <a:gd name="connsiteX71" fmla="*/ 253374 w 320978"/>
                <a:gd name="connsiteY71" fmla="*/ 302285 h 330905"/>
                <a:gd name="connsiteX72" fmla="*/ 262606 w 320978"/>
                <a:gd name="connsiteY72" fmla="*/ 312212 h 330905"/>
                <a:gd name="connsiteX73" fmla="*/ 275843 w 320978"/>
                <a:gd name="connsiteY73" fmla="*/ 315290 h 330905"/>
                <a:gd name="connsiteX74" fmla="*/ 282792 w 320978"/>
                <a:gd name="connsiteY74" fmla="*/ 329949 h 330905"/>
                <a:gd name="connsiteX75" fmla="*/ 295135 w 320978"/>
                <a:gd name="connsiteY75" fmla="*/ 329949 h 330905"/>
                <a:gd name="connsiteX76" fmla="*/ 298212 w 320978"/>
                <a:gd name="connsiteY76" fmla="*/ 322239 h 330905"/>
                <a:gd name="connsiteX77" fmla="*/ 295896 w 320978"/>
                <a:gd name="connsiteY77" fmla="*/ 309896 h 330905"/>
                <a:gd name="connsiteX78" fmla="*/ 284347 w 320978"/>
                <a:gd name="connsiteY78" fmla="*/ 313735 h 330905"/>
                <a:gd name="connsiteX79" fmla="*/ 272765 w 320978"/>
                <a:gd name="connsiteY79" fmla="*/ 299870 h 330905"/>
                <a:gd name="connsiteX80" fmla="*/ 276637 w 320978"/>
                <a:gd name="connsiteY80" fmla="*/ 283688 h 330905"/>
                <a:gd name="connsiteX81" fmla="*/ 277398 w 320978"/>
                <a:gd name="connsiteY81" fmla="*/ 264397 h 330905"/>
                <a:gd name="connsiteX82" fmla="*/ 279714 w 320978"/>
                <a:gd name="connsiteY82" fmla="*/ 255164 h 330905"/>
                <a:gd name="connsiteX83" fmla="*/ 284347 w 320978"/>
                <a:gd name="connsiteY83" fmla="*/ 243616 h 330905"/>
                <a:gd name="connsiteX84" fmla="*/ 305260 w 320978"/>
                <a:gd name="connsiteY84" fmla="*/ 240505 h 330905"/>
                <a:gd name="connsiteX85" fmla="*/ 305922 w 320978"/>
                <a:gd name="connsiteY85" fmla="*/ 239744 h 330905"/>
                <a:gd name="connsiteX86" fmla="*/ 307047 w 320978"/>
                <a:gd name="connsiteY86" fmla="*/ 237064 h 330905"/>
                <a:gd name="connsiteX87" fmla="*/ 294473 w 320978"/>
                <a:gd name="connsiteY87" fmla="*/ 219327 h 3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320978" h="330905">
                  <a:moveTo>
                    <a:pt x="294473" y="219327"/>
                  </a:moveTo>
                  <a:cubicBezTo>
                    <a:pt x="286002" y="214728"/>
                    <a:pt x="282494" y="156455"/>
                    <a:pt x="286763" y="154999"/>
                  </a:cubicBezTo>
                  <a:cubicBezTo>
                    <a:pt x="287292" y="154801"/>
                    <a:pt x="287821" y="155396"/>
                    <a:pt x="288384" y="156621"/>
                  </a:cubicBezTo>
                  <a:lnTo>
                    <a:pt x="287524" y="143384"/>
                  </a:lnTo>
                  <a:cubicBezTo>
                    <a:pt x="287123" y="143314"/>
                    <a:pt x="286734" y="143192"/>
                    <a:pt x="286366" y="143020"/>
                  </a:cubicBezTo>
                  <a:cubicBezTo>
                    <a:pt x="284232" y="142284"/>
                    <a:pt x="282825" y="140247"/>
                    <a:pt x="282891" y="137991"/>
                  </a:cubicBezTo>
                  <a:cubicBezTo>
                    <a:pt x="282651" y="135562"/>
                    <a:pt x="284351" y="133368"/>
                    <a:pt x="286763" y="132994"/>
                  </a:cubicBezTo>
                  <a:cubicBezTo>
                    <a:pt x="286763" y="132994"/>
                    <a:pt x="286002" y="123332"/>
                    <a:pt x="290072" y="121809"/>
                  </a:cubicBezTo>
                  <a:cubicBezTo>
                    <a:pt x="290913" y="121457"/>
                    <a:pt x="291644" y="120886"/>
                    <a:pt x="292190" y="120155"/>
                  </a:cubicBezTo>
                  <a:cubicBezTo>
                    <a:pt x="294368" y="116327"/>
                    <a:pt x="295369" y="111941"/>
                    <a:pt x="295068" y="107547"/>
                  </a:cubicBezTo>
                  <a:cubicBezTo>
                    <a:pt x="295088" y="102385"/>
                    <a:pt x="296134" y="97278"/>
                    <a:pt x="298146" y="92524"/>
                  </a:cubicBezTo>
                  <a:cubicBezTo>
                    <a:pt x="300098" y="88289"/>
                    <a:pt x="299304" y="82597"/>
                    <a:pt x="302381" y="80181"/>
                  </a:cubicBezTo>
                  <a:cubicBezTo>
                    <a:pt x="305459" y="77766"/>
                    <a:pt x="305095" y="71710"/>
                    <a:pt x="308999" y="70552"/>
                  </a:cubicBezTo>
                  <a:cubicBezTo>
                    <a:pt x="312904" y="69394"/>
                    <a:pt x="315948" y="67839"/>
                    <a:pt x="316345" y="65522"/>
                  </a:cubicBezTo>
                  <a:cubicBezTo>
                    <a:pt x="316743" y="63206"/>
                    <a:pt x="321342" y="60128"/>
                    <a:pt x="321342" y="56654"/>
                  </a:cubicBezTo>
                  <a:cubicBezTo>
                    <a:pt x="321342" y="53180"/>
                    <a:pt x="315551" y="52418"/>
                    <a:pt x="315551" y="48183"/>
                  </a:cubicBezTo>
                  <a:cubicBezTo>
                    <a:pt x="315551" y="43947"/>
                    <a:pt x="317107" y="33160"/>
                    <a:pt x="317107" y="33160"/>
                  </a:cubicBezTo>
                  <a:lnTo>
                    <a:pt x="317371" y="33160"/>
                  </a:lnTo>
                  <a:cubicBezTo>
                    <a:pt x="309066" y="25549"/>
                    <a:pt x="299469" y="17673"/>
                    <a:pt x="297286" y="16250"/>
                  </a:cubicBezTo>
                  <a:cubicBezTo>
                    <a:pt x="293977" y="14100"/>
                    <a:pt x="288682" y="18401"/>
                    <a:pt x="288682" y="18401"/>
                  </a:cubicBezTo>
                  <a:cubicBezTo>
                    <a:pt x="288682" y="18401"/>
                    <a:pt x="283321" y="13008"/>
                    <a:pt x="279020" y="17309"/>
                  </a:cubicBezTo>
                  <a:cubicBezTo>
                    <a:pt x="274718" y="21611"/>
                    <a:pt x="268265" y="17309"/>
                    <a:pt x="268265" y="17309"/>
                  </a:cubicBezTo>
                  <a:cubicBezTo>
                    <a:pt x="264983" y="15227"/>
                    <a:pt x="262374" y="12239"/>
                    <a:pt x="260754" y="8706"/>
                  </a:cubicBezTo>
                  <a:cubicBezTo>
                    <a:pt x="259862" y="6685"/>
                    <a:pt x="258261" y="5060"/>
                    <a:pt x="256253" y="4139"/>
                  </a:cubicBezTo>
                  <a:lnTo>
                    <a:pt x="256518" y="4867"/>
                  </a:lnTo>
                  <a:lnTo>
                    <a:pt x="243646" y="7018"/>
                  </a:lnTo>
                  <a:cubicBezTo>
                    <a:pt x="243646" y="7018"/>
                    <a:pt x="227564" y="-1552"/>
                    <a:pt x="224354" y="4867"/>
                  </a:cubicBezTo>
                  <a:cubicBezTo>
                    <a:pt x="221144" y="11287"/>
                    <a:pt x="217934" y="7018"/>
                    <a:pt x="210423" y="7018"/>
                  </a:cubicBezTo>
                  <a:cubicBezTo>
                    <a:pt x="204008" y="7343"/>
                    <a:pt x="197760" y="9179"/>
                    <a:pt x="192190" y="12379"/>
                  </a:cubicBezTo>
                  <a:cubicBezTo>
                    <a:pt x="187921" y="14530"/>
                    <a:pt x="181469" y="10228"/>
                    <a:pt x="178259" y="12379"/>
                  </a:cubicBezTo>
                  <a:cubicBezTo>
                    <a:pt x="175049" y="14530"/>
                    <a:pt x="172898" y="24159"/>
                    <a:pt x="172898" y="24159"/>
                  </a:cubicBezTo>
                  <a:lnTo>
                    <a:pt x="139808" y="17739"/>
                  </a:lnTo>
                  <a:cubicBezTo>
                    <a:pt x="139808" y="17739"/>
                    <a:pt x="133388" y="8077"/>
                    <a:pt x="125876" y="8077"/>
                  </a:cubicBezTo>
                  <a:cubicBezTo>
                    <a:pt x="118365" y="8077"/>
                    <a:pt x="107643" y="22008"/>
                    <a:pt x="107643" y="22008"/>
                  </a:cubicBezTo>
                  <a:lnTo>
                    <a:pt x="107643" y="33689"/>
                  </a:lnTo>
                  <a:cubicBezTo>
                    <a:pt x="108795" y="39810"/>
                    <a:pt x="107887" y="46140"/>
                    <a:pt x="105062" y="51690"/>
                  </a:cubicBezTo>
                  <a:cubicBezTo>
                    <a:pt x="101753" y="57051"/>
                    <a:pt x="98444" y="59235"/>
                    <a:pt x="98444" y="69956"/>
                  </a:cubicBezTo>
                  <a:cubicBezTo>
                    <a:pt x="98444" y="80678"/>
                    <a:pt x="85539" y="97885"/>
                    <a:pt x="85539" y="106356"/>
                  </a:cubicBezTo>
                  <a:cubicBezTo>
                    <a:pt x="85539" y="114827"/>
                    <a:pt x="70516" y="120320"/>
                    <a:pt x="70516" y="125681"/>
                  </a:cubicBezTo>
                  <a:cubicBezTo>
                    <a:pt x="70516" y="131042"/>
                    <a:pt x="69424" y="142888"/>
                    <a:pt x="69424" y="154701"/>
                  </a:cubicBezTo>
                  <a:cubicBezTo>
                    <a:pt x="69424" y="166515"/>
                    <a:pt x="62806" y="156852"/>
                    <a:pt x="62806" y="167574"/>
                  </a:cubicBezTo>
                  <a:cubicBezTo>
                    <a:pt x="62806" y="178295"/>
                    <a:pt x="57445" y="171875"/>
                    <a:pt x="52084" y="177269"/>
                  </a:cubicBezTo>
                  <a:cubicBezTo>
                    <a:pt x="46724" y="182663"/>
                    <a:pt x="44573" y="183722"/>
                    <a:pt x="44573" y="178361"/>
                  </a:cubicBezTo>
                  <a:cubicBezTo>
                    <a:pt x="44573" y="173000"/>
                    <a:pt x="37028" y="171743"/>
                    <a:pt x="30576" y="177269"/>
                  </a:cubicBezTo>
                  <a:cubicBezTo>
                    <a:pt x="24123" y="182795"/>
                    <a:pt x="21972" y="177269"/>
                    <a:pt x="18762" y="176210"/>
                  </a:cubicBezTo>
                  <a:cubicBezTo>
                    <a:pt x="17008" y="175615"/>
                    <a:pt x="9629" y="179949"/>
                    <a:pt x="2482" y="184814"/>
                  </a:cubicBezTo>
                  <a:cubicBezTo>
                    <a:pt x="5297" y="190944"/>
                    <a:pt x="7374" y="197386"/>
                    <a:pt x="8670" y="204006"/>
                  </a:cubicBezTo>
                  <a:cubicBezTo>
                    <a:pt x="8670" y="204569"/>
                    <a:pt x="8934" y="205164"/>
                    <a:pt x="9100" y="205760"/>
                  </a:cubicBezTo>
                  <a:cubicBezTo>
                    <a:pt x="12054" y="203382"/>
                    <a:pt x="15419" y="201566"/>
                    <a:pt x="19027" y="200399"/>
                  </a:cubicBezTo>
                  <a:cubicBezTo>
                    <a:pt x="24421" y="199638"/>
                    <a:pt x="75281" y="200399"/>
                    <a:pt x="75281" y="200399"/>
                  </a:cubicBezTo>
                  <a:cubicBezTo>
                    <a:pt x="77888" y="204816"/>
                    <a:pt x="78969" y="209967"/>
                    <a:pt x="78358" y="215058"/>
                  </a:cubicBezTo>
                  <a:cubicBezTo>
                    <a:pt x="76803" y="221975"/>
                    <a:pt x="81469" y="218897"/>
                    <a:pt x="85307" y="228295"/>
                  </a:cubicBezTo>
                  <a:cubicBezTo>
                    <a:pt x="89146" y="237693"/>
                    <a:pt x="92256" y="241531"/>
                    <a:pt x="99966" y="239082"/>
                  </a:cubicBezTo>
                  <a:cubicBezTo>
                    <a:pt x="107677" y="236634"/>
                    <a:pt x="116909" y="235211"/>
                    <a:pt x="120019" y="236005"/>
                  </a:cubicBezTo>
                  <a:cubicBezTo>
                    <a:pt x="123130" y="236799"/>
                    <a:pt x="122303" y="222769"/>
                    <a:pt x="126935" y="220585"/>
                  </a:cubicBezTo>
                  <a:cubicBezTo>
                    <a:pt x="131568" y="218401"/>
                    <a:pt x="140833" y="220585"/>
                    <a:pt x="140833" y="220585"/>
                  </a:cubicBezTo>
                  <a:cubicBezTo>
                    <a:pt x="140833" y="220585"/>
                    <a:pt x="141594" y="224423"/>
                    <a:pt x="149305" y="224423"/>
                  </a:cubicBezTo>
                  <a:cubicBezTo>
                    <a:pt x="157015" y="224423"/>
                    <a:pt x="160853" y="221346"/>
                    <a:pt x="160853" y="226740"/>
                  </a:cubicBezTo>
                  <a:cubicBezTo>
                    <a:pt x="160853" y="232133"/>
                    <a:pt x="161614" y="238288"/>
                    <a:pt x="163931" y="240605"/>
                  </a:cubicBezTo>
                  <a:cubicBezTo>
                    <a:pt x="166247" y="242921"/>
                    <a:pt x="157776" y="262179"/>
                    <a:pt x="161614" y="265290"/>
                  </a:cubicBezTo>
                  <a:cubicBezTo>
                    <a:pt x="165453" y="268400"/>
                    <a:pt x="170879" y="275217"/>
                    <a:pt x="170118" y="279155"/>
                  </a:cubicBezTo>
                  <a:cubicBezTo>
                    <a:pt x="169357" y="283093"/>
                    <a:pt x="167008" y="292391"/>
                    <a:pt x="170118" y="293053"/>
                  </a:cubicBezTo>
                  <a:cubicBezTo>
                    <a:pt x="173229" y="293715"/>
                    <a:pt x="173957" y="288420"/>
                    <a:pt x="179351" y="288420"/>
                  </a:cubicBezTo>
                  <a:cubicBezTo>
                    <a:pt x="184745" y="288420"/>
                    <a:pt x="189278" y="289181"/>
                    <a:pt x="194771" y="286865"/>
                  </a:cubicBezTo>
                  <a:cubicBezTo>
                    <a:pt x="196284" y="286204"/>
                    <a:pt x="198018" y="286277"/>
                    <a:pt x="199470" y="287064"/>
                  </a:cubicBezTo>
                  <a:cubicBezTo>
                    <a:pt x="201355" y="288116"/>
                    <a:pt x="202929" y="289645"/>
                    <a:pt x="204036" y="291498"/>
                  </a:cubicBezTo>
                  <a:cubicBezTo>
                    <a:pt x="204036" y="291498"/>
                    <a:pt x="205558" y="296891"/>
                    <a:pt x="208669" y="295369"/>
                  </a:cubicBezTo>
                  <a:cubicBezTo>
                    <a:pt x="211779" y="293847"/>
                    <a:pt x="220218" y="291498"/>
                    <a:pt x="219457" y="294575"/>
                  </a:cubicBezTo>
                  <a:cubicBezTo>
                    <a:pt x="218696" y="297653"/>
                    <a:pt x="221773" y="304502"/>
                    <a:pt x="224850" y="303046"/>
                  </a:cubicBezTo>
                  <a:cubicBezTo>
                    <a:pt x="227928" y="301590"/>
                    <a:pt x="235638" y="307679"/>
                    <a:pt x="239509" y="307679"/>
                  </a:cubicBezTo>
                  <a:cubicBezTo>
                    <a:pt x="243381" y="307679"/>
                    <a:pt x="247186" y="307679"/>
                    <a:pt x="247186" y="305363"/>
                  </a:cubicBezTo>
                  <a:cubicBezTo>
                    <a:pt x="247186" y="303046"/>
                    <a:pt x="251819" y="299208"/>
                    <a:pt x="253374" y="302285"/>
                  </a:cubicBezTo>
                  <a:cubicBezTo>
                    <a:pt x="254930" y="305363"/>
                    <a:pt x="258768" y="312212"/>
                    <a:pt x="262606" y="312212"/>
                  </a:cubicBezTo>
                  <a:cubicBezTo>
                    <a:pt x="266445" y="312212"/>
                    <a:pt x="275843" y="312212"/>
                    <a:pt x="275843" y="315290"/>
                  </a:cubicBezTo>
                  <a:cubicBezTo>
                    <a:pt x="276516" y="320798"/>
                    <a:pt x="278954" y="325940"/>
                    <a:pt x="282792" y="329949"/>
                  </a:cubicBezTo>
                  <a:cubicBezTo>
                    <a:pt x="286663" y="333026"/>
                    <a:pt x="295135" y="329949"/>
                    <a:pt x="295135" y="329949"/>
                  </a:cubicBezTo>
                  <a:cubicBezTo>
                    <a:pt x="297265" y="327970"/>
                    <a:pt x="298394" y="325140"/>
                    <a:pt x="298212" y="322239"/>
                  </a:cubicBezTo>
                  <a:cubicBezTo>
                    <a:pt x="298212" y="316845"/>
                    <a:pt x="298212" y="309896"/>
                    <a:pt x="295896" y="309896"/>
                  </a:cubicBezTo>
                  <a:cubicBezTo>
                    <a:pt x="293579" y="309896"/>
                    <a:pt x="289741" y="315290"/>
                    <a:pt x="284347" y="313735"/>
                  </a:cubicBezTo>
                  <a:cubicBezTo>
                    <a:pt x="278953" y="312179"/>
                    <a:pt x="275082" y="301425"/>
                    <a:pt x="272765" y="299870"/>
                  </a:cubicBezTo>
                  <a:cubicBezTo>
                    <a:pt x="270449" y="298314"/>
                    <a:pt x="276637" y="288321"/>
                    <a:pt x="276637" y="283688"/>
                  </a:cubicBezTo>
                  <a:cubicBezTo>
                    <a:pt x="276637" y="279056"/>
                    <a:pt x="280508" y="265952"/>
                    <a:pt x="277398" y="264397"/>
                  </a:cubicBezTo>
                  <a:cubicBezTo>
                    <a:pt x="274287" y="262841"/>
                    <a:pt x="275843" y="258242"/>
                    <a:pt x="279714" y="255164"/>
                  </a:cubicBezTo>
                  <a:cubicBezTo>
                    <a:pt x="283586" y="252087"/>
                    <a:pt x="278159" y="243616"/>
                    <a:pt x="284347" y="243616"/>
                  </a:cubicBezTo>
                  <a:cubicBezTo>
                    <a:pt x="290535" y="243616"/>
                    <a:pt x="301918" y="244244"/>
                    <a:pt x="305260" y="240505"/>
                  </a:cubicBezTo>
                  <a:cubicBezTo>
                    <a:pt x="305516" y="240284"/>
                    <a:pt x="305739" y="240028"/>
                    <a:pt x="305922" y="239744"/>
                  </a:cubicBezTo>
                  <a:cubicBezTo>
                    <a:pt x="306350" y="238874"/>
                    <a:pt x="306726" y="237979"/>
                    <a:pt x="307047" y="237064"/>
                  </a:cubicBezTo>
                  <a:cubicBezTo>
                    <a:pt x="303175" y="230611"/>
                    <a:pt x="299238" y="221975"/>
                    <a:pt x="294473" y="21932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E61895B-7DA0-814E-856E-F425467E37B7}"/>
                </a:ext>
              </a:extLst>
            </p:cNvPr>
            <p:cNvSpPr/>
            <p:nvPr/>
          </p:nvSpPr>
          <p:spPr>
            <a:xfrm>
              <a:off x="4898405" y="3173470"/>
              <a:ext cx="29781" cy="39709"/>
            </a:xfrm>
            <a:custGeom>
              <a:avLst/>
              <a:gdLst>
                <a:gd name="connsiteX0" fmla="*/ 4500 w 29781"/>
                <a:gd name="connsiteY0" fmla="*/ 21079 h 39708"/>
                <a:gd name="connsiteX1" fmla="*/ 8802 w 29781"/>
                <a:gd name="connsiteY1" fmla="*/ 39113 h 39708"/>
                <a:gd name="connsiteX2" fmla="*/ 16248 w 29781"/>
                <a:gd name="connsiteY2" fmla="*/ 34745 h 39708"/>
                <a:gd name="connsiteX3" fmla="*/ 30476 w 29781"/>
                <a:gd name="connsiteY3" fmla="*/ 14295 h 39708"/>
                <a:gd name="connsiteX4" fmla="*/ 26009 w 29781"/>
                <a:gd name="connsiteY4" fmla="*/ 11615 h 39708"/>
                <a:gd name="connsiteX5" fmla="*/ 25314 w 29781"/>
                <a:gd name="connsiteY5" fmla="*/ 2482 h 39708"/>
                <a:gd name="connsiteX6" fmla="*/ 17141 w 29781"/>
                <a:gd name="connsiteY6" fmla="*/ 2747 h 39708"/>
                <a:gd name="connsiteX7" fmla="*/ 8240 w 29781"/>
                <a:gd name="connsiteY7" fmla="*/ 8074 h 39708"/>
                <a:gd name="connsiteX8" fmla="*/ 2482 w 29781"/>
                <a:gd name="connsiteY8" fmla="*/ 7512 h 39708"/>
                <a:gd name="connsiteX9" fmla="*/ 3640 w 29781"/>
                <a:gd name="connsiteY9" fmla="*/ 7876 h 3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781" h="39708">
                  <a:moveTo>
                    <a:pt x="4500" y="21079"/>
                  </a:moveTo>
                  <a:cubicBezTo>
                    <a:pt x="6373" y="26977"/>
                    <a:pt x="7810" y="33005"/>
                    <a:pt x="8802" y="39113"/>
                  </a:cubicBezTo>
                  <a:cubicBezTo>
                    <a:pt x="11197" y="37513"/>
                    <a:pt x="13683" y="36055"/>
                    <a:pt x="16248" y="34745"/>
                  </a:cubicBezTo>
                  <a:cubicBezTo>
                    <a:pt x="20682" y="32958"/>
                    <a:pt x="30476" y="14295"/>
                    <a:pt x="30476" y="14295"/>
                  </a:cubicBezTo>
                  <a:lnTo>
                    <a:pt x="26009" y="11615"/>
                  </a:lnTo>
                  <a:cubicBezTo>
                    <a:pt x="26265" y="8553"/>
                    <a:pt x="26030" y="5470"/>
                    <a:pt x="25314" y="2482"/>
                  </a:cubicBezTo>
                  <a:cubicBezTo>
                    <a:pt x="22601" y="2782"/>
                    <a:pt x="19868" y="2870"/>
                    <a:pt x="17141" y="2747"/>
                  </a:cubicBezTo>
                  <a:cubicBezTo>
                    <a:pt x="17141" y="2747"/>
                    <a:pt x="18001" y="9828"/>
                    <a:pt x="8240" y="8074"/>
                  </a:cubicBezTo>
                  <a:cubicBezTo>
                    <a:pt x="6335" y="7758"/>
                    <a:pt x="4411" y="7570"/>
                    <a:pt x="2482" y="7512"/>
                  </a:cubicBezTo>
                  <a:cubicBezTo>
                    <a:pt x="2850" y="7683"/>
                    <a:pt x="3240" y="7806"/>
                    <a:pt x="3640" y="787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E725389-C016-D54D-A7FF-6E35EECEF921}"/>
                </a:ext>
              </a:extLst>
            </p:cNvPr>
            <p:cNvSpPr/>
            <p:nvPr/>
          </p:nvSpPr>
          <p:spPr>
            <a:xfrm>
              <a:off x="4915778" y="3316984"/>
              <a:ext cx="188616" cy="301124"/>
            </a:xfrm>
            <a:custGeom>
              <a:avLst/>
              <a:gdLst>
                <a:gd name="connsiteX0" fmla="*/ 186432 w 188616"/>
                <a:gd name="connsiteY0" fmla="*/ 78656 h 301124"/>
                <a:gd name="connsiteX1" fmla="*/ 182064 w 188616"/>
                <a:gd name="connsiteY1" fmla="*/ 44738 h 301124"/>
                <a:gd name="connsiteX2" fmla="*/ 180509 w 188616"/>
                <a:gd name="connsiteY2" fmla="*/ 3143 h 301124"/>
                <a:gd name="connsiteX3" fmla="*/ 180509 w 188616"/>
                <a:gd name="connsiteY3" fmla="*/ 2482 h 301124"/>
                <a:gd name="connsiteX4" fmla="*/ 162044 w 188616"/>
                <a:gd name="connsiteY4" fmla="*/ 12409 h 301124"/>
                <a:gd name="connsiteX5" fmla="*/ 149702 w 188616"/>
                <a:gd name="connsiteY5" fmla="*/ 15486 h 301124"/>
                <a:gd name="connsiteX6" fmla="*/ 139444 w 188616"/>
                <a:gd name="connsiteY6" fmla="*/ 14990 h 301124"/>
                <a:gd name="connsiteX7" fmla="*/ 133785 w 188616"/>
                <a:gd name="connsiteY7" fmla="*/ 21608 h 301124"/>
                <a:gd name="connsiteX8" fmla="*/ 123494 w 188616"/>
                <a:gd name="connsiteY8" fmla="*/ 22634 h 301124"/>
                <a:gd name="connsiteX9" fmla="*/ 108603 w 188616"/>
                <a:gd name="connsiteY9" fmla="*/ 24719 h 301124"/>
                <a:gd name="connsiteX10" fmla="*/ 102945 w 188616"/>
                <a:gd name="connsiteY10" fmla="*/ 19590 h 301124"/>
                <a:gd name="connsiteX11" fmla="*/ 92654 w 188616"/>
                <a:gd name="connsiteY11" fmla="*/ 21608 h 301124"/>
                <a:gd name="connsiteX12" fmla="*/ 82726 w 188616"/>
                <a:gd name="connsiteY12" fmla="*/ 20615 h 301124"/>
                <a:gd name="connsiteX13" fmla="*/ 81800 w 188616"/>
                <a:gd name="connsiteY13" fmla="*/ 26638 h 301124"/>
                <a:gd name="connsiteX14" fmla="*/ 89245 w 188616"/>
                <a:gd name="connsiteY14" fmla="*/ 63401 h 301124"/>
                <a:gd name="connsiteX15" fmla="*/ 99801 w 188616"/>
                <a:gd name="connsiteY15" fmla="*/ 73527 h 301124"/>
                <a:gd name="connsiteX16" fmla="*/ 100297 w 188616"/>
                <a:gd name="connsiteY16" fmla="*/ 91032 h 301124"/>
                <a:gd name="connsiteX17" fmla="*/ 90370 w 188616"/>
                <a:gd name="connsiteY17" fmla="*/ 102316 h 301124"/>
                <a:gd name="connsiteX18" fmla="*/ 88848 w 188616"/>
                <a:gd name="connsiteY18" fmla="*/ 118232 h 301124"/>
                <a:gd name="connsiteX19" fmla="*/ 72899 w 188616"/>
                <a:gd name="connsiteY19" fmla="*/ 97154 h 301124"/>
                <a:gd name="connsiteX20" fmla="*/ 76505 w 188616"/>
                <a:gd name="connsiteY20" fmla="*/ 74553 h 301124"/>
                <a:gd name="connsiteX21" fmla="*/ 62640 w 188616"/>
                <a:gd name="connsiteY21" fmla="*/ 72501 h 301124"/>
                <a:gd name="connsiteX22" fmla="*/ 50794 w 188616"/>
                <a:gd name="connsiteY22" fmla="*/ 64295 h 301124"/>
                <a:gd name="connsiteX23" fmla="*/ 2482 w 188616"/>
                <a:gd name="connsiteY23" fmla="*/ 81734 h 301124"/>
                <a:gd name="connsiteX24" fmla="*/ 6089 w 188616"/>
                <a:gd name="connsiteY24" fmla="*/ 94606 h 301124"/>
                <a:gd name="connsiteX25" fmla="*/ 5063 w 188616"/>
                <a:gd name="connsiteY25" fmla="*/ 94606 h 301124"/>
                <a:gd name="connsiteX26" fmla="*/ 7611 w 188616"/>
                <a:gd name="connsiteY26" fmla="*/ 100231 h 301124"/>
                <a:gd name="connsiteX27" fmla="*/ 29980 w 188616"/>
                <a:gd name="connsiteY27" fmla="*/ 105625 h 301124"/>
                <a:gd name="connsiteX28" fmla="*/ 50033 w 188616"/>
                <a:gd name="connsiteY28" fmla="*/ 112574 h 301124"/>
                <a:gd name="connsiteX29" fmla="*/ 50794 w 188616"/>
                <a:gd name="connsiteY29" fmla="*/ 139543 h 301124"/>
                <a:gd name="connsiteX30" fmla="*/ 46161 w 188616"/>
                <a:gd name="connsiteY30" fmla="*/ 154963 h 301124"/>
                <a:gd name="connsiteX31" fmla="*/ 51588 w 188616"/>
                <a:gd name="connsiteY31" fmla="*/ 168199 h 301124"/>
                <a:gd name="connsiteX32" fmla="*/ 42323 w 188616"/>
                <a:gd name="connsiteY32" fmla="*/ 181435 h 301124"/>
                <a:gd name="connsiteX33" fmla="*/ 37690 w 188616"/>
                <a:gd name="connsiteY33" fmla="*/ 198378 h 301124"/>
                <a:gd name="connsiteX34" fmla="*/ 20053 w 188616"/>
                <a:gd name="connsiteY34" fmla="*/ 215949 h 301124"/>
                <a:gd name="connsiteX35" fmla="*/ 20714 w 188616"/>
                <a:gd name="connsiteY35" fmla="*/ 216478 h 301124"/>
                <a:gd name="connsiteX36" fmla="*/ 31502 w 188616"/>
                <a:gd name="connsiteY36" fmla="*/ 248874 h 301124"/>
                <a:gd name="connsiteX37" fmla="*/ 33057 w 188616"/>
                <a:gd name="connsiteY37" fmla="*/ 280475 h 301124"/>
                <a:gd name="connsiteX38" fmla="*/ 34977 w 188616"/>
                <a:gd name="connsiteY38" fmla="*/ 300528 h 301124"/>
                <a:gd name="connsiteX39" fmla="*/ 47948 w 188616"/>
                <a:gd name="connsiteY39" fmla="*/ 299536 h 301124"/>
                <a:gd name="connsiteX40" fmla="*/ 48742 w 188616"/>
                <a:gd name="connsiteY40" fmla="*/ 290899 h 301124"/>
                <a:gd name="connsiteX41" fmla="*/ 41793 w 188616"/>
                <a:gd name="connsiteY41" fmla="*/ 284281 h 301124"/>
                <a:gd name="connsiteX42" fmla="*/ 69027 w 188616"/>
                <a:gd name="connsiteY42" fmla="*/ 264228 h 301124"/>
                <a:gd name="connsiteX43" fmla="*/ 90900 w 188616"/>
                <a:gd name="connsiteY43" fmla="*/ 250595 h 301124"/>
                <a:gd name="connsiteX44" fmla="*/ 92687 w 188616"/>
                <a:gd name="connsiteY44" fmla="*/ 225413 h 301124"/>
                <a:gd name="connsiteX45" fmla="*/ 89609 w 188616"/>
                <a:gd name="connsiteY45" fmla="*/ 203606 h 301124"/>
                <a:gd name="connsiteX46" fmla="*/ 81138 w 188616"/>
                <a:gd name="connsiteY46" fmla="*/ 181502 h 301124"/>
                <a:gd name="connsiteX47" fmla="*/ 83951 w 188616"/>
                <a:gd name="connsiteY47" fmla="*/ 168265 h 301124"/>
                <a:gd name="connsiteX48" fmla="*/ 91926 w 188616"/>
                <a:gd name="connsiteY48" fmla="*/ 159000 h 301124"/>
                <a:gd name="connsiteX49" fmla="*/ 106585 w 188616"/>
                <a:gd name="connsiteY49" fmla="*/ 149735 h 301124"/>
                <a:gd name="connsiteX50" fmla="*/ 124817 w 188616"/>
                <a:gd name="connsiteY50" fmla="*/ 129880 h 301124"/>
                <a:gd name="connsiteX51" fmla="*/ 158735 w 188616"/>
                <a:gd name="connsiteY51" fmla="*/ 115221 h 301124"/>
                <a:gd name="connsiteX52" fmla="*/ 186432 w 188616"/>
                <a:gd name="connsiteY52" fmla="*/ 78656 h 301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88616" h="301124">
                  <a:moveTo>
                    <a:pt x="186432" y="78656"/>
                  </a:moveTo>
                  <a:cubicBezTo>
                    <a:pt x="184645" y="74057"/>
                    <a:pt x="181038" y="53209"/>
                    <a:pt x="182064" y="44738"/>
                  </a:cubicBezTo>
                  <a:cubicBezTo>
                    <a:pt x="183090" y="36267"/>
                    <a:pt x="180509" y="13931"/>
                    <a:pt x="180509" y="3143"/>
                  </a:cubicBezTo>
                  <a:cubicBezTo>
                    <a:pt x="180509" y="2879"/>
                    <a:pt x="180509" y="2680"/>
                    <a:pt x="180509" y="2482"/>
                  </a:cubicBezTo>
                  <a:cubicBezTo>
                    <a:pt x="172005" y="6320"/>
                    <a:pt x="162838" y="10754"/>
                    <a:pt x="162044" y="12409"/>
                  </a:cubicBezTo>
                  <a:cubicBezTo>
                    <a:pt x="160489" y="15486"/>
                    <a:pt x="153838" y="11879"/>
                    <a:pt x="149702" y="15486"/>
                  </a:cubicBezTo>
                  <a:cubicBezTo>
                    <a:pt x="145565" y="19093"/>
                    <a:pt x="143084" y="16016"/>
                    <a:pt x="139444" y="14990"/>
                  </a:cubicBezTo>
                  <a:cubicBezTo>
                    <a:pt x="135804" y="13964"/>
                    <a:pt x="134281" y="18597"/>
                    <a:pt x="133785" y="21608"/>
                  </a:cubicBezTo>
                  <a:cubicBezTo>
                    <a:pt x="133289" y="24619"/>
                    <a:pt x="126075" y="23163"/>
                    <a:pt x="123494" y="22634"/>
                  </a:cubicBezTo>
                  <a:cubicBezTo>
                    <a:pt x="120913" y="22104"/>
                    <a:pt x="112706" y="24719"/>
                    <a:pt x="108603" y="24719"/>
                  </a:cubicBezTo>
                  <a:cubicBezTo>
                    <a:pt x="104500" y="24719"/>
                    <a:pt x="107577" y="21112"/>
                    <a:pt x="102945" y="19590"/>
                  </a:cubicBezTo>
                  <a:cubicBezTo>
                    <a:pt x="98312" y="18067"/>
                    <a:pt x="95235" y="21608"/>
                    <a:pt x="92654" y="21608"/>
                  </a:cubicBezTo>
                  <a:cubicBezTo>
                    <a:pt x="91098" y="21608"/>
                    <a:pt x="86300" y="21079"/>
                    <a:pt x="82726" y="20615"/>
                  </a:cubicBezTo>
                  <a:cubicBezTo>
                    <a:pt x="82743" y="22660"/>
                    <a:pt x="82430" y="24693"/>
                    <a:pt x="81800" y="26638"/>
                  </a:cubicBezTo>
                  <a:cubicBezTo>
                    <a:pt x="78491" y="35341"/>
                    <a:pt x="88749" y="55063"/>
                    <a:pt x="89245" y="63401"/>
                  </a:cubicBezTo>
                  <a:cubicBezTo>
                    <a:pt x="93002" y="66519"/>
                    <a:pt x="96529" y="69903"/>
                    <a:pt x="99801" y="73527"/>
                  </a:cubicBezTo>
                  <a:cubicBezTo>
                    <a:pt x="104400" y="79186"/>
                    <a:pt x="99801" y="78656"/>
                    <a:pt x="100297" y="91032"/>
                  </a:cubicBezTo>
                  <a:cubicBezTo>
                    <a:pt x="100794" y="103408"/>
                    <a:pt x="95168" y="98213"/>
                    <a:pt x="90370" y="102316"/>
                  </a:cubicBezTo>
                  <a:cubicBezTo>
                    <a:pt x="85572" y="106419"/>
                    <a:pt x="89841" y="115552"/>
                    <a:pt x="88848" y="118232"/>
                  </a:cubicBezTo>
                  <a:cubicBezTo>
                    <a:pt x="87855" y="120913"/>
                    <a:pt x="73924" y="100264"/>
                    <a:pt x="72899" y="97154"/>
                  </a:cubicBezTo>
                  <a:cubicBezTo>
                    <a:pt x="71873" y="94043"/>
                    <a:pt x="78061" y="81734"/>
                    <a:pt x="76505" y="74553"/>
                  </a:cubicBezTo>
                  <a:cubicBezTo>
                    <a:pt x="74950" y="67372"/>
                    <a:pt x="65718" y="71972"/>
                    <a:pt x="62640" y="72501"/>
                  </a:cubicBezTo>
                  <a:cubicBezTo>
                    <a:pt x="59563" y="73031"/>
                    <a:pt x="52349" y="64295"/>
                    <a:pt x="50794" y="64295"/>
                  </a:cubicBezTo>
                  <a:cubicBezTo>
                    <a:pt x="49239" y="64295"/>
                    <a:pt x="2482" y="81734"/>
                    <a:pt x="2482" y="81734"/>
                  </a:cubicBezTo>
                  <a:lnTo>
                    <a:pt x="6089" y="94606"/>
                  </a:lnTo>
                  <a:lnTo>
                    <a:pt x="5063" y="94606"/>
                  </a:lnTo>
                  <a:lnTo>
                    <a:pt x="7611" y="100231"/>
                  </a:lnTo>
                  <a:cubicBezTo>
                    <a:pt x="7611" y="100231"/>
                    <a:pt x="23031" y="100992"/>
                    <a:pt x="29980" y="105625"/>
                  </a:cubicBezTo>
                  <a:cubicBezTo>
                    <a:pt x="36929" y="110258"/>
                    <a:pt x="47717" y="111019"/>
                    <a:pt x="50033" y="112574"/>
                  </a:cubicBezTo>
                  <a:cubicBezTo>
                    <a:pt x="52349" y="114129"/>
                    <a:pt x="50033" y="131072"/>
                    <a:pt x="50794" y="139543"/>
                  </a:cubicBezTo>
                  <a:cubicBezTo>
                    <a:pt x="51555" y="148014"/>
                    <a:pt x="41562" y="150330"/>
                    <a:pt x="46161" y="154963"/>
                  </a:cubicBezTo>
                  <a:cubicBezTo>
                    <a:pt x="50761" y="159596"/>
                    <a:pt x="48478" y="167306"/>
                    <a:pt x="51588" y="168199"/>
                  </a:cubicBezTo>
                  <a:cubicBezTo>
                    <a:pt x="54699" y="169093"/>
                    <a:pt x="46161" y="178987"/>
                    <a:pt x="42323" y="181435"/>
                  </a:cubicBezTo>
                  <a:cubicBezTo>
                    <a:pt x="38484" y="183884"/>
                    <a:pt x="42323" y="192223"/>
                    <a:pt x="37690" y="198378"/>
                  </a:cubicBezTo>
                  <a:cubicBezTo>
                    <a:pt x="34712" y="202349"/>
                    <a:pt x="26075" y="210059"/>
                    <a:pt x="20053" y="215949"/>
                  </a:cubicBezTo>
                  <a:cubicBezTo>
                    <a:pt x="20317" y="216062"/>
                    <a:pt x="20546" y="216245"/>
                    <a:pt x="20714" y="216478"/>
                  </a:cubicBezTo>
                  <a:cubicBezTo>
                    <a:pt x="22270" y="219192"/>
                    <a:pt x="26903" y="246260"/>
                    <a:pt x="31502" y="248874"/>
                  </a:cubicBezTo>
                  <a:cubicBezTo>
                    <a:pt x="36102" y="251488"/>
                    <a:pt x="33455" y="278159"/>
                    <a:pt x="33057" y="280475"/>
                  </a:cubicBezTo>
                  <a:cubicBezTo>
                    <a:pt x="32660" y="282792"/>
                    <a:pt x="34977" y="300528"/>
                    <a:pt x="34977" y="300528"/>
                  </a:cubicBezTo>
                  <a:cubicBezTo>
                    <a:pt x="39272" y="299897"/>
                    <a:pt x="43606" y="299565"/>
                    <a:pt x="47948" y="299536"/>
                  </a:cubicBezTo>
                  <a:cubicBezTo>
                    <a:pt x="48345" y="296028"/>
                    <a:pt x="48610" y="292917"/>
                    <a:pt x="48742" y="290899"/>
                  </a:cubicBezTo>
                  <a:cubicBezTo>
                    <a:pt x="49272" y="282659"/>
                    <a:pt x="43613" y="289344"/>
                    <a:pt x="41793" y="284281"/>
                  </a:cubicBezTo>
                  <a:cubicBezTo>
                    <a:pt x="39973" y="279218"/>
                    <a:pt x="54401" y="269622"/>
                    <a:pt x="69027" y="264228"/>
                  </a:cubicBezTo>
                  <a:cubicBezTo>
                    <a:pt x="83653" y="258834"/>
                    <a:pt x="89344" y="255757"/>
                    <a:pt x="90900" y="250595"/>
                  </a:cubicBezTo>
                  <a:cubicBezTo>
                    <a:pt x="92455" y="245433"/>
                    <a:pt x="90635" y="231104"/>
                    <a:pt x="92687" y="225413"/>
                  </a:cubicBezTo>
                  <a:cubicBezTo>
                    <a:pt x="94738" y="219721"/>
                    <a:pt x="91396" y="216445"/>
                    <a:pt x="89609" y="203606"/>
                  </a:cubicBezTo>
                  <a:cubicBezTo>
                    <a:pt x="87822" y="190767"/>
                    <a:pt x="82991" y="188682"/>
                    <a:pt x="81138" y="181502"/>
                  </a:cubicBezTo>
                  <a:cubicBezTo>
                    <a:pt x="79285" y="174321"/>
                    <a:pt x="79583" y="168662"/>
                    <a:pt x="83951" y="168265"/>
                  </a:cubicBezTo>
                  <a:cubicBezTo>
                    <a:pt x="88318" y="167868"/>
                    <a:pt x="88318" y="165949"/>
                    <a:pt x="91926" y="159000"/>
                  </a:cubicBezTo>
                  <a:cubicBezTo>
                    <a:pt x="95532" y="152051"/>
                    <a:pt x="99636" y="154897"/>
                    <a:pt x="106585" y="149735"/>
                  </a:cubicBezTo>
                  <a:cubicBezTo>
                    <a:pt x="113533" y="144573"/>
                    <a:pt x="113765" y="138186"/>
                    <a:pt x="124817" y="129880"/>
                  </a:cubicBezTo>
                  <a:cubicBezTo>
                    <a:pt x="135870" y="121575"/>
                    <a:pt x="147981" y="121674"/>
                    <a:pt x="158735" y="115221"/>
                  </a:cubicBezTo>
                  <a:cubicBezTo>
                    <a:pt x="169490" y="108769"/>
                    <a:pt x="188219" y="83289"/>
                    <a:pt x="186432" y="7865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F953923-8B44-0D47-BA0A-F67A2BF6876C}"/>
                </a:ext>
              </a:extLst>
            </p:cNvPr>
            <p:cNvSpPr/>
            <p:nvPr/>
          </p:nvSpPr>
          <p:spPr>
            <a:xfrm>
              <a:off x="4904792" y="3147560"/>
              <a:ext cx="191925" cy="195234"/>
            </a:xfrm>
            <a:custGeom>
              <a:avLst/>
              <a:gdLst>
                <a:gd name="connsiteX0" fmla="*/ 179152 w 191925"/>
                <a:gd name="connsiteY0" fmla="*/ 156121 h 195234"/>
                <a:gd name="connsiteX1" fmla="*/ 172733 w 191925"/>
                <a:gd name="connsiteY1" fmla="*/ 138385 h 195234"/>
                <a:gd name="connsiteX2" fmla="*/ 170946 w 191925"/>
                <a:gd name="connsiteY2" fmla="*/ 123990 h 195234"/>
                <a:gd name="connsiteX3" fmla="*/ 174024 w 191925"/>
                <a:gd name="connsiteY3" fmla="*/ 110754 h 195234"/>
                <a:gd name="connsiteX4" fmla="*/ 164758 w 191925"/>
                <a:gd name="connsiteY4" fmla="*/ 96095 h 195234"/>
                <a:gd name="connsiteX5" fmla="*/ 172435 w 191925"/>
                <a:gd name="connsiteY5" fmla="*/ 69622 h 195234"/>
                <a:gd name="connsiteX6" fmla="*/ 143249 w 191925"/>
                <a:gd name="connsiteY6" fmla="*/ 48908 h 195234"/>
                <a:gd name="connsiteX7" fmla="*/ 144143 w 191925"/>
                <a:gd name="connsiteY7" fmla="*/ 38220 h 195234"/>
                <a:gd name="connsiteX8" fmla="*/ 78458 w 191925"/>
                <a:gd name="connsiteY8" fmla="*/ 3375 h 195234"/>
                <a:gd name="connsiteX9" fmla="*/ 70086 w 191925"/>
                <a:gd name="connsiteY9" fmla="*/ 19722 h 195234"/>
                <a:gd name="connsiteX10" fmla="*/ 71244 w 191925"/>
                <a:gd name="connsiteY10" fmla="*/ 30509 h 195234"/>
                <a:gd name="connsiteX11" fmla="*/ 43084 w 191925"/>
                <a:gd name="connsiteY11" fmla="*/ 28954 h 195234"/>
                <a:gd name="connsiteX12" fmla="*/ 43084 w 191925"/>
                <a:gd name="connsiteY12" fmla="*/ 2482 h 195234"/>
                <a:gd name="connsiteX13" fmla="*/ 28590 w 191925"/>
                <a:gd name="connsiteY13" fmla="*/ 3673 h 195234"/>
                <a:gd name="connsiteX14" fmla="*/ 20417 w 191925"/>
                <a:gd name="connsiteY14" fmla="*/ 5857 h 195234"/>
                <a:gd name="connsiteX15" fmla="*/ 23263 w 191925"/>
                <a:gd name="connsiteY15" fmla="*/ 13435 h 195234"/>
                <a:gd name="connsiteX16" fmla="*/ 25943 w 191925"/>
                <a:gd name="connsiteY16" fmla="*/ 25016 h 195234"/>
                <a:gd name="connsiteX17" fmla="*/ 18994 w 191925"/>
                <a:gd name="connsiteY17" fmla="*/ 28326 h 195234"/>
                <a:gd name="connsiteX18" fmla="*/ 19689 w 191925"/>
                <a:gd name="connsiteY18" fmla="*/ 37459 h 195234"/>
                <a:gd name="connsiteX19" fmla="*/ 24156 w 191925"/>
                <a:gd name="connsiteY19" fmla="*/ 40139 h 195234"/>
                <a:gd name="connsiteX20" fmla="*/ 9927 w 191925"/>
                <a:gd name="connsiteY20" fmla="*/ 60589 h 195234"/>
                <a:gd name="connsiteX21" fmla="*/ 2482 w 191925"/>
                <a:gd name="connsiteY21" fmla="*/ 64957 h 195234"/>
                <a:gd name="connsiteX22" fmla="*/ 13137 w 191925"/>
                <a:gd name="connsiteY22" fmla="*/ 98047 h 195234"/>
                <a:gd name="connsiteX23" fmla="*/ 22369 w 191925"/>
                <a:gd name="connsiteY23" fmla="*/ 120781 h 195234"/>
                <a:gd name="connsiteX24" fmla="*/ 26605 w 191925"/>
                <a:gd name="connsiteY24" fmla="*/ 134645 h 195234"/>
                <a:gd name="connsiteX25" fmla="*/ 16942 w 191925"/>
                <a:gd name="connsiteY25" fmla="*/ 127332 h 195234"/>
                <a:gd name="connsiteX26" fmla="*/ 15817 w 191925"/>
                <a:gd name="connsiteY26" fmla="*/ 130013 h 195234"/>
                <a:gd name="connsiteX27" fmla="*/ 15156 w 191925"/>
                <a:gd name="connsiteY27" fmla="*/ 130774 h 195234"/>
                <a:gd name="connsiteX28" fmla="*/ 27697 w 191925"/>
                <a:gd name="connsiteY28" fmla="*/ 137921 h 195234"/>
                <a:gd name="connsiteX29" fmla="*/ 43713 w 191925"/>
                <a:gd name="connsiteY29" fmla="*/ 144142 h 195234"/>
                <a:gd name="connsiteX30" fmla="*/ 65983 w 191925"/>
                <a:gd name="connsiteY30" fmla="*/ 153904 h 195234"/>
                <a:gd name="connsiteX31" fmla="*/ 67075 w 191925"/>
                <a:gd name="connsiteY31" fmla="*/ 155658 h 195234"/>
                <a:gd name="connsiteX32" fmla="*/ 78789 w 191925"/>
                <a:gd name="connsiteY32" fmla="*/ 155658 h 195234"/>
                <a:gd name="connsiteX33" fmla="*/ 81337 w 191925"/>
                <a:gd name="connsiteY33" fmla="*/ 154632 h 195234"/>
                <a:gd name="connsiteX34" fmla="*/ 93845 w 191925"/>
                <a:gd name="connsiteY34" fmla="*/ 189874 h 195234"/>
                <a:gd name="connsiteX35" fmla="*/ 103772 w 191925"/>
                <a:gd name="connsiteY35" fmla="*/ 190866 h 195234"/>
                <a:gd name="connsiteX36" fmla="*/ 114063 w 191925"/>
                <a:gd name="connsiteY36" fmla="*/ 188848 h 195234"/>
                <a:gd name="connsiteX37" fmla="*/ 119722 w 191925"/>
                <a:gd name="connsiteY37" fmla="*/ 193977 h 195234"/>
                <a:gd name="connsiteX38" fmla="*/ 134613 w 191925"/>
                <a:gd name="connsiteY38" fmla="*/ 191892 h 195234"/>
                <a:gd name="connsiteX39" fmla="*/ 144904 w 191925"/>
                <a:gd name="connsiteY39" fmla="*/ 190866 h 195234"/>
                <a:gd name="connsiteX40" fmla="*/ 150562 w 191925"/>
                <a:gd name="connsiteY40" fmla="*/ 184248 h 195234"/>
                <a:gd name="connsiteX41" fmla="*/ 160820 w 191925"/>
                <a:gd name="connsiteY41" fmla="*/ 184745 h 195234"/>
                <a:gd name="connsiteX42" fmla="*/ 173163 w 191925"/>
                <a:gd name="connsiteY42" fmla="*/ 181667 h 195234"/>
                <a:gd name="connsiteX43" fmla="*/ 191628 w 191925"/>
                <a:gd name="connsiteY43" fmla="*/ 171740 h 195234"/>
                <a:gd name="connsiteX44" fmla="*/ 179152 w 191925"/>
                <a:gd name="connsiteY44" fmla="*/ 156121 h 195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91925" h="195234">
                  <a:moveTo>
                    <a:pt x="179152" y="156121"/>
                  </a:moveTo>
                  <a:cubicBezTo>
                    <a:pt x="178656" y="145565"/>
                    <a:pt x="172534" y="145565"/>
                    <a:pt x="172733" y="138385"/>
                  </a:cubicBezTo>
                  <a:cubicBezTo>
                    <a:pt x="172931" y="131204"/>
                    <a:pt x="173527" y="124751"/>
                    <a:pt x="170946" y="123990"/>
                  </a:cubicBezTo>
                  <a:cubicBezTo>
                    <a:pt x="168365" y="123229"/>
                    <a:pt x="169920" y="117041"/>
                    <a:pt x="174024" y="110754"/>
                  </a:cubicBezTo>
                  <a:cubicBezTo>
                    <a:pt x="178127" y="104467"/>
                    <a:pt x="166578" y="103805"/>
                    <a:pt x="164758" y="96095"/>
                  </a:cubicBezTo>
                  <a:cubicBezTo>
                    <a:pt x="164030" y="92786"/>
                    <a:pt x="167670" y="81767"/>
                    <a:pt x="172435" y="69622"/>
                  </a:cubicBezTo>
                  <a:cubicBezTo>
                    <a:pt x="158007" y="59695"/>
                    <a:pt x="143249" y="48908"/>
                    <a:pt x="143249" y="48908"/>
                  </a:cubicBezTo>
                  <a:lnTo>
                    <a:pt x="144143" y="38220"/>
                  </a:lnTo>
                  <a:lnTo>
                    <a:pt x="78458" y="3375"/>
                  </a:lnTo>
                  <a:cubicBezTo>
                    <a:pt x="78028" y="11383"/>
                    <a:pt x="74752" y="17571"/>
                    <a:pt x="70086" y="19722"/>
                  </a:cubicBezTo>
                  <a:cubicBezTo>
                    <a:pt x="65420" y="21873"/>
                    <a:pt x="77002" y="29351"/>
                    <a:pt x="71244" y="30509"/>
                  </a:cubicBezTo>
                  <a:cubicBezTo>
                    <a:pt x="65486" y="31668"/>
                    <a:pt x="52349" y="25116"/>
                    <a:pt x="43084" y="28954"/>
                  </a:cubicBezTo>
                  <a:cubicBezTo>
                    <a:pt x="36863" y="31568"/>
                    <a:pt x="38154" y="16016"/>
                    <a:pt x="43084" y="2482"/>
                  </a:cubicBezTo>
                  <a:lnTo>
                    <a:pt x="28590" y="3673"/>
                  </a:lnTo>
                  <a:cubicBezTo>
                    <a:pt x="28590" y="3673"/>
                    <a:pt x="24653" y="4666"/>
                    <a:pt x="20417" y="5857"/>
                  </a:cubicBezTo>
                  <a:lnTo>
                    <a:pt x="23263" y="13435"/>
                  </a:lnTo>
                  <a:cubicBezTo>
                    <a:pt x="23263" y="13435"/>
                    <a:pt x="26837" y="20549"/>
                    <a:pt x="25943" y="25016"/>
                  </a:cubicBezTo>
                  <a:cubicBezTo>
                    <a:pt x="25513" y="27035"/>
                    <a:pt x="22336" y="27928"/>
                    <a:pt x="18994" y="28326"/>
                  </a:cubicBezTo>
                  <a:cubicBezTo>
                    <a:pt x="19710" y="31313"/>
                    <a:pt x="19945" y="34397"/>
                    <a:pt x="19689" y="37459"/>
                  </a:cubicBezTo>
                  <a:lnTo>
                    <a:pt x="24156" y="40139"/>
                  </a:lnTo>
                  <a:cubicBezTo>
                    <a:pt x="24156" y="40139"/>
                    <a:pt x="14229" y="58802"/>
                    <a:pt x="9927" y="60589"/>
                  </a:cubicBezTo>
                  <a:cubicBezTo>
                    <a:pt x="7362" y="61898"/>
                    <a:pt x="4876" y="63357"/>
                    <a:pt x="2482" y="64957"/>
                  </a:cubicBezTo>
                  <a:cubicBezTo>
                    <a:pt x="5096" y="78193"/>
                    <a:pt x="8306" y="93712"/>
                    <a:pt x="13137" y="98047"/>
                  </a:cubicBezTo>
                  <a:cubicBezTo>
                    <a:pt x="21972" y="106121"/>
                    <a:pt x="20450" y="115387"/>
                    <a:pt x="22369" y="120781"/>
                  </a:cubicBezTo>
                  <a:cubicBezTo>
                    <a:pt x="24289" y="126174"/>
                    <a:pt x="31999" y="132329"/>
                    <a:pt x="26605" y="134645"/>
                  </a:cubicBezTo>
                  <a:cubicBezTo>
                    <a:pt x="23296" y="136135"/>
                    <a:pt x="19987" y="132395"/>
                    <a:pt x="16942" y="127332"/>
                  </a:cubicBezTo>
                  <a:cubicBezTo>
                    <a:pt x="16622" y="128248"/>
                    <a:pt x="16246" y="129143"/>
                    <a:pt x="15817" y="130013"/>
                  </a:cubicBezTo>
                  <a:cubicBezTo>
                    <a:pt x="15634" y="130297"/>
                    <a:pt x="15411" y="130553"/>
                    <a:pt x="15156" y="130774"/>
                  </a:cubicBezTo>
                  <a:cubicBezTo>
                    <a:pt x="19887" y="134083"/>
                    <a:pt x="25381" y="137921"/>
                    <a:pt x="27697" y="137921"/>
                  </a:cubicBezTo>
                  <a:cubicBezTo>
                    <a:pt x="32164" y="137921"/>
                    <a:pt x="39278" y="143249"/>
                    <a:pt x="43713" y="144142"/>
                  </a:cubicBezTo>
                  <a:cubicBezTo>
                    <a:pt x="48147" y="145036"/>
                    <a:pt x="64031" y="151356"/>
                    <a:pt x="65983" y="153904"/>
                  </a:cubicBezTo>
                  <a:cubicBezTo>
                    <a:pt x="66314" y="154367"/>
                    <a:pt x="66678" y="154963"/>
                    <a:pt x="67075" y="155658"/>
                  </a:cubicBezTo>
                  <a:cubicBezTo>
                    <a:pt x="70973" y="155358"/>
                    <a:pt x="74890" y="155358"/>
                    <a:pt x="78789" y="155658"/>
                  </a:cubicBezTo>
                  <a:cubicBezTo>
                    <a:pt x="79469" y="154993"/>
                    <a:pt x="80386" y="154625"/>
                    <a:pt x="81337" y="154632"/>
                  </a:cubicBezTo>
                  <a:cubicBezTo>
                    <a:pt x="87227" y="154632"/>
                    <a:pt x="94143" y="176902"/>
                    <a:pt x="93845" y="189874"/>
                  </a:cubicBezTo>
                  <a:cubicBezTo>
                    <a:pt x="97353" y="190337"/>
                    <a:pt x="102151" y="190866"/>
                    <a:pt x="103772" y="190866"/>
                  </a:cubicBezTo>
                  <a:cubicBezTo>
                    <a:pt x="106353" y="190866"/>
                    <a:pt x="109431" y="187292"/>
                    <a:pt x="114063" y="188848"/>
                  </a:cubicBezTo>
                  <a:cubicBezTo>
                    <a:pt x="118696" y="190403"/>
                    <a:pt x="115585" y="193977"/>
                    <a:pt x="119722" y="193977"/>
                  </a:cubicBezTo>
                  <a:cubicBezTo>
                    <a:pt x="123858" y="193977"/>
                    <a:pt x="132031" y="191396"/>
                    <a:pt x="134613" y="191892"/>
                  </a:cubicBezTo>
                  <a:cubicBezTo>
                    <a:pt x="137194" y="192389"/>
                    <a:pt x="144540" y="193977"/>
                    <a:pt x="144904" y="190866"/>
                  </a:cubicBezTo>
                  <a:cubicBezTo>
                    <a:pt x="145268" y="187756"/>
                    <a:pt x="146955" y="183189"/>
                    <a:pt x="150562" y="184248"/>
                  </a:cubicBezTo>
                  <a:cubicBezTo>
                    <a:pt x="154169" y="185307"/>
                    <a:pt x="156717" y="188351"/>
                    <a:pt x="160820" y="184745"/>
                  </a:cubicBezTo>
                  <a:cubicBezTo>
                    <a:pt x="164924" y="181138"/>
                    <a:pt x="171608" y="184745"/>
                    <a:pt x="173163" y="181667"/>
                  </a:cubicBezTo>
                  <a:cubicBezTo>
                    <a:pt x="173957" y="180046"/>
                    <a:pt x="183090" y="175612"/>
                    <a:pt x="191628" y="171740"/>
                  </a:cubicBezTo>
                  <a:cubicBezTo>
                    <a:pt x="190966" y="162011"/>
                    <a:pt x="179682" y="166412"/>
                    <a:pt x="179152" y="15612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B0008783-C0C7-0149-81CF-224EA3557D8B}"/>
                </a:ext>
              </a:extLst>
            </p:cNvPr>
            <p:cNvSpPr/>
            <p:nvPr/>
          </p:nvSpPr>
          <p:spPr>
            <a:xfrm>
              <a:off x="4960790" y="3300776"/>
              <a:ext cx="56254" cy="135671"/>
            </a:xfrm>
            <a:custGeom>
              <a:avLst/>
              <a:gdLst>
                <a:gd name="connsiteX0" fmla="*/ 54822 w 56253"/>
                <a:gd name="connsiteY0" fmla="*/ 89735 h 135671"/>
                <a:gd name="connsiteX1" fmla="*/ 44266 w 56253"/>
                <a:gd name="connsiteY1" fmla="*/ 79609 h 135671"/>
                <a:gd name="connsiteX2" fmla="*/ 43737 w 56253"/>
                <a:gd name="connsiteY2" fmla="*/ 82521 h 135671"/>
                <a:gd name="connsiteX3" fmla="*/ 24875 w 56253"/>
                <a:gd name="connsiteY3" fmla="*/ 56049 h 135671"/>
                <a:gd name="connsiteX4" fmla="*/ 26794 w 56253"/>
                <a:gd name="connsiteY4" fmla="*/ 25208 h 135671"/>
                <a:gd name="connsiteX5" fmla="*/ 22691 w 56253"/>
                <a:gd name="connsiteY5" fmla="*/ 2707 h 135671"/>
                <a:gd name="connsiteX6" fmla="*/ 10977 w 56253"/>
                <a:gd name="connsiteY6" fmla="*/ 2707 h 135671"/>
                <a:gd name="connsiteX7" fmla="*/ 17860 w 56253"/>
                <a:gd name="connsiteY7" fmla="*/ 19649 h 135671"/>
                <a:gd name="connsiteX8" fmla="*/ 11639 w 56253"/>
                <a:gd name="connsiteY8" fmla="*/ 23223 h 135671"/>
                <a:gd name="connsiteX9" fmla="*/ 12532 w 56253"/>
                <a:gd name="connsiteY9" fmla="*/ 51681 h 135671"/>
                <a:gd name="connsiteX10" fmla="*/ 5418 w 56253"/>
                <a:gd name="connsiteY10" fmla="*/ 56115 h 135671"/>
                <a:gd name="connsiteX11" fmla="*/ 2737 w 56253"/>
                <a:gd name="connsiteY11" fmla="*/ 73024 h 135671"/>
                <a:gd name="connsiteX12" fmla="*/ 5815 w 56253"/>
                <a:gd name="connsiteY12" fmla="*/ 80668 h 135671"/>
                <a:gd name="connsiteX13" fmla="*/ 5815 w 56253"/>
                <a:gd name="connsiteY13" fmla="*/ 80668 h 135671"/>
                <a:gd name="connsiteX14" fmla="*/ 17661 w 56253"/>
                <a:gd name="connsiteY14" fmla="*/ 88874 h 135671"/>
                <a:gd name="connsiteX15" fmla="*/ 31526 w 56253"/>
                <a:gd name="connsiteY15" fmla="*/ 90926 h 135671"/>
                <a:gd name="connsiteX16" fmla="*/ 27919 w 56253"/>
                <a:gd name="connsiteY16" fmla="*/ 113527 h 135671"/>
                <a:gd name="connsiteX17" fmla="*/ 43869 w 56253"/>
                <a:gd name="connsiteY17" fmla="*/ 134606 h 135671"/>
                <a:gd name="connsiteX18" fmla="*/ 45391 w 56253"/>
                <a:gd name="connsiteY18" fmla="*/ 118689 h 135671"/>
                <a:gd name="connsiteX19" fmla="*/ 55318 w 56253"/>
                <a:gd name="connsiteY19" fmla="*/ 107405 h 135671"/>
                <a:gd name="connsiteX20" fmla="*/ 54822 w 56253"/>
                <a:gd name="connsiteY20" fmla="*/ 89735 h 13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53" h="135671">
                  <a:moveTo>
                    <a:pt x="54822" y="89735"/>
                  </a:moveTo>
                  <a:cubicBezTo>
                    <a:pt x="51551" y="86111"/>
                    <a:pt x="48023" y="82727"/>
                    <a:pt x="44266" y="79609"/>
                  </a:cubicBezTo>
                  <a:cubicBezTo>
                    <a:pt x="44446" y="80612"/>
                    <a:pt x="44258" y="81646"/>
                    <a:pt x="43737" y="82521"/>
                  </a:cubicBezTo>
                  <a:cubicBezTo>
                    <a:pt x="39236" y="89139"/>
                    <a:pt x="26397" y="68689"/>
                    <a:pt x="24875" y="56049"/>
                  </a:cubicBezTo>
                  <a:cubicBezTo>
                    <a:pt x="23353" y="43408"/>
                    <a:pt x="32188" y="37154"/>
                    <a:pt x="26794" y="25208"/>
                  </a:cubicBezTo>
                  <a:cubicBezTo>
                    <a:pt x="22294" y="15281"/>
                    <a:pt x="19481" y="5619"/>
                    <a:pt x="22691" y="2707"/>
                  </a:cubicBezTo>
                  <a:cubicBezTo>
                    <a:pt x="18792" y="2407"/>
                    <a:pt x="14876" y="2407"/>
                    <a:pt x="10977" y="2707"/>
                  </a:cubicBezTo>
                  <a:cubicBezTo>
                    <a:pt x="13790" y="7339"/>
                    <a:pt x="17860" y="16539"/>
                    <a:pt x="17860" y="19649"/>
                  </a:cubicBezTo>
                  <a:cubicBezTo>
                    <a:pt x="17860" y="22760"/>
                    <a:pt x="13426" y="18756"/>
                    <a:pt x="11639" y="23223"/>
                  </a:cubicBezTo>
                  <a:cubicBezTo>
                    <a:pt x="9852" y="27690"/>
                    <a:pt x="8991" y="48107"/>
                    <a:pt x="12532" y="51681"/>
                  </a:cubicBezTo>
                  <a:cubicBezTo>
                    <a:pt x="16073" y="55255"/>
                    <a:pt x="5418" y="52574"/>
                    <a:pt x="5418" y="56115"/>
                  </a:cubicBezTo>
                  <a:cubicBezTo>
                    <a:pt x="5418" y="59656"/>
                    <a:pt x="4524" y="72131"/>
                    <a:pt x="2737" y="73024"/>
                  </a:cubicBezTo>
                  <a:cubicBezTo>
                    <a:pt x="1745" y="73521"/>
                    <a:pt x="3829" y="76565"/>
                    <a:pt x="5815" y="80668"/>
                  </a:cubicBezTo>
                  <a:lnTo>
                    <a:pt x="5815" y="80668"/>
                  </a:lnTo>
                  <a:cubicBezTo>
                    <a:pt x="7370" y="80668"/>
                    <a:pt x="14551" y="89404"/>
                    <a:pt x="17661" y="88874"/>
                  </a:cubicBezTo>
                  <a:cubicBezTo>
                    <a:pt x="20772" y="88345"/>
                    <a:pt x="29971" y="83745"/>
                    <a:pt x="31526" y="90926"/>
                  </a:cubicBezTo>
                  <a:cubicBezTo>
                    <a:pt x="33081" y="98107"/>
                    <a:pt x="26893" y="110450"/>
                    <a:pt x="27919" y="113527"/>
                  </a:cubicBezTo>
                  <a:cubicBezTo>
                    <a:pt x="28945" y="116604"/>
                    <a:pt x="42843" y="137187"/>
                    <a:pt x="43869" y="134606"/>
                  </a:cubicBezTo>
                  <a:cubicBezTo>
                    <a:pt x="44895" y="132025"/>
                    <a:pt x="40791" y="122792"/>
                    <a:pt x="45391" y="118689"/>
                  </a:cubicBezTo>
                  <a:cubicBezTo>
                    <a:pt x="49991" y="114586"/>
                    <a:pt x="55682" y="119715"/>
                    <a:pt x="55318" y="107405"/>
                  </a:cubicBezTo>
                  <a:cubicBezTo>
                    <a:pt x="54954" y="95096"/>
                    <a:pt x="59421" y="95393"/>
                    <a:pt x="54822" y="8973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7323C704-E1D3-404D-B31B-3810AE6577C7}"/>
                </a:ext>
              </a:extLst>
            </p:cNvPr>
            <p:cNvSpPr/>
            <p:nvPr/>
          </p:nvSpPr>
          <p:spPr>
            <a:xfrm>
              <a:off x="7242691" y="3500491"/>
              <a:ext cx="52945" cy="39709"/>
            </a:xfrm>
            <a:custGeom>
              <a:avLst/>
              <a:gdLst>
                <a:gd name="connsiteX0" fmla="*/ 2496 w 52944"/>
                <a:gd name="connsiteY0" fmla="*/ 3223 h 39708"/>
                <a:gd name="connsiteX1" fmla="*/ 52860 w 52944"/>
                <a:gd name="connsiteY1" fmla="*/ 38167 h 39708"/>
                <a:gd name="connsiteX2" fmla="*/ 2496 w 52944"/>
                <a:gd name="connsiteY2" fmla="*/ 3223 h 3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44" h="39708">
                  <a:moveTo>
                    <a:pt x="2496" y="3223"/>
                  </a:moveTo>
                  <a:cubicBezTo>
                    <a:pt x="1437" y="-3196"/>
                    <a:pt x="59048" y="34064"/>
                    <a:pt x="52860" y="38167"/>
                  </a:cubicBezTo>
                  <a:cubicBezTo>
                    <a:pt x="46672" y="42270"/>
                    <a:pt x="3522" y="9411"/>
                    <a:pt x="2496" y="322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8ABEA2D4-7DE2-3143-975E-2A38BA7C4F89}"/>
                </a:ext>
              </a:extLst>
            </p:cNvPr>
            <p:cNvSpPr/>
            <p:nvPr/>
          </p:nvSpPr>
          <p:spPr>
            <a:xfrm>
              <a:off x="2825448" y="2878799"/>
              <a:ext cx="43018" cy="26472"/>
            </a:xfrm>
            <a:custGeom>
              <a:avLst/>
              <a:gdLst>
                <a:gd name="connsiteX0" fmla="*/ 42025 w 43017"/>
                <a:gd name="connsiteY0" fmla="*/ 11019 h 26472"/>
                <a:gd name="connsiteX1" fmla="*/ 23031 w 43017"/>
                <a:gd name="connsiteY1" fmla="*/ 6188 h 26472"/>
                <a:gd name="connsiteX2" fmla="*/ 15486 w 43017"/>
                <a:gd name="connsiteY2" fmla="*/ 2482 h 26472"/>
                <a:gd name="connsiteX3" fmla="*/ 14858 w 43017"/>
                <a:gd name="connsiteY3" fmla="*/ 2846 h 26472"/>
                <a:gd name="connsiteX4" fmla="*/ 2482 w 43017"/>
                <a:gd name="connsiteY4" fmla="*/ 13137 h 26472"/>
                <a:gd name="connsiteX5" fmla="*/ 36234 w 43017"/>
                <a:gd name="connsiteY5" fmla="*/ 24686 h 26472"/>
                <a:gd name="connsiteX6" fmla="*/ 41860 w 43017"/>
                <a:gd name="connsiteY6" fmla="*/ 22369 h 26472"/>
                <a:gd name="connsiteX7" fmla="*/ 42025 w 43017"/>
                <a:gd name="connsiteY7" fmla="*/ 11019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017" h="26472">
                  <a:moveTo>
                    <a:pt x="42025" y="11019"/>
                  </a:moveTo>
                  <a:cubicBezTo>
                    <a:pt x="39047" y="6916"/>
                    <a:pt x="31237" y="11747"/>
                    <a:pt x="23031" y="6188"/>
                  </a:cubicBezTo>
                  <a:cubicBezTo>
                    <a:pt x="20668" y="4665"/>
                    <a:pt x="18136" y="3422"/>
                    <a:pt x="15486" y="2482"/>
                  </a:cubicBezTo>
                  <a:cubicBezTo>
                    <a:pt x="15285" y="2617"/>
                    <a:pt x="15075" y="2739"/>
                    <a:pt x="14858" y="2846"/>
                  </a:cubicBezTo>
                  <a:cubicBezTo>
                    <a:pt x="10340" y="5775"/>
                    <a:pt x="6186" y="9230"/>
                    <a:pt x="2482" y="13137"/>
                  </a:cubicBezTo>
                  <a:cubicBezTo>
                    <a:pt x="8372" y="17803"/>
                    <a:pt x="30245" y="24686"/>
                    <a:pt x="36234" y="24686"/>
                  </a:cubicBezTo>
                  <a:cubicBezTo>
                    <a:pt x="38337" y="24666"/>
                    <a:pt x="40352" y="23837"/>
                    <a:pt x="41860" y="22369"/>
                  </a:cubicBezTo>
                  <a:cubicBezTo>
                    <a:pt x="42687" y="16942"/>
                    <a:pt x="43018" y="12409"/>
                    <a:pt x="42025" y="1101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4008A516-3F40-234D-A91E-4A913A02EC06}"/>
                </a:ext>
              </a:extLst>
            </p:cNvPr>
            <p:cNvSpPr/>
            <p:nvPr/>
          </p:nvSpPr>
          <p:spPr>
            <a:xfrm>
              <a:off x="2838452" y="2849277"/>
              <a:ext cx="109199" cy="59563"/>
            </a:xfrm>
            <a:custGeom>
              <a:avLst/>
              <a:gdLst>
                <a:gd name="connsiteX0" fmla="*/ 47253 w 109198"/>
                <a:gd name="connsiteY0" fmla="*/ 52056 h 59563"/>
                <a:gd name="connsiteX1" fmla="*/ 52812 w 109198"/>
                <a:gd name="connsiteY1" fmla="*/ 41269 h 59563"/>
                <a:gd name="connsiteX2" fmla="*/ 71807 w 109198"/>
                <a:gd name="connsiteY2" fmla="*/ 33095 h 59563"/>
                <a:gd name="connsiteX3" fmla="*/ 88550 w 109198"/>
                <a:gd name="connsiteY3" fmla="*/ 29389 h 59563"/>
                <a:gd name="connsiteX4" fmla="*/ 108868 w 109198"/>
                <a:gd name="connsiteY4" fmla="*/ 21216 h 59563"/>
                <a:gd name="connsiteX5" fmla="*/ 89543 w 109198"/>
                <a:gd name="connsiteY5" fmla="*/ 7549 h 59563"/>
                <a:gd name="connsiteX6" fmla="*/ 52548 w 109198"/>
                <a:gd name="connsiteY6" fmla="*/ 6788 h 59563"/>
                <a:gd name="connsiteX7" fmla="*/ 20152 w 109198"/>
                <a:gd name="connsiteY7" fmla="*/ 8707 h 59563"/>
                <a:gd name="connsiteX8" fmla="*/ 19788 w 109198"/>
                <a:gd name="connsiteY8" fmla="*/ 8906 h 59563"/>
                <a:gd name="connsiteX9" fmla="*/ 10390 w 109198"/>
                <a:gd name="connsiteY9" fmla="*/ 18601 h 59563"/>
                <a:gd name="connsiteX10" fmla="*/ 2482 w 109198"/>
                <a:gd name="connsiteY10" fmla="*/ 31838 h 59563"/>
                <a:gd name="connsiteX11" fmla="*/ 10026 w 109198"/>
                <a:gd name="connsiteY11" fmla="*/ 35544 h 59563"/>
                <a:gd name="connsiteX12" fmla="*/ 29020 w 109198"/>
                <a:gd name="connsiteY12" fmla="*/ 40375 h 59563"/>
                <a:gd name="connsiteX13" fmla="*/ 28855 w 109198"/>
                <a:gd name="connsiteY13" fmla="*/ 51725 h 59563"/>
                <a:gd name="connsiteX14" fmla="*/ 34050 w 109198"/>
                <a:gd name="connsiteY14" fmla="*/ 51725 h 59563"/>
                <a:gd name="connsiteX15" fmla="*/ 35605 w 109198"/>
                <a:gd name="connsiteY15" fmla="*/ 58343 h 59563"/>
                <a:gd name="connsiteX16" fmla="*/ 42025 w 109198"/>
                <a:gd name="connsiteY16" fmla="*/ 56854 h 59563"/>
                <a:gd name="connsiteX17" fmla="*/ 47253 w 109198"/>
                <a:gd name="connsiteY17" fmla="*/ 52056 h 5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9198" h="59563">
                  <a:moveTo>
                    <a:pt x="47253" y="52056"/>
                  </a:moveTo>
                  <a:cubicBezTo>
                    <a:pt x="47981" y="50567"/>
                    <a:pt x="42786" y="42129"/>
                    <a:pt x="52812" y="41269"/>
                  </a:cubicBezTo>
                  <a:cubicBezTo>
                    <a:pt x="62839" y="40408"/>
                    <a:pt x="70317" y="39416"/>
                    <a:pt x="71807" y="33095"/>
                  </a:cubicBezTo>
                  <a:cubicBezTo>
                    <a:pt x="73296" y="26775"/>
                    <a:pt x="85208" y="29786"/>
                    <a:pt x="88550" y="29389"/>
                  </a:cubicBezTo>
                  <a:cubicBezTo>
                    <a:pt x="91330" y="29058"/>
                    <a:pt x="100198" y="20885"/>
                    <a:pt x="108868" y="21216"/>
                  </a:cubicBezTo>
                  <a:cubicBezTo>
                    <a:pt x="108868" y="12777"/>
                    <a:pt x="97485" y="15491"/>
                    <a:pt x="89543" y="7549"/>
                  </a:cubicBezTo>
                  <a:cubicBezTo>
                    <a:pt x="81072" y="-922"/>
                    <a:pt x="62574" y="2950"/>
                    <a:pt x="52548" y="6788"/>
                  </a:cubicBezTo>
                  <a:cubicBezTo>
                    <a:pt x="42521" y="10627"/>
                    <a:pt x="30940" y="2553"/>
                    <a:pt x="20152" y="8707"/>
                  </a:cubicBezTo>
                  <a:lnTo>
                    <a:pt x="19788" y="8906"/>
                  </a:lnTo>
                  <a:cubicBezTo>
                    <a:pt x="17017" y="12469"/>
                    <a:pt x="13866" y="15720"/>
                    <a:pt x="10390" y="18601"/>
                  </a:cubicBezTo>
                  <a:cubicBezTo>
                    <a:pt x="3144" y="24492"/>
                    <a:pt x="5129" y="30316"/>
                    <a:pt x="2482" y="31838"/>
                  </a:cubicBezTo>
                  <a:cubicBezTo>
                    <a:pt x="5131" y="32778"/>
                    <a:pt x="7663" y="34021"/>
                    <a:pt x="10026" y="35544"/>
                  </a:cubicBezTo>
                  <a:cubicBezTo>
                    <a:pt x="18233" y="41103"/>
                    <a:pt x="26042" y="36272"/>
                    <a:pt x="29020" y="40375"/>
                  </a:cubicBezTo>
                  <a:cubicBezTo>
                    <a:pt x="30013" y="41765"/>
                    <a:pt x="29682" y="46298"/>
                    <a:pt x="28855" y="51725"/>
                  </a:cubicBezTo>
                  <a:cubicBezTo>
                    <a:pt x="30377" y="50468"/>
                    <a:pt x="31535" y="49607"/>
                    <a:pt x="34050" y="51725"/>
                  </a:cubicBezTo>
                  <a:cubicBezTo>
                    <a:pt x="36565" y="53843"/>
                    <a:pt x="35870" y="55928"/>
                    <a:pt x="35605" y="58343"/>
                  </a:cubicBezTo>
                  <a:lnTo>
                    <a:pt x="42025" y="56854"/>
                  </a:lnTo>
                  <a:cubicBezTo>
                    <a:pt x="43965" y="55484"/>
                    <a:pt x="45722" y="53872"/>
                    <a:pt x="47253" y="5205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06F51268-1444-8C45-8749-D8FFA5C27482}"/>
                </a:ext>
              </a:extLst>
            </p:cNvPr>
            <p:cNvSpPr/>
            <p:nvPr/>
          </p:nvSpPr>
          <p:spPr>
            <a:xfrm>
              <a:off x="3096922" y="2776013"/>
              <a:ext cx="52945" cy="43018"/>
            </a:xfrm>
            <a:custGeom>
              <a:avLst/>
              <a:gdLst>
                <a:gd name="connsiteX0" fmla="*/ 24984 w 52944"/>
                <a:gd name="connsiteY0" fmla="*/ 3745 h 43017"/>
                <a:gd name="connsiteX1" fmla="*/ 36533 w 52944"/>
                <a:gd name="connsiteY1" fmla="*/ 27637 h 43017"/>
                <a:gd name="connsiteX2" fmla="*/ 2615 w 52944"/>
                <a:gd name="connsiteY2" fmla="*/ 33792 h 43017"/>
                <a:gd name="connsiteX3" fmla="*/ 24984 w 52944"/>
                <a:gd name="connsiteY3" fmla="*/ 39185 h 43017"/>
                <a:gd name="connsiteX4" fmla="*/ 49074 w 52944"/>
                <a:gd name="connsiteY4" fmla="*/ 42494 h 43017"/>
                <a:gd name="connsiteX5" fmla="*/ 52383 w 52944"/>
                <a:gd name="connsiteY5" fmla="*/ 8709 h 43017"/>
                <a:gd name="connsiteX6" fmla="*/ 24984 w 52944"/>
                <a:gd name="connsiteY6" fmla="*/ 3745 h 4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44" h="43017">
                  <a:moveTo>
                    <a:pt x="24984" y="3745"/>
                  </a:moveTo>
                  <a:cubicBezTo>
                    <a:pt x="17274" y="9139"/>
                    <a:pt x="36533" y="20688"/>
                    <a:pt x="36533" y="27637"/>
                  </a:cubicBezTo>
                  <a:cubicBezTo>
                    <a:pt x="36533" y="34586"/>
                    <a:pt x="5593" y="26313"/>
                    <a:pt x="2615" y="33792"/>
                  </a:cubicBezTo>
                  <a:cubicBezTo>
                    <a:pt x="1060" y="37663"/>
                    <a:pt x="13403" y="43057"/>
                    <a:pt x="24984" y="39185"/>
                  </a:cubicBezTo>
                  <a:cubicBezTo>
                    <a:pt x="35739" y="35612"/>
                    <a:pt x="43118" y="39185"/>
                    <a:pt x="49074" y="42494"/>
                  </a:cubicBezTo>
                  <a:cubicBezTo>
                    <a:pt x="49934" y="30847"/>
                    <a:pt x="51291" y="17677"/>
                    <a:pt x="52383" y="8709"/>
                  </a:cubicBezTo>
                  <a:cubicBezTo>
                    <a:pt x="42754" y="6095"/>
                    <a:pt x="30576" y="-192"/>
                    <a:pt x="24984" y="374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8097F0F-711F-5741-9DA2-BFACD6C5FA5E}"/>
                </a:ext>
              </a:extLst>
            </p:cNvPr>
            <p:cNvSpPr/>
            <p:nvPr/>
          </p:nvSpPr>
          <p:spPr>
            <a:xfrm>
              <a:off x="3143779" y="2782108"/>
              <a:ext cx="62872" cy="39709"/>
            </a:xfrm>
            <a:custGeom>
              <a:avLst/>
              <a:gdLst>
                <a:gd name="connsiteX0" fmla="*/ 25182 w 62872"/>
                <a:gd name="connsiteY0" fmla="*/ 29252 h 39708"/>
                <a:gd name="connsiteX1" fmla="*/ 61581 w 62872"/>
                <a:gd name="connsiteY1" fmla="*/ 22303 h 39708"/>
                <a:gd name="connsiteX2" fmla="*/ 15255 w 62872"/>
                <a:gd name="connsiteY2" fmla="*/ 3044 h 39708"/>
                <a:gd name="connsiteX3" fmla="*/ 5791 w 62872"/>
                <a:gd name="connsiteY3" fmla="*/ 2482 h 39708"/>
                <a:gd name="connsiteX4" fmla="*/ 2482 w 62872"/>
                <a:gd name="connsiteY4" fmla="*/ 36267 h 39708"/>
                <a:gd name="connsiteX5" fmla="*/ 3805 w 62872"/>
                <a:gd name="connsiteY5" fmla="*/ 36962 h 39708"/>
                <a:gd name="connsiteX6" fmla="*/ 25182 w 62872"/>
                <a:gd name="connsiteY6" fmla="*/ 29252 h 3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872" h="39708">
                  <a:moveTo>
                    <a:pt x="25182" y="29252"/>
                  </a:moveTo>
                  <a:cubicBezTo>
                    <a:pt x="39047" y="24619"/>
                    <a:pt x="61581" y="33091"/>
                    <a:pt x="61581" y="22303"/>
                  </a:cubicBezTo>
                  <a:cubicBezTo>
                    <a:pt x="61581" y="11515"/>
                    <a:pt x="24553" y="-33"/>
                    <a:pt x="15255" y="3044"/>
                  </a:cubicBezTo>
                  <a:cubicBezTo>
                    <a:pt x="12108" y="3726"/>
                    <a:pt x="8835" y="3531"/>
                    <a:pt x="5791" y="2482"/>
                  </a:cubicBezTo>
                  <a:cubicBezTo>
                    <a:pt x="4567" y="11449"/>
                    <a:pt x="3210" y="24619"/>
                    <a:pt x="2482" y="36267"/>
                  </a:cubicBezTo>
                  <a:lnTo>
                    <a:pt x="3805" y="36962"/>
                  </a:lnTo>
                  <a:cubicBezTo>
                    <a:pt x="9729" y="40039"/>
                    <a:pt x="11251" y="33852"/>
                    <a:pt x="25182" y="2925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62B72867-882F-0C45-8152-C047559BB2C8}"/>
                </a:ext>
              </a:extLst>
            </p:cNvPr>
            <p:cNvSpPr/>
            <p:nvPr/>
          </p:nvSpPr>
          <p:spPr>
            <a:xfrm>
              <a:off x="2871266" y="2867869"/>
              <a:ext cx="76108" cy="79417"/>
            </a:xfrm>
            <a:custGeom>
              <a:avLst/>
              <a:gdLst>
                <a:gd name="connsiteX0" fmla="*/ 42203 w 76108"/>
                <a:gd name="connsiteY0" fmla="*/ 74430 h 79417"/>
                <a:gd name="connsiteX1" fmla="*/ 59377 w 76108"/>
                <a:gd name="connsiteY1" fmla="*/ 77276 h 79417"/>
                <a:gd name="connsiteX2" fmla="*/ 68013 w 76108"/>
                <a:gd name="connsiteY2" fmla="*/ 78236 h 79417"/>
                <a:gd name="connsiteX3" fmla="*/ 65598 w 76108"/>
                <a:gd name="connsiteY3" fmla="*/ 74530 h 79417"/>
                <a:gd name="connsiteX4" fmla="*/ 69834 w 76108"/>
                <a:gd name="connsiteY4" fmla="*/ 52161 h 79417"/>
                <a:gd name="connsiteX5" fmla="*/ 72150 w 76108"/>
                <a:gd name="connsiteY5" fmla="*/ 22379 h 79417"/>
                <a:gd name="connsiteX6" fmla="*/ 76021 w 76108"/>
                <a:gd name="connsiteY6" fmla="*/ 4245 h 79417"/>
                <a:gd name="connsiteX7" fmla="*/ 76021 w 76108"/>
                <a:gd name="connsiteY7" fmla="*/ 2492 h 79417"/>
                <a:gd name="connsiteX8" fmla="*/ 55704 w 76108"/>
                <a:gd name="connsiteY8" fmla="*/ 10665 h 79417"/>
                <a:gd name="connsiteX9" fmla="*/ 38960 w 76108"/>
                <a:gd name="connsiteY9" fmla="*/ 14371 h 79417"/>
                <a:gd name="connsiteX10" fmla="*/ 19966 w 76108"/>
                <a:gd name="connsiteY10" fmla="*/ 22544 h 79417"/>
                <a:gd name="connsiteX11" fmla="*/ 14407 w 76108"/>
                <a:gd name="connsiteY11" fmla="*/ 33332 h 79417"/>
                <a:gd name="connsiteX12" fmla="*/ 9179 w 76108"/>
                <a:gd name="connsiteY12" fmla="*/ 38196 h 79417"/>
                <a:gd name="connsiteX13" fmla="*/ 2759 w 76108"/>
                <a:gd name="connsiteY13" fmla="*/ 39685 h 79417"/>
                <a:gd name="connsiteX14" fmla="*/ 5439 w 76108"/>
                <a:gd name="connsiteY14" fmla="*/ 46303 h 79417"/>
                <a:gd name="connsiteX15" fmla="*/ 26617 w 76108"/>
                <a:gd name="connsiteY15" fmla="*/ 66720 h 79417"/>
                <a:gd name="connsiteX16" fmla="*/ 32573 w 76108"/>
                <a:gd name="connsiteY16" fmla="*/ 73769 h 79417"/>
                <a:gd name="connsiteX17" fmla="*/ 42203 w 76108"/>
                <a:gd name="connsiteY17" fmla="*/ 74431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108" h="79417">
                  <a:moveTo>
                    <a:pt x="42203" y="74430"/>
                  </a:moveTo>
                  <a:cubicBezTo>
                    <a:pt x="46008" y="76350"/>
                    <a:pt x="55439" y="74430"/>
                    <a:pt x="59377" y="77276"/>
                  </a:cubicBezTo>
                  <a:cubicBezTo>
                    <a:pt x="62040" y="78648"/>
                    <a:pt x="65115" y="78989"/>
                    <a:pt x="68013" y="78236"/>
                  </a:cubicBezTo>
                  <a:cubicBezTo>
                    <a:pt x="66888" y="76614"/>
                    <a:pt x="66028" y="75324"/>
                    <a:pt x="65598" y="74530"/>
                  </a:cubicBezTo>
                  <a:cubicBezTo>
                    <a:pt x="62918" y="69533"/>
                    <a:pt x="67517" y="59507"/>
                    <a:pt x="69834" y="52161"/>
                  </a:cubicBezTo>
                  <a:cubicBezTo>
                    <a:pt x="72150" y="44815"/>
                    <a:pt x="67914" y="27144"/>
                    <a:pt x="72150" y="22379"/>
                  </a:cubicBezTo>
                  <a:cubicBezTo>
                    <a:pt x="76385" y="17614"/>
                    <a:pt x="74069" y="15033"/>
                    <a:pt x="76021" y="4245"/>
                  </a:cubicBezTo>
                  <a:cubicBezTo>
                    <a:pt x="76070" y="3662"/>
                    <a:pt x="76070" y="3075"/>
                    <a:pt x="76021" y="2492"/>
                  </a:cubicBezTo>
                  <a:cubicBezTo>
                    <a:pt x="67352" y="2161"/>
                    <a:pt x="58483" y="10334"/>
                    <a:pt x="55704" y="10665"/>
                  </a:cubicBezTo>
                  <a:cubicBezTo>
                    <a:pt x="52395" y="11029"/>
                    <a:pt x="40449" y="8051"/>
                    <a:pt x="38960" y="14371"/>
                  </a:cubicBezTo>
                  <a:cubicBezTo>
                    <a:pt x="37471" y="20691"/>
                    <a:pt x="30025" y="21817"/>
                    <a:pt x="19966" y="22544"/>
                  </a:cubicBezTo>
                  <a:cubicBezTo>
                    <a:pt x="9906" y="23273"/>
                    <a:pt x="15135" y="31843"/>
                    <a:pt x="14407" y="33332"/>
                  </a:cubicBezTo>
                  <a:cubicBezTo>
                    <a:pt x="12880" y="35171"/>
                    <a:pt x="11123" y="36806"/>
                    <a:pt x="9179" y="38196"/>
                  </a:cubicBezTo>
                  <a:lnTo>
                    <a:pt x="2759" y="39685"/>
                  </a:lnTo>
                  <a:cubicBezTo>
                    <a:pt x="1916" y="42250"/>
                    <a:pt x="3049" y="45048"/>
                    <a:pt x="5439" y="46303"/>
                  </a:cubicBezTo>
                  <a:cubicBezTo>
                    <a:pt x="11594" y="49612"/>
                    <a:pt x="20065" y="63246"/>
                    <a:pt x="26617" y="66720"/>
                  </a:cubicBezTo>
                  <a:cubicBezTo>
                    <a:pt x="29457" y="68189"/>
                    <a:pt x="31599" y="70723"/>
                    <a:pt x="32573" y="73769"/>
                  </a:cubicBezTo>
                  <a:cubicBezTo>
                    <a:pt x="35793" y="73274"/>
                    <a:pt x="39082" y="73500"/>
                    <a:pt x="42203" y="7443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9BA86513-8BD8-F040-BBE3-42FA2A6B01CD}"/>
                </a:ext>
              </a:extLst>
            </p:cNvPr>
            <p:cNvSpPr/>
            <p:nvPr/>
          </p:nvSpPr>
          <p:spPr>
            <a:xfrm>
              <a:off x="2897822" y="2938968"/>
              <a:ext cx="59563" cy="49636"/>
            </a:xfrm>
            <a:custGeom>
              <a:avLst/>
              <a:gdLst>
                <a:gd name="connsiteX0" fmla="*/ 56050 w 59562"/>
                <a:gd name="connsiteY0" fmla="*/ 39632 h 49635"/>
                <a:gd name="connsiteX1" fmla="*/ 58697 w 59562"/>
                <a:gd name="connsiteY1" fmla="*/ 28579 h 49635"/>
                <a:gd name="connsiteX2" fmla="*/ 41523 w 59562"/>
                <a:gd name="connsiteY2" fmla="*/ 7137 h 49635"/>
                <a:gd name="connsiteX3" fmla="*/ 32886 w 59562"/>
                <a:gd name="connsiteY3" fmla="*/ 6177 h 49635"/>
                <a:gd name="connsiteX4" fmla="*/ 15712 w 59562"/>
                <a:gd name="connsiteY4" fmla="*/ 3331 h 49635"/>
                <a:gd name="connsiteX5" fmla="*/ 6116 w 59562"/>
                <a:gd name="connsiteY5" fmla="*/ 2769 h 49635"/>
                <a:gd name="connsiteX6" fmla="*/ 4792 w 59562"/>
                <a:gd name="connsiteY6" fmla="*/ 9618 h 49635"/>
                <a:gd name="connsiteX7" fmla="*/ 9425 w 59562"/>
                <a:gd name="connsiteY7" fmla="*/ 24608 h 49635"/>
                <a:gd name="connsiteX8" fmla="*/ 19352 w 59562"/>
                <a:gd name="connsiteY8" fmla="*/ 22722 h 49635"/>
                <a:gd name="connsiteX9" fmla="*/ 27062 w 59562"/>
                <a:gd name="connsiteY9" fmla="*/ 29341 h 49635"/>
                <a:gd name="connsiteX10" fmla="*/ 39372 w 59562"/>
                <a:gd name="connsiteY10" fmla="*/ 40128 h 49635"/>
                <a:gd name="connsiteX11" fmla="*/ 49299 w 59562"/>
                <a:gd name="connsiteY11" fmla="*/ 48996 h 49635"/>
                <a:gd name="connsiteX12" fmla="*/ 53502 w 59562"/>
                <a:gd name="connsiteY12" fmla="*/ 49327 h 49635"/>
                <a:gd name="connsiteX13" fmla="*/ 56050 w 59562"/>
                <a:gd name="connsiteY13" fmla="*/ 39632 h 4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562" h="49635">
                  <a:moveTo>
                    <a:pt x="56050" y="39632"/>
                  </a:moveTo>
                  <a:cubicBezTo>
                    <a:pt x="55447" y="35743"/>
                    <a:pt x="56398" y="31773"/>
                    <a:pt x="58697" y="28579"/>
                  </a:cubicBezTo>
                  <a:cubicBezTo>
                    <a:pt x="52515" y="21811"/>
                    <a:pt x="46778" y="14648"/>
                    <a:pt x="41523" y="7137"/>
                  </a:cubicBezTo>
                  <a:cubicBezTo>
                    <a:pt x="38624" y="7890"/>
                    <a:pt x="35549" y="7548"/>
                    <a:pt x="32886" y="6177"/>
                  </a:cubicBezTo>
                  <a:cubicBezTo>
                    <a:pt x="29081" y="3331"/>
                    <a:pt x="19650" y="5251"/>
                    <a:pt x="15712" y="3331"/>
                  </a:cubicBezTo>
                  <a:cubicBezTo>
                    <a:pt x="12594" y="2439"/>
                    <a:pt x="9317" y="2247"/>
                    <a:pt x="6116" y="2769"/>
                  </a:cubicBezTo>
                  <a:cubicBezTo>
                    <a:pt x="7198" y="5098"/>
                    <a:pt x="6665" y="7860"/>
                    <a:pt x="4792" y="9618"/>
                  </a:cubicBezTo>
                  <a:cubicBezTo>
                    <a:pt x="1318" y="11902"/>
                    <a:pt x="954" y="21167"/>
                    <a:pt x="9425" y="24608"/>
                  </a:cubicBezTo>
                  <a:cubicBezTo>
                    <a:pt x="17896" y="28050"/>
                    <a:pt x="15216" y="22722"/>
                    <a:pt x="19352" y="22722"/>
                  </a:cubicBezTo>
                  <a:cubicBezTo>
                    <a:pt x="23489" y="22722"/>
                    <a:pt x="23191" y="29341"/>
                    <a:pt x="27062" y="29341"/>
                  </a:cubicBezTo>
                  <a:cubicBezTo>
                    <a:pt x="30934" y="29341"/>
                    <a:pt x="39769" y="33973"/>
                    <a:pt x="39372" y="40128"/>
                  </a:cubicBezTo>
                  <a:cubicBezTo>
                    <a:pt x="38975" y="46283"/>
                    <a:pt x="42483" y="48996"/>
                    <a:pt x="49299" y="48996"/>
                  </a:cubicBezTo>
                  <a:cubicBezTo>
                    <a:pt x="50706" y="49018"/>
                    <a:pt x="52109" y="49129"/>
                    <a:pt x="53502" y="49327"/>
                  </a:cubicBezTo>
                  <a:cubicBezTo>
                    <a:pt x="54825" y="45091"/>
                    <a:pt x="56579" y="41782"/>
                    <a:pt x="56050" y="3963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F6805F5A-4BBC-B94C-A976-72B793CE3D7D}"/>
                </a:ext>
              </a:extLst>
            </p:cNvPr>
            <p:cNvSpPr/>
            <p:nvPr/>
          </p:nvSpPr>
          <p:spPr>
            <a:xfrm>
              <a:off x="2949008" y="2963550"/>
              <a:ext cx="105890" cy="46327"/>
            </a:xfrm>
            <a:custGeom>
              <a:avLst/>
              <a:gdLst>
                <a:gd name="connsiteX0" fmla="*/ 93084 w 105889"/>
                <a:gd name="connsiteY0" fmla="*/ 15083 h 46326"/>
                <a:gd name="connsiteX1" fmla="*/ 68795 w 105889"/>
                <a:gd name="connsiteY1" fmla="*/ 3501 h 46326"/>
                <a:gd name="connsiteX2" fmla="*/ 44143 w 105889"/>
                <a:gd name="connsiteY2" fmla="*/ 12766 h 46326"/>
                <a:gd name="connsiteX3" fmla="*/ 16380 w 105889"/>
                <a:gd name="connsiteY3" fmla="*/ 12005 h 46326"/>
                <a:gd name="connsiteX4" fmla="*/ 7445 w 105889"/>
                <a:gd name="connsiteY4" fmla="*/ 3998 h 46326"/>
                <a:gd name="connsiteX5" fmla="*/ 4798 w 105889"/>
                <a:gd name="connsiteY5" fmla="*/ 15050 h 46326"/>
                <a:gd name="connsiteX6" fmla="*/ 2482 w 105889"/>
                <a:gd name="connsiteY6" fmla="*/ 24646 h 46326"/>
                <a:gd name="connsiteX7" fmla="*/ 24851 w 105889"/>
                <a:gd name="connsiteY7" fmla="*/ 34573 h 46326"/>
                <a:gd name="connsiteX8" fmla="*/ 37591 w 105889"/>
                <a:gd name="connsiteY8" fmla="*/ 43044 h 46326"/>
                <a:gd name="connsiteX9" fmla="*/ 51059 w 105889"/>
                <a:gd name="connsiteY9" fmla="*/ 39570 h 46326"/>
                <a:gd name="connsiteX10" fmla="*/ 46062 w 105889"/>
                <a:gd name="connsiteY10" fmla="*/ 29940 h 46326"/>
                <a:gd name="connsiteX11" fmla="*/ 55327 w 105889"/>
                <a:gd name="connsiteY11" fmla="*/ 21469 h 46326"/>
                <a:gd name="connsiteX12" fmla="*/ 74586 w 105889"/>
                <a:gd name="connsiteY12" fmla="*/ 15281 h 46326"/>
                <a:gd name="connsiteX13" fmla="*/ 79583 w 105889"/>
                <a:gd name="connsiteY13" fmla="*/ 27260 h 46326"/>
                <a:gd name="connsiteX14" fmla="*/ 89841 w 105889"/>
                <a:gd name="connsiteY14" fmla="*/ 45327 h 46326"/>
                <a:gd name="connsiteX15" fmla="*/ 101555 w 105889"/>
                <a:gd name="connsiteY15" fmla="*/ 33977 h 46326"/>
                <a:gd name="connsiteX16" fmla="*/ 103937 w 105889"/>
                <a:gd name="connsiteY16" fmla="*/ 28517 h 46326"/>
                <a:gd name="connsiteX17" fmla="*/ 93084 w 105889"/>
                <a:gd name="connsiteY17" fmla="*/ 15083 h 4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89" h="46326">
                  <a:moveTo>
                    <a:pt x="93084" y="15083"/>
                  </a:moveTo>
                  <a:cubicBezTo>
                    <a:pt x="86929" y="5817"/>
                    <a:pt x="75744" y="6612"/>
                    <a:pt x="68795" y="3501"/>
                  </a:cubicBezTo>
                  <a:cubicBezTo>
                    <a:pt x="61846" y="391"/>
                    <a:pt x="53011" y="4659"/>
                    <a:pt x="44143" y="12766"/>
                  </a:cubicBezTo>
                  <a:cubicBezTo>
                    <a:pt x="35275" y="20874"/>
                    <a:pt x="24090" y="16075"/>
                    <a:pt x="16380" y="12005"/>
                  </a:cubicBezTo>
                  <a:cubicBezTo>
                    <a:pt x="13056" y="9749"/>
                    <a:pt x="10051" y="7056"/>
                    <a:pt x="7445" y="3998"/>
                  </a:cubicBezTo>
                  <a:cubicBezTo>
                    <a:pt x="5146" y="7191"/>
                    <a:pt x="4196" y="11161"/>
                    <a:pt x="4798" y="15050"/>
                  </a:cubicBezTo>
                  <a:cubicBezTo>
                    <a:pt x="5394" y="17200"/>
                    <a:pt x="3640" y="20510"/>
                    <a:pt x="2482" y="24646"/>
                  </a:cubicBezTo>
                  <a:cubicBezTo>
                    <a:pt x="10093" y="25572"/>
                    <a:pt x="20020" y="28948"/>
                    <a:pt x="24851" y="34573"/>
                  </a:cubicBezTo>
                  <a:cubicBezTo>
                    <a:pt x="30642" y="41522"/>
                    <a:pt x="34116" y="36856"/>
                    <a:pt x="37591" y="43044"/>
                  </a:cubicBezTo>
                  <a:cubicBezTo>
                    <a:pt x="41065" y="49232"/>
                    <a:pt x="49139" y="43408"/>
                    <a:pt x="51059" y="39570"/>
                  </a:cubicBezTo>
                  <a:cubicBezTo>
                    <a:pt x="52978" y="35731"/>
                    <a:pt x="46823" y="34176"/>
                    <a:pt x="46062" y="29940"/>
                  </a:cubicBezTo>
                  <a:cubicBezTo>
                    <a:pt x="45301" y="25705"/>
                    <a:pt x="53772" y="27260"/>
                    <a:pt x="55327" y="21469"/>
                  </a:cubicBezTo>
                  <a:cubicBezTo>
                    <a:pt x="56883" y="15678"/>
                    <a:pt x="69192" y="12965"/>
                    <a:pt x="74586" y="15281"/>
                  </a:cubicBezTo>
                  <a:cubicBezTo>
                    <a:pt x="79980" y="17598"/>
                    <a:pt x="84513" y="21469"/>
                    <a:pt x="79583" y="27260"/>
                  </a:cubicBezTo>
                  <a:cubicBezTo>
                    <a:pt x="75877" y="31562"/>
                    <a:pt x="83488" y="39272"/>
                    <a:pt x="89841" y="45327"/>
                  </a:cubicBezTo>
                  <a:cubicBezTo>
                    <a:pt x="93545" y="41342"/>
                    <a:pt x="97455" y="37554"/>
                    <a:pt x="101555" y="33977"/>
                  </a:cubicBezTo>
                  <a:cubicBezTo>
                    <a:pt x="102924" y="32467"/>
                    <a:pt x="103761" y="30549"/>
                    <a:pt x="103937" y="28517"/>
                  </a:cubicBezTo>
                  <a:cubicBezTo>
                    <a:pt x="100827" y="27260"/>
                    <a:pt x="97518" y="21502"/>
                    <a:pt x="93084" y="1508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BA2C337-5F25-EC45-9468-41C0C52D112C}"/>
                </a:ext>
              </a:extLst>
            </p:cNvPr>
            <p:cNvSpPr/>
            <p:nvPr/>
          </p:nvSpPr>
          <p:spPr>
            <a:xfrm>
              <a:off x="2921796" y="2720282"/>
              <a:ext cx="181998" cy="62872"/>
            </a:xfrm>
            <a:custGeom>
              <a:avLst/>
              <a:gdLst>
                <a:gd name="connsiteX0" fmla="*/ 148456 w 181998"/>
                <a:gd name="connsiteY0" fmla="*/ 37901 h 62872"/>
                <a:gd name="connsiteX1" fmla="*/ 64406 w 181998"/>
                <a:gd name="connsiteY1" fmla="*/ 3950 h 62872"/>
                <a:gd name="connsiteX2" fmla="*/ 2725 w 181998"/>
                <a:gd name="connsiteY2" fmla="*/ 25525 h 62872"/>
                <a:gd name="connsiteX3" fmla="*/ 32804 w 181998"/>
                <a:gd name="connsiteY3" fmla="*/ 11660 h 62872"/>
                <a:gd name="connsiteX4" fmla="*/ 49747 w 181998"/>
                <a:gd name="connsiteY4" fmla="*/ 18609 h 62872"/>
                <a:gd name="connsiteX5" fmla="*/ 79065 w 181998"/>
                <a:gd name="connsiteY5" fmla="*/ 25525 h 62872"/>
                <a:gd name="connsiteX6" fmla="*/ 116060 w 181998"/>
                <a:gd name="connsiteY6" fmla="*/ 44817 h 62872"/>
                <a:gd name="connsiteX7" fmla="*/ 124531 w 181998"/>
                <a:gd name="connsiteY7" fmla="*/ 58682 h 62872"/>
                <a:gd name="connsiteX8" fmla="*/ 180785 w 181998"/>
                <a:gd name="connsiteY8" fmla="*/ 57160 h 62872"/>
                <a:gd name="connsiteX9" fmla="*/ 148456 w 181998"/>
                <a:gd name="connsiteY9" fmla="*/ 37901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98" h="62872">
                  <a:moveTo>
                    <a:pt x="148456" y="37901"/>
                  </a:moveTo>
                  <a:cubicBezTo>
                    <a:pt x="136874" y="37901"/>
                    <a:pt x="99085" y="11660"/>
                    <a:pt x="64406" y="3950"/>
                  </a:cubicBezTo>
                  <a:cubicBezTo>
                    <a:pt x="29727" y="-3760"/>
                    <a:pt x="-551" y="21190"/>
                    <a:pt x="2725" y="25525"/>
                  </a:cubicBezTo>
                  <a:cubicBezTo>
                    <a:pt x="7358" y="31713"/>
                    <a:pt x="24333" y="17815"/>
                    <a:pt x="32804" y="11660"/>
                  </a:cubicBezTo>
                  <a:cubicBezTo>
                    <a:pt x="41276" y="5505"/>
                    <a:pt x="48986" y="14738"/>
                    <a:pt x="49747" y="18609"/>
                  </a:cubicBezTo>
                  <a:cubicBezTo>
                    <a:pt x="50508" y="22481"/>
                    <a:pt x="61329" y="24764"/>
                    <a:pt x="79065" y="25525"/>
                  </a:cubicBezTo>
                  <a:cubicBezTo>
                    <a:pt x="96802" y="26286"/>
                    <a:pt x="99085" y="40946"/>
                    <a:pt x="116060" y="44817"/>
                  </a:cubicBezTo>
                  <a:cubicBezTo>
                    <a:pt x="133036" y="48689"/>
                    <a:pt x="116060" y="55605"/>
                    <a:pt x="124531" y="58682"/>
                  </a:cubicBezTo>
                  <a:cubicBezTo>
                    <a:pt x="133003" y="61759"/>
                    <a:pt x="177741" y="60998"/>
                    <a:pt x="180785" y="57160"/>
                  </a:cubicBezTo>
                  <a:cubicBezTo>
                    <a:pt x="183830" y="53321"/>
                    <a:pt x="160005" y="37901"/>
                    <a:pt x="148456" y="3790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33987681-5FFA-6643-8145-B989F2129580}"/>
                </a:ext>
              </a:extLst>
            </p:cNvPr>
            <p:cNvSpPr/>
            <p:nvPr/>
          </p:nvSpPr>
          <p:spPr>
            <a:xfrm>
              <a:off x="3028183" y="2805903"/>
              <a:ext cx="39709" cy="16545"/>
            </a:xfrm>
            <a:custGeom>
              <a:avLst/>
              <a:gdLst>
                <a:gd name="connsiteX0" fmla="*/ 2724 w 39708"/>
                <a:gd name="connsiteY0" fmla="*/ 5457 h 16545"/>
                <a:gd name="connsiteX1" fmla="*/ 38197 w 39708"/>
                <a:gd name="connsiteY1" fmla="*/ 11612 h 16545"/>
                <a:gd name="connsiteX2" fmla="*/ 2724 w 39708"/>
                <a:gd name="connsiteY2" fmla="*/ 5457 h 1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08" h="16545">
                  <a:moveTo>
                    <a:pt x="2724" y="5457"/>
                  </a:moveTo>
                  <a:cubicBezTo>
                    <a:pt x="5801" y="10851"/>
                    <a:pt x="35120" y="18693"/>
                    <a:pt x="38197" y="11612"/>
                  </a:cubicBezTo>
                  <a:cubicBezTo>
                    <a:pt x="41274" y="4531"/>
                    <a:pt x="-1081" y="-1260"/>
                    <a:pt x="2724" y="545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34F8ABED-F299-2F41-A407-31D3C89C059F}"/>
                </a:ext>
              </a:extLst>
            </p:cNvPr>
            <p:cNvSpPr/>
            <p:nvPr/>
          </p:nvSpPr>
          <p:spPr>
            <a:xfrm>
              <a:off x="3225731" y="2803417"/>
              <a:ext cx="33091" cy="16545"/>
            </a:xfrm>
            <a:custGeom>
              <a:avLst/>
              <a:gdLst>
                <a:gd name="connsiteX0" fmla="*/ 3322 w 33090"/>
                <a:gd name="connsiteY0" fmla="*/ 9466 h 16545"/>
                <a:gd name="connsiteX1" fmla="*/ 31846 w 33090"/>
                <a:gd name="connsiteY1" fmla="*/ 9466 h 16545"/>
                <a:gd name="connsiteX2" fmla="*/ 3322 w 33090"/>
                <a:gd name="connsiteY2" fmla="*/ 9466 h 1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0" h="16545">
                  <a:moveTo>
                    <a:pt x="3322" y="9466"/>
                  </a:moveTo>
                  <a:cubicBezTo>
                    <a:pt x="10271" y="20286"/>
                    <a:pt x="30092" y="13834"/>
                    <a:pt x="31846" y="9466"/>
                  </a:cubicBezTo>
                  <a:cubicBezTo>
                    <a:pt x="34923" y="1756"/>
                    <a:pt x="-3627" y="-1322"/>
                    <a:pt x="3322" y="946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1CD1ADA-3D33-3844-8BBD-396FB979798C}"/>
                </a:ext>
              </a:extLst>
            </p:cNvPr>
            <p:cNvSpPr/>
            <p:nvPr/>
          </p:nvSpPr>
          <p:spPr>
            <a:xfrm>
              <a:off x="3319791" y="2943979"/>
              <a:ext cx="19854" cy="16545"/>
            </a:xfrm>
            <a:custGeom>
              <a:avLst/>
              <a:gdLst>
                <a:gd name="connsiteX0" fmla="*/ 3603 w 19854"/>
                <a:gd name="connsiteY0" fmla="*/ 15362 h 16545"/>
                <a:gd name="connsiteX1" fmla="*/ 3172 w 19854"/>
                <a:gd name="connsiteY1" fmla="*/ 7189 h 16545"/>
                <a:gd name="connsiteX2" fmla="*/ 15912 w 19854"/>
                <a:gd name="connsiteY2" fmla="*/ 3615 h 16545"/>
                <a:gd name="connsiteX3" fmla="*/ 16806 w 19854"/>
                <a:gd name="connsiteY3" fmla="*/ 13741 h 16545"/>
                <a:gd name="connsiteX4" fmla="*/ 3603 w 19854"/>
                <a:gd name="connsiteY4" fmla="*/ 15362 h 1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4" h="16545">
                  <a:moveTo>
                    <a:pt x="3603" y="15362"/>
                  </a:moveTo>
                  <a:cubicBezTo>
                    <a:pt x="1286" y="13211"/>
                    <a:pt x="6912" y="8976"/>
                    <a:pt x="3172" y="7189"/>
                  </a:cubicBezTo>
                  <a:cubicBezTo>
                    <a:pt x="-567" y="5402"/>
                    <a:pt x="11908" y="207"/>
                    <a:pt x="15912" y="3615"/>
                  </a:cubicBezTo>
                  <a:cubicBezTo>
                    <a:pt x="19916" y="7024"/>
                    <a:pt x="20380" y="12252"/>
                    <a:pt x="16806" y="13741"/>
                  </a:cubicBezTo>
                  <a:cubicBezTo>
                    <a:pt x="13232" y="15230"/>
                    <a:pt x="5687" y="17414"/>
                    <a:pt x="3603" y="1536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5169E5A-895F-AB44-AEB8-FB4E5C051F44}"/>
                </a:ext>
              </a:extLst>
            </p:cNvPr>
            <p:cNvSpPr/>
            <p:nvPr/>
          </p:nvSpPr>
          <p:spPr>
            <a:xfrm>
              <a:off x="5584926" y="4066500"/>
              <a:ext cx="39709" cy="26472"/>
            </a:xfrm>
            <a:custGeom>
              <a:avLst/>
              <a:gdLst>
                <a:gd name="connsiteX0" fmla="*/ 14304 w 39708"/>
                <a:gd name="connsiteY0" fmla="*/ 3426 h 26472"/>
                <a:gd name="connsiteX1" fmla="*/ 8281 w 39708"/>
                <a:gd name="connsiteY1" fmla="*/ 23016 h 26472"/>
                <a:gd name="connsiteX2" fmla="*/ 22577 w 39708"/>
                <a:gd name="connsiteY2" fmla="*/ 23016 h 26472"/>
                <a:gd name="connsiteX3" fmla="*/ 35783 w 39708"/>
                <a:gd name="connsiteY3" fmla="*/ 21150 h 26472"/>
                <a:gd name="connsiteX4" fmla="*/ 37633 w 39708"/>
                <a:gd name="connsiteY4" fmla="*/ 16398 h 26472"/>
                <a:gd name="connsiteX5" fmla="*/ 14304 w 39708"/>
                <a:gd name="connsiteY5" fmla="*/ 3426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8" h="26472">
                  <a:moveTo>
                    <a:pt x="14304" y="3426"/>
                  </a:moveTo>
                  <a:cubicBezTo>
                    <a:pt x="12054" y="-1835"/>
                    <a:pt x="-6808" y="16299"/>
                    <a:pt x="8281" y="23016"/>
                  </a:cubicBezTo>
                  <a:cubicBezTo>
                    <a:pt x="14900" y="25994"/>
                    <a:pt x="18209" y="19244"/>
                    <a:pt x="22577" y="23016"/>
                  </a:cubicBezTo>
                  <a:cubicBezTo>
                    <a:pt x="26739" y="26147"/>
                    <a:pt x="32651" y="25312"/>
                    <a:pt x="35783" y="21150"/>
                  </a:cubicBezTo>
                  <a:cubicBezTo>
                    <a:pt x="36824" y="19766"/>
                    <a:pt x="37464" y="18122"/>
                    <a:pt x="37633" y="16398"/>
                  </a:cubicBezTo>
                  <a:cubicBezTo>
                    <a:pt x="39122" y="7066"/>
                    <a:pt x="16554" y="8555"/>
                    <a:pt x="14304" y="342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A5BEDFC5-B374-B54E-90D7-89B51E691539}"/>
                </a:ext>
              </a:extLst>
            </p:cNvPr>
            <p:cNvSpPr/>
            <p:nvPr/>
          </p:nvSpPr>
          <p:spPr>
            <a:xfrm>
              <a:off x="4650906" y="2057964"/>
              <a:ext cx="168762" cy="138980"/>
            </a:xfrm>
            <a:custGeom>
              <a:avLst/>
              <a:gdLst>
                <a:gd name="connsiteX0" fmla="*/ 4382 w 168761"/>
                <a:gd name="connsiteY0" fmla="*/ 29838 h 138980"/>
                <a:gd name="connsiteX1" fmla="*/ 4018 w 168761"/>
                <a:gd name="connsiteY1" fmla="*/ 47938 h 138980"/>
                <a:gd name="connsiteX2" fmla="*/ 5177 w 168761"/>
                <a:gd name="connsiteY2" fmla="*/ 54854 h 138980"/>
                <a:gd name="connsiteX3" fmla="*/ 9048 w 168761"/>
                <a:gd name="connsiteY3" fmla="*/ 63359 h 138980"/>
                <a:gd name="connsiteX4" fmla="*/ 11365 w 168761"/>
                <a:gd name="connsiteY4" fmla="*/ 72624 h 138980"/>
                <a:gd name="connsiteX5" fmla="*/ 15600 w 168761"/>
                <a:gd name="connsiteY5" fmla="*/ 86489 h 138980"/>
                <a:gd name="connsiteX6" fmla="*/ 16130 w 168761"/>
                <a:gd name="connsiteY6" fmla="*/ 94265 h 138980"/>
                <a:gd name="connsiteX7" fmla="*/ 26057 w 168761"/>
                <a:gd name="connsiteY7" fmla="*/ 100089 h 138980"/>
                <a:gd name="connsiteX8" fmla="*/ 37539 w 168761"/>
                <a:gd name="connsiteY8" fmla="*/ 108130 h 138980"/>
                <a:gd name="connsiteX9" fmla="*/ 46738 w 168761"/>
                <a:gd name="connsiteY9" fmla="*/ 112167 h 138980"/>
                <a:gd name="connsiteX10" fmla="*/ 56665 w 168761"/>
                <a:gd name="connsiteY10" fmla="*/ 110446 h 138980"/>
                <a:gd name="connsiteX11" fmla="*/ 61232 w 168761"/>
                <a:gd name="connsiteY11" fmla="*/ 116734 h 138980"/>
                <a:gd name="connsiteX12" fmla="*/ 72748 w 168761"/>
                <a:gd name="connsiteY12" fmla="*/ 119613 h 138980"/>
                <a:gd name="connsiteX13" fmla="*/ 80789 w 168761"/>
                <a:gd name="connsiteY13" fmla="*/ 129970 h 138980"/>
                <a:gd name="connsiteX14" fmla="*/ 91113 w 168761"/>
                <a:gd name="connsiteY14" fmla="*/ 128812 h 138980"/>
                <a:gd name="connsiteX15" fmla="*/ 106037 w 168761"/>
                <a:gd name="connsiteY15" fmla="*/ 130532 h 138980"/>
                <a:gd name="connsiteX16" fmla="*/ 119273 w 168761"/>
                <a:gd name="connsiteY16" fmla="*/ 131691 h 138980"/>
                <a:gd name="connsiteX17" fmla="*/ 134197 w 168761"/>
                <a:gd name="connsiteY17" fmla="*/ 135000 h 138980"/>
                <a:gd name="connsiteX18" fmla="*/ 144389 w 168761"/>
                <a:gd name="connsiteY18" fmla="*/ 137448 h 138980"/>
                <a:gd name="connsiteX19" fmla="*/ 143661 w 168761"/>
                <a:gd name="connsiteY19" fmla="*/ 126032 h 138980"/>
                <a:gd name="connsiteX20" fmla="*/ 159842 w 168761"/>
                <a:gd name="connsiteY20" fmla="*/ 109487 h 138980"/>
                <a:gd name="connsiteX21" fmla="*/ 167552 w 168761"/>
                <a:gd name="connsiteY21" fmla="*/ 103299 h 138980"/>
                <a:gd name="connsiteX22" fmla="*/ 160603 w 168761"/>
                <a:gd name="connsiteY22" fmla="*/ 86357 h 138980"/>
                <a:gd name="connsiteX23" fmla="*/ 159478 w 168761"/>
                <a:gd name="connsiteY23" fmla="*/ 70936 h 138980"/>
                <a:gd name="connsiteX24" fmla="*/ 153687 w 168761"/>
                <a:gd name="connsiteY24" fmla="*/ 62068 h 138980"/>
                <a:gd name="connsiteX25" fmla="*/ 163614 w 168761"/>
                <a:gd name="connsiteY25" fmla="*/ 53200 h 138980"/>
                <a:gd name="connsiteX26" fmla="*/ 162820 w 168761"/>
                <a:gd name="connsiteY26" fmla="*/ 38177 h 138980"/>
                <a:gd name="connsiteX27" fmla="*/ 160140 w 168761"/>
                <a:gd name="connsiteY27" fmla="*/ 24940 h 138980"/>
                <a:gd name="connsiteX28" fmla="*/ 146639 w 168761"/>
                <a:gd name="connsiteY28" fmla="*/ 15311 h 138980"/>
                <a:gd name="connsiteX29" fmla="*/ 146010 w 168761"/>
                <a:gd name="connsiteY29" fmla="*/ 14484 h 138980"/>
                <a:gd name="connsiteX30" fmla="*/ 100808 w 168761"/>
                <a:gd name="connsiteY30" fmla="*/ 12598 h 138980"/>
                <a:gd name="connsiteX31" fmla="*/ 92039 w 168761"/>
                <a:gd name="connsiteY31" fmla="*/ 9289 h 138980"/>
                <a:gd name="connsiteX32" fmla="*/ 82509 w 168761"/>
                <a:gd name="connsiteY32" fmla="*/ 14186 h 138980"/>
                <a:gd name="connsiteX33" fmla="*/ 74303 w 168761"/>
                <a:gd name="connsiteY33" fmla="*/ 3399 h 138980"/>
                <a:gd name="connsiteX34" fmla="*/ 36249 w 168761"/>
                <a:gd name="connsiteY34" fmla="*/ 14186 h 138980"/>
                <a:gd name="connsiteX35" fmla="*/ 9280 w 168761"/>
                <a:gd name="connsiteY35" fmla="*/ 23418 h 138980"/>
                <a:gd name="connsiteX36" fmla="*/ 4316 w 168761"/>
                <a:gd name="connsiteY36" fmla="*/ 27356 h 138980"/>
                <a:gd name="connsiteX37" fmla="*/ 4383 w 168761"/>
                <a:gd name="connsiteY37" fmla="*/ 29838 h 13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68761" h="138980">
                  <a:moveTo>
                    <a:pt x="4382" y="29838"/>
                  </a:moveTo>
                  <a:cubicBezTo>
                    <a:pt x="5574" y="32915"/>
                    <a:pt x="6732" y="43703"/>
                    <a:pt x="4018" y="47938"/>
                  </a:cubicBezTo>
                  <a:cubicBezTo>
                    <a:pt x="1305" y="52174"/>
                    <a:pt x="2496" y="53332"/>
                    <a:pt x="5177" y="54854"/>
                  </a:cubicBezTo>
                  <a:cubicBezTo>
                    <a:pt x="7804" y="56867"/>
                    <a:pt x="9256" y="60056"/>
                    <a:pt x="9048" y="63359"/>
                  </a:cubicBezTo>
                  <a:cubicBezTo>
                    <a:pt x="9048" y="66436"/>
                    <a:pt x="10967" y="66072"/>
                    <a:pt x="11365" y="72624"/>
                  </a:cubicBezTo>
                  <a:cubicBezTo>
                    <a:pt x="11282" y="77576"/>
                    <a:pt x="12764" y="82428"/>
                    <a:pt x="15600" y="86489"/>
                  </a:cubicBezTo>
                  <a:cubicBezTo>
                    <a:pt x="17124" y="88810"/>
                    <a:pt x="17325" y="91759"/>
                    <a:pt x="16130" y="94265"/>
                  </a:cubicBezTo>
                  <a:cubicBezTo>
                    <a:pt x="19156" y="96653"/>
                    <a:pt x="22496" y="98613"/>
                    <a:pt x="26057" y="100089"/>
                  </a:cubicBezTo>
                  <a:cubicBezTo>
                    <a:pt x="34098" y="102968"/>
                    <a:pt x="36977" y="105251"/>
                    <a:pt x="37539" y="108130"/>
                  </a:cubicBezTo>
                  <a:cubicBezTo>
                    <a:pt x="38102" y="111009"/>
                    <a:pt x="45018" y="116171"/>
                    <a:pt x="46738" y="112167"/>
                  </a:cubicBezTo>
                  <a:cubicBezTo>
                    <a:pt x="48459" y="108163"/>
                    <a:pt x="53059" y="110446"/>
                    <a:pt x="56665" y="110446"/>
                  </a:cubicBezTo>
                  <a:cubicBezTo>
                    <a:pt x="60272" y="110446"/>
                    <a:pt x="60703" y="114450"/>
                    <a:pt x="61232" y="116734"/>
                  </a:cubicBezTo>
                  <a:cubicBezTo>
                    <a:pt x="61761" y="119017"/>
                    <a:pt x="69869" y="117925"/>
                    <a:pt x="72748" y="119613"/>
                  </a:cubicBezTo>
                  <a:cubicBezTo>
                    <a:pt x="75626" y="121300"/>
                    <a:pt x="76751" y="127654"/>
                    <a:pt x="80789" y="129970"/>
                  </a:cubicBezTo>
                  <a:cubicBezTo>
                    <a:pt x="84826" y="132286"/>
                    <a:pt x="88234" y="127091"/>
                    <a:pt x="91113" y="128812"/>
                  </a:cubicBezTo>
                  <a:cubicBezTo>
                    <a:pt x="95716" y="131169"/>
                    <a:pt x="101018" y="131780"/>
                    <a:pt x="106037" y="130532"/>
                  </a:cubicBezTo>
                  <a:cubicBezTo>
                    <a:pt x="110636" y="128812"/>
                    <a:pt x="113515" y="132253"/>
                    <a:pt x="119273" y="131691"/>
                  </a:cubicBezTo>
                  <a:cubicBezTo>
                    <a:pt x="124473" y="131173"/>
                    <a:pt x="129703" y="132332"/>
                    <a:pt x="134197" y="135000"/>
                  </a:cubicBezTo>
                  <a:cubicBezTo>
                    <a:pt x="137443" y="136350"/>
                    <a:pt x="140883" y="137176"/>
                    <a:pt x="144389" y="137448"/>
                  </a:cubicBezTo>
                  <a:cubicBezTo>
                    <a:pt x="145513" y="135099"/>
                    <a:pt x="143297" y="127819"/>
                    <a:pt x="143661" y="126032"/>
                  </a:cubicBezTo>
                  <a:cubicBezTo>
                    <a:pt x="144025" y="124245"/>
                    <a:pt x="157525" y="112167"/>
                    <a:pt x="159842" y="109487"/>
                  </a:cubicBezTo>
                  <a:cubicBezTo>
                    <a:pt x="162158" y="106807"/>
                    <a:pt x="165633" y="106773"/>
                    <a:pt x="167552" y="103299"/>
                  </a:cubicBezTo>
                  <a:cubicBezTo>
                    <a:pt x="169471" y="99824"/>
                    <a:pt x="162158" y="88673"/>
                    <a:pt x="160603" y="86357"/>
                  </a:cubicBezTo>
                  <a:cubicBezTo>
                    <a:pt x="158839" y="81413"/>
                    <a:pt x="158450" y="76083"/>
                    <a:pt x="159478" y="70936"/>
                  </a:cubicBezTo>
                  <a:cubicBezTo>
                    <a:pt x="160603" y="67065"/>
                    <a:pt x="153687" y="64748"/>
                    <a:pt x="153687" y="62068"/>
                  </a:cubicBezTo>
                  <a:cubicBezTo>
                    <a:pt x="153687" y="59388"/>
                    <a:pt x="160305" y="54722"/>
                    <a:pt x="163614" y="53200"/>
                  </a:cubicBezTo>
                  <a:cubicBezTo>
                    <a:pt x="166923" y="51678"/>
                    <a:pt x="165930" y="40857"/>
                    <a:pt x="162820" y="38177"/>
                  </a:cubicBezTo>
                  <a:cubicBezTo>
                    <a:pt x="159270" y="34746"/>
                    <a:pt x="158204" y="29482"/>
                    <a:pt x="160140" y="24940"/>
                  </a:cubicBezTo>
                  <a:cubicBezTo>
                    <a:pt x="162059" y="19547"/>
                    <a:pt x="148558" y="15311"/>
                    <a:pt x="146639" y="15311"/>
                  </a:cubicBezTo>
                  <a:cubicBezTo>
                    <a:pt x="146308" y="15311"/>
                    <a:pt x="146142" y="14947"/>
                    <a:pt x="146010" y="14484"/>
                  </a:cubicBezTo>
                  <a:cubicBezTo>
                    <a:pt x="133965" y="16734"/>
                    <a:pt x="102992" y="13524"/>
                    <a:pt x="100808" y="12598"/>
                  </a:cubicBezTo>
                  <a:cubicBezTo>
                    <a:pt x="99286" y="11969"/>
                    <a:pt x="95381" y="10579"/>
                    <a:pt x="92039" y="9289"/>
                  </a:cubicBezTo>
                  <a:cubicBezTo>
                    <a:pt x="89955" y="12495"/>
                    <a:pt x="86329" y="14358"/>
                    <a:pt x="82509" y="14186"/>
                  </a:cubicBezTo>
                  <a:cubicBezTo>
                    <a:pt x="75064" y="14186"/>
                    <a:pt x="74534" y="6708"/>
                    <a:pt x="74303" y="3399"/>
                  </a:cubicBezTo>
                  <a:cubicBezTo>
                    <a:pt x="74071" y="90"/>
                    <a:pt x="44224" y="6211"/>
                    <a:pt x="36249" y="14186"/>
                  </a:cubicBezTo>
                  <a:cubicBezTo>
                    <a:pt x="28274" y="22161"/>
                    <a:pt x="9776" y="19050"/>
                    <a:pt x="9280" y="23418"/>
                  </a:cubicBezTo>
                  <a:cubicBezTo>
                    <a:pt x="8916" y="26727"/>
                    <a:pt x="6136" y="28250"/>
                    <a:pt x="4316" y="27356"/>
                  </a:cubicBezTo>
                  <a:cubicBezTo>
                    <a:pt x="4107" y="28173"/>
                    <a:pt x="4130" y="29033"/>
                    <a:pt x="4383" y="2983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6A82CAF-B548-8A4A-BF92-4FB0376E1467}"/>
                </a:ext>
              </a:extLst>
            </p:cNvPr>
            <p:cNvSpPr/>
            <p:nvPr/>
          </p:nvSpPr>
          <p:spPr>
            <a:xfrm>
              <a:off x="4675008" y="2280156"/>
              <a:ext cx="66181" cy="62872"/>
            </a:xfrm>
            <a:custGeom>
              <a:avLst/>
              <a:gdLst>
                <a:gd name="connsiteX0" fmla="*/ 48414 w 66181"/>
                <a:gd name="connsiteY0" fmla="*/ 55826 h 62872"/>
                <a:gd name="connsiteX1" fmla="*/ 61651 w 66181"/>
                <a:gd name="connsiteY1" fmla="*/ 36501 h 62872"/>
                <a:gd name="connsiteX2" fmla="*/ 63834 w 66181"/>
                <a:gd name="connsiteY2" fmla="*/ 13337 h 62872"/>
                <a:gd name="connsiteX3" fmla="*/ 48150 w 66181"/>
                <a:gd name="connsiteY3" fmla="*/ 5396 h 62872"/>
                <a:gd name="connsiteX4" fmla="*/ 21313 w 66181"/>
                <a:gd name="connsiteY4" fmla="*/ 2715 h 62872"/>
                <a:gd name="connsiteX5" fmla="*/ 10195 w 66181"/>
                <a:gd name="connsiteY5" fmla="*/ 5032 h 62872"/>
                <a:gd name="connsiteX6" fmla="*/ 3372 w 66181"/>
                <a:gd name="connsiteY6" fmla="*/ 6223 h 62872"/>
                <a:gd name="connsiteX7" fmla="*/ 2518 w 66181"/>
                <a:gd name="connsiteY7" fmla="*/ 9631 h 62872"/>
                <a:gd name="connsiteX8" fmla="*/ 10559 w 66181"/>
                <a:gd name="connsiteY8" fmla="*/ 21511 h 62872"/>
                <a:gd name="connsiteX9" fmla="*/ 24755 w 66181"/>
                <a:gd name="connsiteY9" fmla="*/ 38784 h 62872"/>
                <a:gd name="connsiteX10" fmla="*/ 38884 w 66181"/>
                <a:gd name="connsiteY10" fmla="*/ 54667 h 62872"/>
                <a:gd name="connsiteX11" fmla="*/ 47819 w 66181"/>
                <a:gd name="connsiteY11" fmla="*/ 61286 h 62872"/>
                <a:gd name="connsiteX12" fmla="*/ 48414 w 66181"/>
                <a:gd name="connsiteY12" fmla="*/ 55826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181" h="62872">
                  <a:moveTo>
                    <a:pt x="48414" y="55826"/>
                  </a:moveTo>
                  <a:cubicBezTo>
                    <a:pt x="47719" y="52517"/>
                    <a:pt x="58772" y="36501"/>
                    <a:pt x="61651" y="36501"/>
                  </a:cubicBezTo>
                  <a:cubicBezTo>
                    <a:pt x="64529" y="36501"/>
                    <a:pt x="64960" y="21213"/>
                    <a:pt x="63834" y="13337"/>
                  </a:cubicBezTo>
                  <a:cubicBezTo>
                    <a:pt x="59035" y="9917"/>
                    <a:pt x="53747" y="7240"/>
                    <a:pt x="48150" y="5396"/>
                  </a:cubicBezTo>
                  <a:cubicBezTo>
                    <a:pt x="48150" y="5396"/>
                    <a:pt x="25152" y="4238"/>
                    <a:pt x="21313" y="2715"/>
                  </a:cubicBezTo>
                  <a:cubicBezTo>
                    <a:pt x="17475" y="1193"/>
                    <a:pt x="13636" y="7712"/>
                    <a:pt x="10195" y="5032"/>
                  </a:cubicBezTo>
                  <a:cubicBezTo>
                    <a:pt x="7982" y="3477"/>
                    <a:pt x="4927" y="4010"/>
                    <a:pt x="3372" y="6223"/>
                  </a:cubicBezTo>
                  <a:cubicBezTo>
                    <a:pt x="2676" y="7214"/>
                    <a:pt x="2371" y="8429"/>
                    <a:pt x="2518" y="9631"/>
                  </a:cubicBezTo>
                  <a:cubicBezTo>
                    <a:pt x="3279" y="13437"/>
                    <a:pt x="10559" y="15753"/>
                    <a:pt x="10559" y="21511"/>
                  </a:cubicBezTo>
                  <a:cubicBezTo>
                    <a:pt x="10559" y="27268"/>
                    <a:pt x="25152" y="35707"/>
                    <a:pt x="24755" y="38784"/>
                  </a:cubicBezTo>
                  <a:cubicBezTo>
                    <a:pt x="24490" y="40935"/>
                    <a:pt x="33524" y="46792"/>
                    <a:pt x="38884" y="54667"/>
                  </a:cubicBezTo>
                  <a:cubicBezTo>
                    <a:pt x="41980" y="56710"/>
                    <a:pt x="44963" y="58919"/>
                    <a:pt x="47819" y="61286"/>
                  </a:cubicBezTo>
                  <a:cubicBezTo>
                    <a:pt x="48304" y="59508"/>
                    <a:pt x="48505" y="57666"/>
                    <a:pt x="48414" y="5582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648E900-AEA5-DE44-BAED-D0F2FC4B0748}"/>
                </a:ext>
              </a:extLst>
            </p:cNvPr>
            <p:cNvSpPr/>
            <p:nvPr/>
          </p:nvSpPr>
          <p:spPr>
            <a:xfrm>
              <a:off x="4643277" y="2251104"/>
              <a:ext cx="95963" cy="86035"/>
            </a:xfrm>
            <a:custGeom>
              <a:avLst/>
              <a:gdLst>
                <a:gd name="connsiteX0" fmla="*/ 56353 w 95962"/>
                <a:gd name="connsiteY0" fmla="*/ 67670 h 86035"/>
                <a:gd name="connsiteX1" fmla="*/ 42158 w 95962"/>
                <a:gd name="connsiteY1" fmla="*/ 50397 h 86035"/>
                <a:gd name="connsiteX2" fmla="*/ 34116 w 95962"/>
                <a:gd name="connsiteY2" fmla="*/ 38517 h 86035"/>
                <a:gd name="connsiteX3" fmla="*/ 38385 w 95962"/>
                <a:gd name="connsiteY3" fmla="*/ 33064 h 86035"/>
                <a:gd name="connsiteX4" fmla="*/ 41793 w 95962"/>
                <a:gd name="connsiteY4" fmla="*/ 33918 h 86035"/>
                <a:gd name="connsiteX5" fmla="*/ 52912 w 95962"/>
                <a:gd name="connsiteY5" fmla="*/ 31602 h 86035"/>
                <a:gd name="connsiteX6" fmla="*/ 79748 w 95962"/>
                <a:gd name="connsiteY6" fmla="*/ 34282 h 86035"/>
                <a:gd name="connsiteX7" fmla="*/ 95433 w 95962"/>
                <a:gd name="connsiteY7" fmla="*/ 42224 h 86035"/>
                <a:gd name="connsiteX8" fmla="*/ 94639 w 95962"/>
                <a:gd name="connsiteY8" fmla="*/ 38484 h 86035"/>
                <a:gd name="connsiteX9" fmla="*/ 89113 w 95962"/>
                <a:gd name="connsiteY9" fmla="*/ 26042 h 86035"/>
                <a:gd name="connsiteX10" fmla="*/ 84579 w 95962"/>
                <a:gd name="connsiteY10" fmla="*/ 15520 h 86035"/>
                <a:gd name="connsiteX11" fmla="*/ 78590 w 95962"/>
                <a:gd name="connsiteY11" fmla="*/ 17273 h 86035"/>
                <a:gd name="connsiteX12" fmla="*/ 60787 w 95962"/>
                <a:gd name="connsiteY12" fmla="*/ 13269 h 86035"/>
                <a:gd name="connsiteX13" fmla="*/ 46327 w 95962"/>
                <a:gd name="connsiteY13" fmla="*/ 2482 h 86035"/>
                <a:gd name="connsiteX14" fmla="*/ 35936 w 95962"/>
                <a:gd name="connsiteY14" fmla="*/ 9464 h 86035"/>
                <a:gd name="connsiteX15" fmla="*/ 31701 w 95962"/>
                <a:gd name="connsiteY15" fmla="*/ 17935 h 86035"/>
                <a:gd name="connsiteX16" fmla="*/ 25513 w 95962"/>
                <a:gd name="connsiteY16" fmla="*/ 25645 h 86035"/>
                <a:gd name="connsiteX17" fmla="*/ 14725 w 95962"/>
                <a:gd name="connsiteY17" fmla="*/ 25248 h 86035"/>
                <a:gd name="connsiteX18" fmla="*/ 2482 w 95962"/>
                <a:gd name="connsiteY18" fmla="*/ 27631 h 86035"/>
                <a:gd name="connsiteX19" fmla="*/ 5791 w 95962"/>
                <a:gd name="connsiteY19" fmla="*/ 35010 h 86035"/>
                <a:gd name="connsiteX20" fmla="*/ 19027 w 95962"/>
                <a:gd name="connsiteY20" fmla="*/ 40668 h 86035"/>
                <a:gd name="connsiteX21" fmla="*/ 34414 w 95962"/>
                <a:gd name="connsiteY21" fmla="*/ 65089 h 86035"/>
                <a:gd name="connsiteX22" fmla="*/ 48279 w 95962"/>
                <a:gd name="connsiteY22" fmla="*/ 72535 h 86035"/>
                <a:gd name="connsiteX23" fmla="*/ 63203 w 95962"/>
                <a:gd name="connsiteY23" fmla="*/ 80509 h 86035"/>
                <a:gd name="connsiteX24" fmla="*/ 70516 w 95962"/>
                <a:gd name="connsiteY24" fmla="*/ 83554 h 86035"/>
                <a:gd name="connsiteX25" fmla="*/ 56353 w 95962"/>
                <a:gd name="connsiteY25" fmla="*/ 67670 h 8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5962" h="86035">
                  <a:moveTo>
                    <a:pt x="56353" y="67670"/>
                  </a:moveTo>
                  <a:cubicBezTo>
                    <a:pt x="56750" y="64593"/>
                    <a:pt x="42158" y="56155"/>
                    <a:pt x="42158" y="50397"/>
                  </a:cubicBezTo>
                  <a:cubicBezTo>
                    <a:pt x="42158" y="44639"/>
                    <a:pt x="34878" y="42323"/>
                    <a:pt x="34116" y="38517"/>
                  </a:cubicBezTo>
                  <a:cubicBezTo>
                    <a:pt x="33789" y="35833"/>
                    <a:pt x="35700" y="33391"/>
                    <a:pt x="38385" y="33064"/>
                  </a:cubicBezTo>
                  <a:cubicBezTo>
                    <a:pt x="39588" y="32917"/>
                    <a:pt x="40802" y="33221"/>
                    <a:pt x="41793" y="33918"/>
                  </a:cubicBezTo>
                  <a:cubicBezTo>
                    <a:pt x="45102" y="36598"/>
                    <a:pt x="49073" y="30079"/>
                    <a:pt x="52912" y="31602"/>
                  </a:cubicBezTo>
                  <a:cubicBezTo>
                    <a:pt x="56750" y="33124"/>
                    <a:pt x="79748" y="34282"/>
                    <a:pt x="79748" y="34282"/>
                  </a:cubicBezTo>
                  <a:cubicBezTo>
                    <a:pt x="85346" y="36126"/>
                    <a:pt x="90634" y="38803"/>
                    <a:pt x="95433" y="42224"/>
                  </a:cubicBezTo>
                  <a:cubicBezTo>
                    <a:pt x="95351" y="40945"/>
                    <a:pt x="95083" y="39686"/>
                    <a:pt x="94639" y="38484"/>
                  </a:cubicBezTo>
                  <a:cubicBezTo>
                    <a:pt x="92588" y="33653"/>
                    <a:pt x="94639" y="28127"/>
                    <a:pt x="89113" y="26042"/>
                  </a:cubicBezTo>
                  <a:cubicBezTo>
                    <a:pt x="86267" y="24983"/>
                    <a:pt x="85076" y="20053"/>
                    <a:pt x="84579" y="15520"/>
                  </a:cubicBezTo>
                  <a:cubicBezTo>
                    <a:pt x="81965" y="16314"/>
                    <a:pt x="79781" y="16976"/>
                    <a:pt x="78590" y="17273"/>
                  </a:cubicBezTo>
                  <a:cubicBezTo>
                    <a:pt x="73991" y="18432"/>
                    <a:pt x="64229" y="17836"/>
                    <a:pt x="60787" y="13269"/>
                  </a:cubicBezTo>
                  <a:cubicBezTo>
                    <a:pt x="56489" y="9023"/>
                    <a:pt x="51622" y="5392"/>
                    <a:pt x="46327" y="2482"/>
                  </a:cubicBezTo>
                  <a:cubicBezTo>
                    <a:pt x="44705" y="3905"/>
                    <a:pt x="38584" y="9100"/>
                    <a:pt x="35936" y="9464"/>
                  </a:cubicBezTo>
                  <a:cubicBezTo>
                    <a:pt x="33289" y="9828"/>
                    <a:pt x="34778" y="17935"/>
                    <a:pt x="31701" y="17935"/>
                  </a:cubicBezTo>
                  <a:cubicBezTo>
                    <a:pt x="28623" y="17935"/>
                    <a:pt x="26307" y="23329"/>
                    <a:pt x="25513" y="25645"/>
                  </a:cubicBezTo>
                  <a:cubicBezTo>
                    <a:pt x="24719" y="27962"/>
                    <a:pt x="17836" y="24090"/>
                    <a:pt x="14725" y="25248"/>
                  </a:cubicBezTo>
                  <a:cubicBezTo>
                    <a:pt x="10702" y="26314"/>
                    <a:pt x="6611" y="27110"/>
                    <a:pt x="2482" y="27631"/>
                  </a:cubicBezTo>
                  <a:cubicBezTo>
                    <a:pt x="3011" y="31138"/>
                    <a:pt x="2813" y="35010"/>
                    <a:pt x="5791" y="35010"/>
                  </a:cubicBezTo>
                  <a:cubicBezTo>
                    <a:pt x="10424" y="35010"/>
                    <a:pt x="19027" y="34514"/>
                    <a:pt x="19027" y="40668"/>
                  </a:cubicBezTo>
                  <a:cubicBezTo>
                    <a:pt x="19027" y="46823"/>
                    <a:pt x="30311" y="60523"/>
                    <a:pt x="34414" y="65089"/>
                  </a:cubicBezTo>
                  <a:cubicBezTo>
                    <a:pt x="38517" y="69656"/>
                    <a:pt x="47650" y="68696"/>
                    <a:pt x="48279" y="72535"/>
                  </a:cubicBezTo>
                  <a:cubicBezTo>
                    <a:pt x="48908" y="76373"/>
                    <a:pt x="55493" y="79980"/>
                    <a:pt x="63203" y="80509"/>
                  </a:cubicBezTo>
                  <a:cubicBezTo>
                    <a:pt x="65841" y="80953"/>
                    <a:pt x="68343" y="81994"/>
                    <a:pt x="70516" y="83554"/>
                  </a:cubicBezTo>
                  <a:cubicBezTo>
                    <a:pt x="65122" y="75678"/>
                    <a:pt x="56089" y="69821"/>
                    <a:pt x="56353" y="6767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8C7DB9E6-EDAB-2144-86AC-82F198427919}"/>
                </a:ext>
              </a:extLst>
            </p:cNvPr>
            <p:cNvSpPr/>
            <p:nvPr/>
          </p:nvSpPr>
          <p:spPr>
            <a:xfrm>
              <a:off x="4733548" y="2335948"/>
              <a:ext cx="33091" cy="66181"/>
            </a:xfrm>
            <a:custGeom>
              <a:avLst/>
              <a:gdLst>
                <a:gd name="connsiteX0" fmla="*/ 23130 w 33090"/>
                <a:gd name="connsiteY0" fmla="*/ 56817 h 66181"/>
                <a:gd name="connsiteX1" fmla="*/ 27399 w 33090"/>
                <a:gd name="connsiteY1" fmla="*/ 50198 h 66181"/>
                <a:gd name="connsiteX2" fmla="*/ 33554 w 33090"/>
                <a:gd name="connsiteY2" fmla="*/ 40271 h 66181"/>
                <a:gd name="connsiteX3" fmla="*/ 33918 w 33090"/>
                <a:gd name="connsiteY3" fmla="*/ 39775 h 66181"/>
                <a:gd name="connsiteX4" fmla="*/ 23991 w 33090"/>
                <a:gd name="connsiteY4" fmla="*/ 28987 h 66181"/>
                <a:gd name="connsiteX5" fmla="*/ 25877 w 33090"/>
                <a:gd name="connsiteY5" fmla="*/ 10986 h 66181"/>
                <a:gd name="connsiteX6" fmla="*/ 10821 w 33090"/>
                <a:gd name="connsiteY6" fmla="*/ 2482 h 66181"/>
                <a:gd name="connsiteX7" fmla="*/ 2482 w 33090"/>
                <a:gd name="connsiteY7" fmla="*/ 14924 h 66181"/>
                <a:gd name="connsiteX8" fmla="*/ 7214 w 33090"/>
                <a:gd name="connsiteY8" fmla="*/ 25744 h 66181"/>
                <a:gd name="connsiteX9" fmla="*/ 6684 w 33090"/>
                <a:gd name="connsiteY9" fmla="*/ 51456 h 66181"/>
                <a:gd name="connsiteX10" fmla="*/ 18266 w 33090"/>
                <a:gd name="connsiteY10" fmla="*/ 66214 h 66181"/>
                <a:gd name="connsiteX11" fmla="*/ 23130 w 33090"/>
                <a:gd name="connsiteY11" fmla="*/ 56817 h 6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090" h="66181">
                  <a:moveTo>
                    <a:pt x="23130" y="56817"/>
                  </a:moveTo>
                  <a:cubicBezTo>
                    <a:pt x="27002" y="56055"/>
                    <a:pt x="24686" y="52945"/>
                    <a:pt x="27399" y="50198"/>
                  </a:cubicBezTo>
                  <a:cubicBezTo>
                    <a:pt x="30081" y="47324"/>
                    <a:pt x="32172" y="43951"/>
                    <a:pt x="33554" y="40271"/>
                  </a:cubicBezTo>
                  <a:cubicBezTo>
                    <a:pt x="33612" y="40068"/>
                    <a:pt x="33741" y="39892"/>
                    <a:pt x="33918" y="39775"/>
                  </a:cubicBezTo>
                  <a:cubicBezTo>
                    <a:pt x="28689" y="35870"/>
                    <a:pt x="25016" y="33157"/>
                    <a:pt x="23991" y="28987"/>
                  </a:cubicBezTo>
                  <a:cubicBezTo>
                    <a:pt x="23225" y="22922"/>
                    <a:pt x="23871" y="16761"/>
                    <a:pt x="25877" y="10986"/>
                  </a:cubicBezTo>
                  <a:cubicBezTo>
                    <a:pt x="22899" y="8835"/>
                    <a:pt x="13700" y="2482"/>
                    <a:pt x="10821" y="2482"/>
                  </a:cubicBezTo>
                  <a:cubicBezTo>
                    <a:pt x="7942" y="2482"/>
                    <a:pt x="3574" y="8835"/>
                    <a:pt x="2482" y="14924"/>
                  </a:cubicBezTo>
                  <a:cubicBezTo>
                    <a:pt x="9100" y="18531"/>
                    <a:pt x="11879" y="21112"/>
                    <a:pt x="7214" y="25744"/>
                  </a:cubicBezTo>
                  <a:cubicBezTo>
                    <a:pt x="2548" y="30377"/>
                    <a:pt x="1324" y="47088"/>
                    <a:pt x="6684" y="51456"/>
                  </a:cubicBezTo>
                  <a:cubicBezTo>
                    <a:pt x="12045" y="55824"/>
                    <a:pt x="13302" y="63865"/>
                    <a:pt x="18266" y="66214"/>
                  </a:cubicBezTo>
                  <a:cubicBezTo>
                    <a:pt x="19556" y="62045"/>
                    <a:pt x="20615" y="57346"/>
                    <a:pt x="23130" y="5681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361C743-DCAA-F548-9025-2C8C060F7FC9}"/>
                </a:ext>
              </a:extLst>
            </p:cNvPr>
            <p:cNvSpPr/>
            <p:nvPr/>
          </p:nvSpPr>
          <p:spPr>
            <a:xfrm>
              <a:off x="4573332" y="2195280"/>
              <a:ext cx="132362" cy="62872"/>
            </a:xfrm>
            <a:custGeom>
              <a:avLst/>
              <a:gdLst>
                <a:gd name="connsiteX0" fmla="*/ 110051 w 132362"/>
                <a:gd name="connsiteY0" fmla="*/ 7677 h 62872"/>
                <a:gd name="connsiteX1" fmla="*/ 94002 w 132362"/>
                <a:gd name="connsiteY1" fmla="*/ 2482 h 62872"/>
                <a:gd name="connsiteX2" fmla="*/ 91123 w 132362"/>
                <a:gd name="connsiteY2" fmla="*/ 10523 h 62872"/>
                <a:gd name="connsiteX3" fmla="*/ 75968 w 132362"/>
                <a:gd name="connsiteY3" fmla="*/ 11449 h 62872"/>
                <a:gd name="connsiteX4" fmla="*/ 66570 w 132362"/>
                <a:gd name="connsiteY4" fmla="*/ 17869 h 62872"/>
                <a:gd name="connsiteX5" fmla="*/ 59621 w 132362"/>
                <a:gd name="connsiteY5" fmla="*/ 28656 h 62872"/>
                <a:gd name="connsiteX6" fmla="*/ 52705 w 132362"/>
                <a:gd name="connsiteY6" fmla="*/ 33686 h 62872"/>
                <a:gd name="connsiteX7" fmla="*/ 34968 w 132362"/>
                <a:gd name="connsiteY7" fmla="*/ 36995 h 62872"/>
                <a:gd name="connsiteX8" fmla="*/ 25041 w 132362"/>
                <a:gd name="connsiteY8" fmla="*/ 37789 h 62872"/>
                <a:gd name="connsiteX9" fmla="*/ 14618 w 132362"/>
                <a:gd name="connsiteY9" fmla="*/ 39311 h 62872"/>
                <a:gd name="connsiteX10" fmla="*/ 4691 w 132362"/>
                <a:gd name="connsiteY10" fmla="*/ 36631 h 62872"/>
                <a:gd name="connsiteX11" fmla="*/ 2771 w 132362"/>
                <a:gd name="connsiteY11" fmla="*/ 45863 h 62872"/>
                <a:gd name="connsiteX12" fmla="*/ 11640 w 132362"/>
                <a:gd name="connsiteY12" fmla="*/ 50496 h 62872"/>
                <a:gd name="connsiteX13" fmla="*/ 22427 w 132362"/>
                <a:gd name="connsiteY13" fmla="*/ 52813 h 62872"/>
                <a:gd name="connsiteX14" fmla="*/ 33215 w 132362"/>
                <a:gd name="connsiteY14" fmla="*/ 49338 h 62872"/>
                <a:gd name="connsiteX15" fmla="*/ 47113 w 132362"/>
                <a:gd name="connsiteY15" fmla="*/ 47419 h 62872"/>
                <a:gd name="connsiteX16" fmla="*/ 50422 w 132362"/>
                <a:gd name="connsiteY16" fmla="*/ 54732 h 62872"/>
                <a:gd name="connsiteX17" fmla="*/ 66206 w 132362"/>
                <a:gd name="connsiteY17" fmla="*/ 57048 h 62872"/>
                <a:gd name="connsiteX18" fmla="*/ 85498 w 132362"/>
                <a:gd name="connsiteY18" fmla="*/ 60523 h 62872"/>
                <a:gd name="connsiteX19" fmla="*/ 100521 w 132362"/>
                <a:gd name="connsiteY19" fmla="*/ 55129 h 62872"/>
                <a:gd name="connsiteX20" fmla="*/ 112467 w 132362"/>
                <a:gd name="connsiteY20" fmla="*/ 51257 h 62872"/>
                <a:gd name="connsiteX21" fmla="*/ 112467 w 132362"/>
                <a:gd name="connsiteY21" fmla="*/ 51257 h 62872"/>
                <a:gd name="connsiteX22" fmla="*/ 115279 w 132362"/>
                <a:gd name="connsiteY22" fmla="*/ 47154 h 62872"/>
                <a:gd name="connsiteX23" fmla="*/ 118092 w 132362"/>
                <a:gd name="connsiteY23" fmla="*/ 39543 h 62872"/>
                <a:gd name="connsiteX24" fmla="*/ 120111 w 132362"/>
                <a:gd name="connsiteY24" fmla="*/ 32693 h 62872"/>
                <a:gd name="connsiteX25" fmla="*/ 127755 w 132362"/>
                <a:gd name="connsiteY25" fmla="*/ 28292 h 62872"/>
                <a:gd name="connsiteX26" fmla="*/ 130071 w 132362"/>
                <a:gd name="connsiteY26" fmla="*/ 23660 h 62872"/>
                <a:gd name="connsiteX27" fmla="*/ 123221 w 132362"/>
                <a:gd name="connsiteY27" fmla="*/ 9199 h 62872"/>
                <a:gd name="connsiteX28" fmla="*/ 110051 w 132362"/>
                <a:gd name="connsiteY28" fmla="*/ 7677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362" h="62872">
                  <a:moveTo>
                    <a:pt x="110051" y="7677"/>
                  </a:moveTo>
                  <a:cubicBezTo>
                    <a:pt x="105452" y="2482"/>
                    <a:pt x="94002" y="2482"/>
                    <a:pt x="94002" y="2482"/>
                  </a:cubicBezTo>
                  <a:cubicBezTo>
                    <a:pt x="93385" y="5273"/>
                    <a:pt x="92418" y="7974"/>
                    <a:pt x="91123" y="10523"/>
                  </a:cubicBezTo>
                  <a:cubicBezTo>
                    <a:pt x="89667" y="12938"/>
                    <a:pt x="81196" y="12905"/>
                    <a:pt x="75968" y="11449"/>
                  </a:cubicBezTo>
                  <a:cubicBezTo>
                    <a:pt x="74479" y="13435"/>
                    <a:pt x="67530" y="14990"/>
                    <a:pt x="66570" y="17869"/>
                  </a:cubicBezTo>
                  <a:cubicBezTo>
                    <a:pt x="65412" y="21343"/>
                    <a:pt x="56941" y="19424"/>
                    <a:pt x="59621" y="28656"/>
                  </a:cubicBezTo>
                  <a:cubicBezTo>
                    <a:pt x="62301" y="37889"/>
                    <a:pt x="55385" y="34844"/>
                    <a:pt x="52705" y="33686"/>
                  </a:cubicBezTo>
                  <a:cubicBezTo>
                    <a:pt x="50025" y="32528"/>
                    <a:pt x="38046" y="34050"/>
                    <a:pt x="34968" y="36995"/>
                  </a:cubicBezTo>
                  <a:cubicBezTo>
                    <a:pt x="32217" y="39467"/>
                    <a:pt x="28151" y="39792"/>
                    <a:pt x="25041" y="37789"/>
                  </a:cubicBezTo>
                  <a:cubicBezTo>
                    <a:pt x="22328" y="36234"/>
                    <a:pt x="16934" y="35473"/>
                    <a:pt x="14618" y="39311"/>
                  </a:cubicBezTo>
                  <a:cubicBezTo>
                    <a:pt x="12302" y="43150"/>
                    <a:pt x="8000" y="36234"/>
                    <a:pt x="4691" y="36631"/>
                  </a:cubicBezTo>
                  <a:cubicBezTo>
                    <a:pt x="1382" y="37028"/>
                    <a:pt x="2771" y="44341"/>
                    <a:pt x="2771" y="45863"/>
                  </a:cubicBezTo>
                  <a:cubicBezTo>
                    <a:pt x="2771" y="47386"/>
                    <a:pt x="8165" y="52051"/>
                    <a:pt x="11640" y="50496"/>
                  </a:cubicBezTo>
                  <a:cubicBezTo>
                    <a:pt x="15114" y="48941"/>
                    <a:pt x="19350" y="50893"/>
                    <a:pt x="22427" y="52813"/>
                  </a:cubicBezTo>
                  <a:cubicBezTo>
                    <a:pt x="25505" y="54732"/>
                    <a:pt x="31295" y="51257"/>
                    <a:pt x="33215" y="49338"/>
                  </a:cubicBezTo>
                  <a:cubicBezTo>
                    <a:pt x="35134" y="47419"/>
                    <a:pt x="45955" y="47419"/>
                    <a:pt x="47113" y="47419"/>
                  </a:cubicBezTo>
                  <a:cubicBezTo>
                    <a:pt x="48271" y="47419"/>
                    <a:pt x="48635" y="53574"/>
                    <a:pt x="50422" y="54732"/>
                  </a:cubicBezTo>
                  <a:cubicBezTo>
                    <a:pt x="55545" y="56255"/>
                    <a:pt x="60861" y="57035"/>
                    <a:pt x="66206" y="57048"/>
                  </a:cubicBezTo>
                  <a:cubicBezTo>
                    <a:pt x="72824" y="57445"/>
                    <a:pt x="82387" y="60523"/>
                    <a:pt x="85498" y="60523"/>
                  </a:cubicBezTo>
                  <a:cubicBezTo>
                    <a:pt x="88608" y="60523"/>
                    <a:pt x="93572" y="55129"/>
                    <a:pt x="100521" y="55129"/>
                  </a:cubicBezTo>
                  <a:cubicBezTo>
                    <a:pt x="107470" y="55129"/>
                    <a:pt x="111308" y="50893"/>
                    <a:pt x="112467" y="51257"/>
                  </a:cubicBezTo>
                  <a:lnTo>
                    <a:pt x="112467" y="51257"/>
                  </a:lnTo>
                  <a:cubicBezTo>
                    <a:pt x="112963" y="49106"/>
                    <a:pt x="113757" y="47386"/>
                    <a:pt x="115279" y="47154"/>
                  </a:cubicBezTo>
                  <a:cubicBezTo>
                    <a:pt x="118092" y="46790"/>
                    <a:pt x="116073" y="41926"/>
                    <a:pt x="118092" y="39543"/>
                  </a:cubicBezTo>
                  <a:cubicBezTo>
                    <a:pt x="120111" y="37161"/>
                    <a:pt x="116471" y="32296"/>
                    <a:pt x="120111" y="32693"/>
                  </a:cubicBezTo>
                  <a:cubicBezTo>
                    <a:pt x="123750" y="33091"/>
                    <a:pt x="127755" y="33488"/>
                    <a:pt x="127755" y="28292"/>
                  </a:cubicBezTo>
                  <a:cubicBezTo>
                    <a:pt x="127838" y="26490"/>
                    <a:pt x="128679" y="24808"/>
                    <a:pt x="130071" y="23660"/>
                  </a:cubicBezTo>
                  <a:cubicBezTo>
                    <a:pt x="127190" y="19146"/>
                    <a:pt x="124889" y="14287"/>
                    <a:pt x="123221" y="9199"/>
                  </a:cubicBezTo>
                  <a:cubicBezTo>
                    <a:pt x="123221" y="9199"/>
                    <a:pt x="114651" y="12839"/>
                    <a:pt x="110051" y="767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51F690C-BEB3-B846-AF7D-99D4DD8187B9}"/>
                </a:ext>
              </a:extLst>
            </p:cNvPr>
            <p:cNvSpPr/>
            <p:nvPr/>
          </p:nvSpPr>
          <p:spPr>
            <a:xfrm>
              <a:off x="4683350" y="2203298"/>
              <a:ext cx="115817" cy="66181"/>
            </a:xfrm>
            <a:custGeom>
              <a:avLst/>
              <a:gdLst>
                <a:gd name="connsiteX0" fmla="*/ 111482 w 115816"/>
                <a:gd name="connsiteY0" fmla="*/ 14087 h 66181"/>
                <a:gd name="connsiteX1" fmla="*/ 107412 w 115816"/>
                <a:gd name="connsiteY1" fmla="*/ 11605 h 66181"/>
                <a:gd name="connsiteX2" fmla="*/ 96492 w 115816"/>
                <a:gd name="connsiteY2" fmla="*/ 7700 h 66181"/>
                <a:gd name="connsiteX3" fmla="*/ 80410 w 115816"/>
                <a:gd name="connsiteY3" fmla="*/ 2505 h 66181"/>
                <a:gd name="connsiteX4" fmla="*/ 64328 w 115816"/>
                <a:gd name="connsiteY4" fmla="*/ 12863 h 66181"/>
                <a:gd name="connsiteX5" fmla="*/ 45963 w 115816"/>
                <a:gd name="connsiteY5" fmla="*/ 18587 h 66181"/>
                <a:gd name="connsiteX6" fmla="*/ 22435 w 115816"/>
                <a:gd name="connsiteY6" fmla="*/ 18587 h 66181"/>
                <a:gd name="connsiteX7" fmla="*/ 20086 w 115816"/>
                <a:gd name="connsiteY7" fmla="*/ 15841 h 66181"/>
                <a:gd name="connsiteX8" fmla="*/ 17769 w 115816"/>
                <a:gd name="connsiteY8" fmla="*/ 20473 h 66181"/>
                <a:gd name="connsiteX9" fmla="*/ 10126 w 115816"/>
                <a:gd name="connsiteY9" fmla="*/ 24874 h 66181"/>
                <a:gd name="connsiteX10" fmla="*/ 8107 w 115816"/>
                <a:gd name="connsiteY10" fmla="*/ 31724 h 66181"/>
                <a:gd name="connsiteX11" fmla="*/ 5294 w 115816"/>
                <a:gd name="connsiteY11" fmla="*/ 39335 h 66181"/>
                <a:gd name="connsiteX12" fmla="*/ 2482 w 115816"/>
                <a:gd name="connsiteY12" fmla="*/ 43438 h 66181"/>
                <a:gd name="connsiteX13" fmla="*/ 6651 w 115816"/>
                <a:gd name="connsiteY13" fmla="*/ 50056 h 66181"/>
                <a:gd name="connsiteX14" fmla="*/ 6254 w 115816"/>
                <a:gd name="connsiteY14" fmla="*/ 50420 h 66181"/>
                <a:gd name="connsiteX15" fmla="*/ 20715 w 115816"/>
                <a:gd name="connsiteY15" fmla="*/ 61208 h 66181"/>
                <a:gd name="connsiteX16" fmla="*/ 38517 w 115816"/>
                <a:gd name="connsiteY16" fmla="*/ 65212 h 66181"/>
                <a:gd name="connsiteX17" fmla="*/ 62607 w 115816"/>
                <a:gd name="connsiteY17" fmla="*/ 57766 h 66181"/>
                <a:gd name="connsiteX18" fmla="*/ 70086 w 115816"/>
                <a:gd name="connsiteY18" fmla="*/ 60050 h 66181"/>
                <a:gd name="connsiteX19" fmla="*/ 74983 w 115816"/>
                <a:gd name="connsiteY19" fmla="*/ 60844 h 66181"/>
                <a:gd name="connsiteX20" fmla="*/ 85307 w 115816"/>
                <a:gd name="connsiteY20" fmla="*/ 53531 h 66181"/>
                <a:gd name="connsiteX21" fmla="*/ 101091 w 115816"/>
                <a:gd name="connsiteY21" fmla="*/ 27323 h 66181"/>
                <a:gd name="connsiteX22" fmla="*/ 112673 w 115816"/>
                <a:gd name="connsiteY22" fmla="*/ 20010 h 66181"/>
                <a:gd name="connsiteX23" fmla="*/ 111482 w 115816"/>
                <a:gd name="connsiteY23" fmla="*/ 14087 h 6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5816" h="66181">
                  <a:moveTo>
                    <a:pt x="111482" y="14087"/>
                  </a:moveTo>
                  <a:cubicBezTo>
                    <a:pt x="109978" y="13529"/>
                    <a:pt x="108596" y="12686"/>
                    <a:pt x="107412" y="11605"/>
                  </a:cubicBezTo>
                  <a:cubicBezTo>
                    <a:pt x="103555" y="11016"/>
                    <a:pt x="99848" y="9690"/>
                    <a:pt x="96492" y="7700"/>
                  </a:cubicBezTo>
                  <a:cubicBezTo>
                    <a:pt x="93613" y="4822"/>
                    <a:pt x="82131" y="3101"/>
                    <a:pt x="80410" y="2505"/>
                  </a:cubicBezTo>
                  <a:cubicBezTo>
                    <a:pt x="78689" y="1910"/>
                    <a:pt x="67769" y="12863"/>
                    <a:pt x="64328" y="12863"/>
                  </a:cubicBezTo>
                  <a:cubicBezTo>
                    <a:pt x="60886" y="12863"/>
                    <a:pt x="45963" y="14583"/>
                    <a:pt x="45963" y="18587"/>
                  </a:cubicBezTo>
                  <a:cubicBezTo>
                    <a:pt x="45963" y="22591"/>
                    <a:pt x="27597" y="23187"/>
                    <a:pt x="22435" y="18587"/>
                  </a:cubicBezTo>
                  <a:cubicBezTo>
                    <a:pt x="21554" y="17760"/>
                    <a:pt x="20766" y="16839"/>
                    <a:pt x="20086" y="15841"/>
                  </a:cubicBezTo>
                  <a:cubicBezTo>
                    <a:pt x="18694" y="16989"/>
                    <a:pt x="17853" y="18671"/>
                    <a:pt x="17769" y="20473"/>
                  </a:cubicBezTo>
                  <a:cubicBezTo>
                    <a:pt x="17770" y="25669"/>
                    <a:pt x="13732" y="25272"/>
                    <a:pt x="10126" y="24874"/>
                  </a:cubicBezTo>
                  <a:cubicBezTo>
                    <a:pt x="6519" y="24477"/>
                    <a:pt x="10126" y="29309"/>
                    <a:pt x="8107" y="31724"/>
                  </a:cubicBezTo>
                  <a:cubicBezTo>
                    <a:pt x="6089" y="34140"/>
                    <a:pt x="8107" y="38971"/>
                    <a:pt x="5294" y="39335"/>
                  </a:cubicBezTo>
                  <a:cubicBezTo>
                    <a:pt x="3772" y="39567"/>
                    <a:pt x="2978" y="41287"/>
                    <a:pt x="2482" y="43438"/>
                  </a:cubicBezTo>
                  <a:cubicBezTo>
                    <a:pt x="4165" y="45445"/>
                    <a:pt x="5567" y="47672"/>
                    <a:pt x="6651" y="50056"/>
                  </a:cubicBezTo>
                  <a:lnTo>
                    <a:pt x="6254" y="50420"/>
                  </a:lnTo>
                  <a:cubicBezTo>
                    <a:pt x="11549" y="53331"/>
                    <a:pt x="16416" y="56961"/>
                    <a:pt x="20715" y="61208"/>
                  </a:cubicBezTo>
                  <a:cubicBezTo>
                    <a:pt x="24024" y="65774"/>
                    <a:pt x="33951" y="66370"/>
                    <a:pt x="38517" y="65212"/>
                  </a:cubicBezTo>
                  <a:cubicBezTo>
                    <a:pt x="43084" y="64054"/>
                    <a:pt x="62607" y="57766"/>
                    <a:pt x="62607" y="57766"/>
                  </a:cubicBezTo>
                  <a:cubicBezTo>
                    <a:pt x="65050" y="58684"/>
                    <a:pt x="67547" y="59446"/>
                    <a:pt x="70086" y="60050"/>
                  </a:cubicBezTo>
                  <a:lnTo>
                    <a:pt x="74983" y="60844"/>
                  </a:lnTo>
                  <a:cubicBezTo>
                    <a:pt x="78641" y="58726"/>
                    <a:pt x="82096" y="56279"/>
                    <a:pt x="85307" y="53531"/>
                  </a:cubicBezTo>
                  <a:cubicBezTo>
                    <a:pt x="90701" y="48137"/>
                    <a:pt x="98775" y="28878"/>
                    <a:pt x="101091" y="27323"/>
                  </a:cubicBezTo>
                  <a:cubicBezTo>
                    <a:pt x="103408" y="25768"/>
                    <a:pt x="109596" y="22326"/>
                    <a:pt x="112673" y="20010"/>
                  </a:cubicBezTo>
                  <a:cubicBezTo>
                    <a:pt x="115751" y="17694"/>
                    <a:pt x="114990" y="15245"/>
                    <a:pt x="111482" y="1408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9514AA3C-A5D6-7B4D-B8C1-EB7D4BA8421D}"/>
                </a:ext>
              </a:extLst>
            </p:cNvPr>
            <p:cNvSpPr/>
            <p:nvPr/>
          </p:nvSpPr>
          <p:spPr>
            <a:xfrm>
              <a:off x="4619643" y="2149847"/>
              <a:ext cx="109199" cy="59563"/>
            </a:xfrm>
            <a:custGeom>
              <a:avLst/>
              <a:gdLst>
                <a:gd name="connsiteX0" fmla="*/ 103945 w 109198"/>
                <a:gd name="connsiteY0" fmla="*/ 27829 h 59563"/>
                <a:gd name="connsiteX1" fmla="*/ 92429 w 109198"/>
                <a:gd name="connsiteY1" fmla="*/ 24950 h 59563"/>
                <a:gd name="connsiteX2" fmla="*/ 87863 w 109198"/>
                <a:gd name="connsiteY2" fmla="*/ 18663 h 59563"/>
                <a:gd name="connsiteX3" fmla="*/ 77935 w 109198"/>
                <a:gd name="connsiteY3" fmla="*/ 20384 h 59563"/>
                <a:gd name="connsiteX4" fmla="*/ 68736 w 109198"/>
                <a:gd name="connsiteY4" fmla="*/ 16347 h 59563"/>
                <a:gd name="connsiteX5" fmla="*/ 57254 w 109198"/>
                <a:gd name="connsiteY5" fmla="*/ 8306 h 59563"/>
                <a:gd name="connsiteX6" fmla="*/ 47327 w 109198"/>
                <a:gd name="connsiteY6" fmla="*/ 2482 h 59563"/>
                <a:gd name="connsiteX7" fmla="*/ 46400 w 109198"/>
                <a:gd name="connsiteY7" fmla="*/ 4335 h 59563"/>
                <a:gd name="connsiteX8" fmla="*/ 37135 w 109198"/>
                <a:gd name="connsiteY8" fmla="*/ 4732 h 59563"/>
                <a:gd name="connsiteX9" fmla="*/ 22873 w 109198"/>
                <a:gd name="connsiteY9" fmla="*/ 11350 h 59563"/>
                <a:gd name="connsiteX10" fmla="*/ 4772 w 109198"/>
                <a:gd name="connsiteY10" fmla="*/ 18266 h 59563"/>
                <a:gd name="connsiteX11" fmla="*/ 5930 w 109198"/>
                <a:gd name="connsiteY11" fmla="*/ 27531 h 59563"/>
                <a:gd name="connsiteX12" fmla="*/ 11721 w 109198"/>
                <a:gd name="connsiteY12" fmla="*/ 42190 h 59563"/>
                <a:gd name="connsiteX13" fmla="*/ 29822 w 109198"/>
                <a:gd name="connsiteY13" fmla="*/ 55658 h 59563"/>
                <a:gd name="connsiteX14" fmla="*/ 29590 w 109198"/>
                <a:gd name="connsiteY14" fmla="*/ 56949 h 59563"/>
                <a:gd name="connsiteX15" fmla="*/ 44746 w 109198"/>
                <a:gd name="connsiteY15" fmla="*/ 56022 h 59563"/>
                <a:gd name="connsiteX16" fmla="*/ 47624 w 109198"/>
                <a:gd name="connsiteY16" fmla="*/ 47981 h 59563"/>
                <a:gd name="connsiteX17" fmla="*/ 63673 w 109198"/>
                <a:gd name="connsiteY17" fmla="*/ 53177 h 59563"/>
                <a:gd name="connsiteX18" fmla="*/ 76910 w 109198"/>
                <a:gd name="connsiteY18" fmla="*/ 54897 h 59563"/>
                <a:gd name="connsiteX19" fmla="*/ 78167 w 109198"/>
                <a:gd name="connsiteY19" fmla="*/ 58405 h 59563"/>
                <a:gd name="connsiteX20" fmla="*/ 82998 w 109198"/>
                <a:gd name="connsiteY20" fmla="*/ 52779 h 59563"/>
                <a:gd name="connsiteX21" fmla="*/ 99543 w 109198"/>
                <a:gd name="connsiteY21" fmla="*/ 44474 h 59563"/>
                <a:gd name="connsiteX22" fmla="*/ 109471 w 109198"/>
                <a:gd name="connsiteY22" fmla="*/ 36201 h 59563"/>
                <a:gd name="connsiteX23" fmla="*/ 103945 w 109198"/>
                <a:gd name="connsiteY23" fmla="*/ 27829 h 5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9198" h="59563">
                  <a:moveTo>
                    <a:pt x="103945" y="27829"/>
                  </a:moveTo>
                  <a:cubicBezTo>
                    <a:pt x="101066" y="26142"/>
                    <a:pt x="93025" y="27267"/>
                    <a:pt x="92429" y="24950"/>
                  </a:cubicBezTo>
                  <a:cubicBezTo>
                    <a:pt x="91834" y="22634"/>
                    <a:pt x="91304" y="18663"/>
                    <a:pt x="87863" y="18663"/>
                  </a:cubicBezTo>
                  <a:cubicBezTo>
                    <a:pt x="84421" y="18663"/>
                    <a:pt x="79822" y="16380"/>
                    <a:pt x="77935" y="20384"/>
                  </a:cubicBezTo>
                  <a:cubicBezTo>
                    <a:pt x="76049" y="24388"/>
                    <a:pt x="69332" y="19226"/>
                    <a:pt x="68736" y="16347"/>
                  </a:cubicBezTo>
                  <a:cubicBezTo>
                    <a:pt x="68141" y="13468"/>
                    <a:pt x="65427" y="11185"/>
                    <a:pt x="57254" y="8306"/>
                  </a:cubicBezTo>
                  <a:cubicBezTo>
                    <a:pt x="53693" y="6829"/>
                    <a:pt x="50353" y="4870"/>
                    <a:pt x="47327" y="2482"/>
                  </a:cubicBezTo>
                  <a:cubicBezTo>
                    <a:pt x="47085" y="3131"/>
                    <a:pt x="46774" y="3752"/>
                    <a:pt x="46400" y="4335"/>
                  </a:cubicBezTo>
                  <a:cubicBezTo>
                    <a:pt x="44845" y="6651"/>
                    <a:pt x="39451" y="2416"/>
                    <a:pt x="37135" y="4732"/>
                  </a:cubicBezTo>
                  <a:cubicBezTo>
                    <a:pt x="34818" y="7048"/>
                    <a:pt x="27208" y="7412"/>
                    <a:pt x="22873" y="11350"/>
                  </a:cubicBezTo>
                  <a:cubicBezTo>
                    <a:pt x="18538" y="15288"/>
                    <a:pt x="9636" y="17108"/>
                    <a:pt x="4772" y="18266"/>
                  </a:cubicBezTo>
                  <a:cubicBezTo>
                    <a:pt x="-92" y="19424"/>
                    <a:pt x="4011" y="24057"/>
                    <a:pt x="5930" y="27531"/>
                  </a:cubicBezTo>
                  <a:cubicBezTo>
                    <a:pt x="7850" y="31006"/>
                    <a:pt x="7850" y="39477"/>
                    <a:pt x="11721" y="42190"/>
                  </a:cubicBezTo>
                  <a:cubicBezTo>
                    <a:pt x="15593" y="44904"/>
                    <a:pt x="28266" y="52978"/>
                    <a:pt x="29822" y="55658"/>
                  </a:cubicBezTo>
                  <a:cubicBezTo>
                    <a:pt x="30052" y="56090"/>
                    <a:pt x="29956" y="56624"/>
                    <a:pt x="29590" y="56949"/>
                  </a:cubicBezTo>
                  <a:cubicBezTo>
                    <a:pt x="34951" y="58405"/>
                    <a:pt x="43290" y="58438"/>
                    <a:pt x="44746" y="56022"/>
                  </a:cubicBezTo>
                  <a:cubicBezTo>
                    <a:pt x="46040" y="53474"/>
                    <a:pt x="47007" y="50772"/>
                    <a:pt x="47624" y="47981"/>
                  </a:cubicBezTo>
                  <a:cubicBezTo>
                    <a:pt x="47624" y="47981"/>
                    <a:pt x="59074" y="47981"/>
                    <a:pt x="63673" y="53177"/>
                  </a:cubicBezTo>
                  <a:cubicBezTo>
                    <a:pt x="68273" y="58372"/>
                    <a:pt x="76910" y="54897"/>
                    <a:pt x="76910" y="54897"/>
                  </a:cubicBezTo>
                  <a:cubicBezTo>
                    <a:pt x="76910" y="54897"/>
                    <a:pt x="77406" y="56353"/>
                    <a:pt x="78167" y="58405"/>
                  </a:cubicBezTo>
                  <a:cubicBezTo>
                    <a:pt x="79425" y="55559"/>
                    <a:pt x="81046" y="53044"/>
                    <a:pt x="82998" y="52779"/>
                  </a:cubicBezTo>
                  <a:cubicBezTo>
                    <a:pt x="87863" y="52085"/>
                    <a:pt x="94745" y="51390"/>
                    <a:pt x="99543" y="44474"/>
                  </a:cubicBezTo>
                  <a:cubicBezTo>
                    <a:pt x="102229" y="41044"/>
                    <a:pt x="105613" y="38224"/>
                    <a:pt x="109471" y="36201"/>
                  </a:cubicBezTo>
                  <a:cubicBezTo>
                    <a:pt x="107386" y="33289"/>
                    <a:pt x="106162" y="29186"/>
                    <a:pt x="103945" y="2782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36B4BBD8-BE68-A74B-B682-9871A5A5D2BF}"/>
                </a:ext>
              </a:extLst>
            </p:cNvPr>
            <p:cNvSpPr/>
            <p:nvPr/>
          </p:nvSpPr>
          <p:spPr>
            <a:xfrm>
              <a:off x="4695527" y="2183500"/>
              <a:ext cx="99272" cy="43018"/>
            </a:xfrm>
            <a:custGeom>
              <a:avLst/>
              <a:gdLst>
                <a:gd name="connsiteX0" fmla="*/ 74553 w 99271"/>
                <a:gd name="connsiteY0" fmla="*/ 6254 h 43017"/>
                <a:gd name="connsiteX1" fmla="*/ 61317 w 99271"/>
                <a:gd name="connsiteY1" fmla="*/ 5096 h 43017"/>
                <a:gd name="connsiteX2" fmla="*/ 46393 w 99271"/>
                <a:gd name="connsiteY2" fmla="*/ 3375 h 43017"/>
                <a:gd name="connsiteX3" fmla="*/ 36069 w 99271"/>
                <a:gd name="connsiteY3" fmla="*/ 4533 h 43017"/>
                <a:gd name="connsiteX4" fmla="*/ 33785 w 99271"/>
                <a:gd name="connsiteY4" fmla="*/ 2482 h 43017"/>
                <a:gd name="connsiteX5" fmla="*/ 23858 w 99271"/>
                <a:gd name="connsiteY5" fmla="*/ 10754 h 43017"/>
                <a:gd name="connsiteX6" fmla="*/ 7313 w 99271"/>
                <a:gd name="connsiteY6" fmla="*/ 19060 h 43017"/>
                <a:gd name="connsiteX7" fmla="*/ 2482 w 99271"/>
                <a:gd name="connsiteY7" fmla="*/ 24686 h 43017"/>
                <a:gd name="connsiteX8" fmla="*/ 10424 w 99271"/>
                <a:gd name="connsiteY8" fmla="*/ 38385 h 43017"/>
                <a:gd name="connsiteX9" fmla="*/ 33951 w 99271"/>
                <a:gd name="connsiteY9" fmla="*/ 38385 h 43017"/>
                <a:gd name="connsiteX10" fmla="*/ 52316 w 99271"/>
                <a:gd name="connsiteY10" fmla="*/ 32660 h 43017"/>
                <a:gd name="connsiteX11" fmla="*/ 68398 w 99271"/>
                <a:gd name="connsiteY11" fmla="*/ 22303 h 43017"/>
                <a:gd name="connsiteX12" fmla="*/ 84480 w 99271"/>
                <a:gd name="connsiteY12" fmla="*/ 27498 h 43017"/>
                <a:gd name="connsiteX13" fmla="*/ 95400 w 99271"/>
                <a:gd name="connsiteY13" fmla="*/ 31403 h 43017"/>
                <a:gd name="connsiteX14" fmla="*/ 91760 w 99271"/>
                <a:gd name="connsiteY14" fmla="*/ 25414 h 43017"/>
                <a:gd name="connsiteX15" fmla="*/ 99470 w 99271"/>
                <a:gd name="connsiteY15" fmla="*/ 12707 h 43017"/>
                <a:gd name="connsiteX16" fmla="*/ 99834 w 99271"/>
                <a:gd name="connsiteY16" fmla="*/ 12144 h 43017"/>
                <a:gd name="connsiteX17" fmla="*/ 89642 w 99271"/>
                <a:gd name="connsiteY17" fmla="*/ 9696 h 43017"/>
                <a:gd name="connsiteX18" fmla="*/ 74553 w 99271"/>
                <a:gd name="connsiteY18" fmla="*/ 6254 h 4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271" h="43017">
                  <a:moveTo>
                    <a:pt x="74553" y="6254"/>
                  </a:moveTo>
                  <a:cubicBezTo>
                    <a:pt x="68828" y="6817"/>
                    <a:pt x="65949" y="3375"/>
                    <a:pt x="61317" y="5096"/>
                  </a:cubicBezTo>
                  <a:cubicBezTo>
                    <a:pt x="56298" y="6344"/>
                    <a:pt x="50996" y="5732"/>
                    <a:pt x="46393" y="3375"/>
                  </a:cubicBezTo>
                  <a:cubicBezTo>
                    <a:pt x="43514" y="1655"/>
                    <a:pt x="40073" y="6684"/>
                    <a:pt x="36069" y="4533"/>
                  </a:cubicBezTo>
                  <a:cubicBezTo>
                    <a:pt x="35189" y="3994"/>
                    <a:pt x="34415" y="3299"/>
                    <a:pt x="33785" y="2482"/>
                  </a:cubicBezTo>
                  <a:cubicBezTo>
                    <a:pt x="29928" y="4505"/>
                    <a:pt x="26544" y="7325"/>
                    <a:pt x="23858" y="10754"/>
                  </a:cubicBezTo>
                  <a:cubicBezTo>
                    <a:pt x="19027" y="17670"/>
                    <a:pt x="12144" y="18365"/>
                    <a:pt x="7313" y="19060"/>
                  </a:cubicBezTo>
                  <a:cubicBezTo>
                    <a:pt x="5361" y="19325"/>
                    <a:pt x="3739" y="21840"/>
                    <a:pt x="2482" y="24686"/>
                  </a:cubicBezTo>
                  <a:cubicBezTo>
                    <a:pt x="4194" y="29734"/>
                    <a:pt x="6894" y="34391"/>
                    <a:pt x="10424" y="38385"/>
                  </a:cubicBezTo>
                  <a:cubicBezTo>
                    <a:pt x="15586" y="42985"/>
                    <a:pt x="33951" y="42389"/>
                    <a:pt x="33951" y="38385"/>
                  </a:cubicBezTo>
                  <a:cubicBezTo>
                    <a:pt x="33951" y="34381"/>
                    <a:pt x="48875" y="32660"/>
                    <a:pt x="52316" y="32660"/>
                  </a:cubicBezTo>
                  <a:cubicBezTo>
                    <a:pt x="55758" y="32660"/>
                    <a:pt x="66677" y="21740"/>
                    <a:pt x="68398" y="22303"/>
                  </a:cubicBezTo>
                  <a:cubicBezTo>
                    <a:pt x="70119" y="22865"/>
                    <a:pt x="81634" y="24619"/>
                    <a:pt x="84480" y="27498"/>
                  </a:cubicBezTo>
                  <a:cubicBezTo>
                    <a:pt x="87836" y="29488"/>
                    <a:pt x="91543" y="30814"/>
                    <a:pt x="95400" y="31403"/>
                  </a:cubicBezTo>
                  <a:cubicBezTo>
                    <a:pt x="93465" y="29946"/>
                    <a:pt x="92162" y="27802"/>
                    <a:pt x="91760" y="25414"/>
                  </a:cubicBezTo>
                  <a:cubicBezTo>
                    <a:pt x="91760" y="22336"/>
                    <a:pt x="97584" y="14229"/>
                    <a:pt x="99470" y="12707"/>
                  </a:cubicBezTo>
                  <a:cubicBezTo>
                    <a:pt x="99629" y="12546"/>
                    <a:pt x="99753" y="12355"/>
                    <a:pt x="99834" y="12144"/>
                  </a:cubicBezTo>
                  <a:cubicBezTo>
                    <a:pt x="96329" y="11872"/>
                    <a:pt x="92889" y="11045"/>
                    <a:pt x="89642" y="9696"/>
                  </a:cubicBezTo>
                  <a:cubicBezTo>
                    <a:pt x="85117" y="6947"/>
                    <a:pt x="79823" y="5740"/>
                    <a:pt x="74553" y="625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15BB5C6C-7D3B-2D44-8476-74FEAE1C3AEB}"/>
                </a:ext>
              </a:extLst>
            </p:cNvPr>
            <p:cNvSpPr/>
            <p:nvPr/>
          </p:nvSpPr>
          <p:spPr>
            <a:xfrm>
              <a:off x="4237553" y="2346862"/>
              <a:ext cx="62872" cy="109199"/>
            </a:xfrm>
            <a:custGeom>
              <a:avLst/>
              <a:gdLst>
                <a:gd name="connsiteX0" fmla="*/ 45897 w 62872"/>
                <a:gd name="connsiteY0" fmla="*/ 89318 h 109198"/>
                <a:gd name="connsiteX1" fmla="*/ 42124 w 62872"/>
                <a:gd name="connsiteY1" fmla="*/ 80582 h 109198"/>
                <a:gd name="connsiteX2" fmla="*/ 46526 w 62872"/>
                <a:gd name="connsiteY2" fmla="*/ 71184 h 109198"/>
                <a:gd name="connsiteX3" fmla="*/ 41496 w 62872"/>
                <a:gd name="connsiteY3" fmla="*/ 61819 h 109198"/>
                <a:gd name="connsiteX4" fmla="*/ 45897 w 62872"/>
                <a:gd name="connsiteY4" fmla="*/ 54937 h 109198"/>
                <a:gd name="connsiteX5" fmla="*/ 49007 w 62872"/>
                <a:gd name="connsiteY5" fmla="*/ 43057 h 109198"/>
                <a:gd name="connsiteX6" fmla="*/ 47750 w 62872"/>
                <a:gd name="connsiteY6" fmla="*/ 26810 h 109198"/>
                <a:gd name="connsiteX7" fmla="*/ 59034 w 62872"/>
                <a:gd name="connsiteY7" fmla="*/ 16882 h 109198"/>
                <a:gd name="connsiteX8" fmla="*/ 54666 w 62872"/>
                <a:gd name="connsiteY8" fmla="*/ 10033 h 109198"/>
                <a:gd name="connsiteX9" fmla="*/ 44011 w 62872"/>
                <a:gd name="connsiteY9" fmla="*/ 8146 h 109198"/>
                <a:gd name="connsiteX10" fmla="*/ 37128 w 62872"/>
                <a:gd name="connsiteY10" fmla="*/ 8146 h 109198"/>
                <a:gd name="connsiteX11" fmla="*/ 26506 w 62872"/>
                <a:gd name="connsiteY11" fmla="*/ 5632 h 109198"/>
                <a:gd name="connsiteX12" fmla="*/ 20252 w 62872"/>
                <a:gd name="connsiteY12" fmla="*/ 5003 h 109198"/>
                <a:gd name="connsiteX13" fmla="*/ 15619 w 62872"/>
                <a:gd name="connsiteY13" fmla="*/ 6988 h 109198"/>
                <a:gd name="connsiteX14" fmla="*/ 16082 w 62872"/>
                <a:gd name="connsiteY14" fmla="*/ 18769 h 109198"/>
                <a:gd name="connsiteX15" fmla="*/ 5295 w 62872"/>
                <a:gd name="connsiteY15" fmla="*/ 60397 h 109198"/>
                <a:gd name="connsiteX16" fmla="*/ 11913 w 62872"/>
                <a:gd name="connsiteY16" fmla="*/ 75552 h 109198"/>
                <a:gd name="connsiteX17" fmla="*/ 14229 w 62872"/>
                <a:gd name="connsiteY17" fmla="*/ 105102 h 109198"/>
                <a:gd name="connsiteX18" fmla="*/ 27465 w 62872"/>
                <a:gd name="connsiteY18" fmla="*/ 108411 h 109198"/>
                <a:gd name="connsiteX19" fmla="*/ 41330 w 62872"/>
                <a:gd name="connsiteY19" fmla="*/ 105664 h 109198"/>
                <a:gd name="connsiteX20" fmla="*/ 38815 w 62872"/>
                <a:gd name="connsiteY20" fmla="*/ 100006 h 109198"/>
                <a:gd name="connsiteX21" fmla="*/ 45897 w 62872"/>
                <a:gd name="connsiteY21" fmla="*/ 89318 h 10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872" h="109198">
                  <a:moveTo>
                    <a:pt x="45897" y="89318"/>
                  </a:moveTo>
                  <a:cubicBezTo>
                    <a:pt x="52780" y="88093"/>
                    <a:pt x="44011" y="82435"/>
                    <a:pt x="42124" y="80582"/>
                  </a:cubicBezTo>
                  <a:cubicBezTo>
                    <a:pt x="40239" y="78729"/>
                    <a:pt x="42753" y="71184"/>
                    <a:pt x="46526" y="71184"/>
                  </a:cubicBezTo>
                  <a:cubicBezTo>
                    <a:pt x="50298" y="71184"/>
                    <a:pt x="46526" y="66816"/>
                    <a:pt x="41496" y="61819"/>
                  </a:cubicBezTo>
                  <a:cubicBezTo>
                    <a:pt x="36466" y="56823"/>
                    <a:pt x="41496" y="54937"/>
                    <a:pt x="45897" y="54937"/>
                  </a:cubicBezTo>
                  <a:cubicBezTo>
                    <a:pt x="50298" y="54937"/>
                    <a:pt x="44639" y="47425"/>
                    <a:pt x="49007" y="43057"/>
                  </a:cubicBezTo>
                  <a:cubicBezTo>
                    <a:pt x="53375" y="38689"/>
                    <a:pt x="47750" y="30549"/>
                    <a:pt x="47750" y="26810"/>
                  </a:cubicBezTo>
                  <a:cubicBezTo>
                    <a:pt x="47750" y="23070"/>
                    <a:pt x="54004" y="21780"/>
                    <a:pt x="59034" y="16882"/>
                  </a:cubicBezTo>
                  <a:cubicBezTo>
                    <a:pt x="64064" y="11985"/>
                    <a:pt x="54666" y="13772"/>
                    <a:pt x="54666" y="10033"/>
                  </a:cubicBezTo>
                  <a:cubicBezTo>
                    <a:pt x="54666" y="6293"/>
                    <a:pt x="48379" y="5003"/>
                    <a:pt x="44011" y="8146"/>
                  </a:cubicBezTo>
                  <a:cubicBezTo>
                    <a:pt x="39643" y="11290"/>
                    <a:pt x="40900" y="8146"/>
                    <a:pt x="37128" y="8146"/>
                  </a:cubicBezTo>
                  <a:cubicBezTo>
                    <a:pt x="33356" y="8146"/>
                    <a:pt x="26506" y="9404"/>
                    <a:pt x="26506" y="5632"/>
                  </a:cubicBezTo>
                  <a:cubicBezTo>
                    <a:pt x="26506" y="1859"/>
                    <a:pt x="23197" y="1264"/>
                    <a:pt x="20252" y="5003"/>
                  </a:cubicBezTo>
                  <a:cubicBezTo>
                    <a:pt x="19018" y="6232"/>
                    <a:pt x="17360" y="6943"/>
                    <a:pt x="15619" y="6988"/>
                  </a:cubicBezTo>
                  <a:cubicBezTo>
                    <a:pt x="15156" y="11886"/>
                    <a:pt x="14659" y="16452"/>
                    <a:pt x="16082" y="18769"/>
                  </a:cubicBezTo>
                  <a:cubicBezTo>
                    <a:pt x="19391" y="24162"/>
                    <a:pt x="11979" y="52686"/>
                    <a:pt x="5295" y="60397"/>
                  </a:cubicBezTo>
                  <a:cubicBezTo>
                    <a:pt x="-1389" y="68107"/>
                    <a:pt x="5063" y="70158"/>
                    <a:pt x="11913" y="75552"/>
                  </a:cubicBezTo>
                  <a:cubicBezTo>
                    <a:pt x="18763" y="80946"/>
                    <a:pt x="14229" y="100469"/>
                    <a:pt x="14229" y="105102"/>
                  </a:cubicBezTo>
                  <a:cubicBezTo>
                    <a:pt x="14229" y="109735"/>
                    <a:pt x="20384" y="108411"/>
                    <a:pt x="27465" y="108411"/>
                  </a:cubicBezTo>
                  <a:cubicBezTo>
                    <a:pt x="32153" y="107867"/>
                    <a:pt x="36789" y="106948"/>
                    <a:pt x="41330" y="105664"/>
                  </a:cubicBezTo>
                  <a:cubicBezTo>
                    <a:pt x="40049" y="104008"/>
                    <a:pt x="39186" y="102067"/>
                    <a:pt x="38815" y="100006"/>
                  </a:cubicBezTo>
                  <a:cubicBezTo>
                    <a:pt x="39014" y="96200"/>
                    <a:pt x="39014" y="90575"/>
                    <a:pt x="45897" y="8931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1250682-6BA2-8446-B303-91E0C988CD2D}"/>
                </a:ext>
              </a:extLst>
            </p:cNvPr>
            <p:cNvSpPr/>
            <p:nvPr/>
          </p:nvSpPr>
          <p:spPr>
            <a:xfrm>
              <a:off x="4460353" y="2093626"/>
              <a:ext cx="76108" cy="62872"/>
            </a:xfrm>
            <a:custGeom>
              <a:avLst/>
              <a:gdLst>
                <a:gd name="connsiteX0" fmla="*/ 25016 w 76108"/>
                <a:gd name="connsiteY0" fmla="*/ 49967 h 62872"/>
                <a:gd name="connsiteX1" fmla="*/ 36797 w 76108"/>
                <a:gd name="connsiteY1" fmla="*/ 51555 h 62872"/>
                <a:gd name="connsiteX2" fmla="*/ 49371 w 76108"/>
                <a:gd name="connsiteY2" fmla="*/ 60159 h 62872"/>
                <a:gd name="connsiteX3" fmla="*/ 53177 w 76108"/>
                <a:gd name="connsiteY3" fmla="*/ 63468 h 62872"/>
                <a:gd name="connsiteX4" fmla="*/ 55162 w 76108"/>
                <a:gd name="connsiteY4" fmla="*/ 50231 h 62872"/>
                <a:gd name="connsiteX5" fmla="*/ 56188 w 76108"/>
                <a:gd name="connsiteY5" fmla="*/ 41992 h 62872"/>
                <a:gd name="connsiteX6" fmla="*/ 66115 w 76108"/>
                <a:gd name="connsiteY6" fmla="*/ 37359 h 62872"/>
                <a:gd name="connsiteX7" fmla="*/ 69722 w 76108"/>
                <a:gd name="connsiteY7" fmla="*/ 31701 h 62872"/>
                <a:gd name="connsiteX8" fmla="*/ 64063 w 76108"/>
                <a:gd name="connsiteY8" fmla="*/ 22468 h 62872"/>
                <a:gd name="connsiteX9" fmla="*/ 72799 w 76108"/>
                <a:gd name="connsiteY9" fmla="*/ 14262 h 62872"/>
                <a:gd name="connsiteX10" fmla="*/ 72303 w 76108"/>
                <a:gd name="connsiteY10" fmla="*/ 2482 h 62872"/>
                <a:gd name="connsiteX11" fmla="*/ 67935 w 76108"/>
                <a:gd name="connsiteY11" fmla="*/ 4236 h 62872"/>
                <a:gd name="connsiteX12" fmla="*/ 50463 w 76108"/>
                <a:gd name="connsiteY12" fmla="*/ 4732 h 62872"/>
                <a:gd name="connsiteX13" fmla="*/ 43249 w 76108"/>
                <a:gd name="connsiteY13" fmla="*/ 16810 h 62872"/>
                <a:gd name="connsiteX14" fmla="*/ 35043 w 76108"/>
                <a:gd name="connsiteY14" fmla="*/ 17339 h 62872"/>
                <a:gd name="connsiteX15" fmla="*/ 27068 w 76108"/>
                <a:gd name="connsiteY15" fmla="*/ 21443 h 62872"/>
                <a:gd name="connsiteX16" fmla="*/ 19093 w 76108"/>
                <a:gd name="connsiteY16" fmla="*/ 35572 h 62872"/>
                <a:gd name="connsiteX17" fmla="*/ 5228 w 76108"/>
                <a:gd name="connsiteY17" fmla="*/ 51754 h 62872"/>
                <a:gd name="connsiteX18" fmla="*/ 2482 w 76108"/>
                <a:gd name="connsiteY18" fmla="*/ 53342 h 62872"/>
                <a:gd name="connsiteX19" fmla="*/ 8703 w 76108"/>
                <a:gd name="connsiteY19" fmla="*/ 55526 h 62872"/>
                <a:gd name="connsiteX20" fmla="*/ 25016 w 76108"/>
                <a:gd name="connsiteY20" fmla="*/ 49967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108" h="62872">
                  <a:moveTo>
                    <a:pt x="25016" y="49967"/>
                  </a:moveTo>
                  <a:cubicBezTo>
                    <a:pt x="28160" y="46823"/>
                    <a:pt x="33653" y="48412"/>
                    <a:pt x="36797" y="51555"/>
                  </a:cubicBezTo>
                  <a:cubicBezTo>
                    <a:pt x="39940" y="54699"/>
                    <a:pt x="44672" y="55460"/>
                    <a:pt x="49371" y="60159"/>
                  </a:cubicBezTo>
                  <a:cubicBezTo>
                    <a:pt x="50558" y="61352"/>
                    <a:pt x="51830" y="62458"/>
                    <a:pt x="53177" y="63468"/>
                  </a:cubicBezTo>
                  <a:cubicBezTo>
                    <a:pt x="53347" y="58996"/>
                    <a:pt x="54012" y="54557"/>
                    <a:pt x="55162" y="50231"/>
                  </a:cubicBezTo>
                  <a:cubicBezTo>
                    <a:pt x="56717" y="46625"/>
                    <a:pt x="53607" y="41992"/>
                    <a:pt x="56188" y="41992"/>
                  </a:cubicBezTo>
                  <a:cubicBezTo>
                    <a:pt x="58769" y="41992"/>
                    <a:pt x="66115" y="41992"/>
                    <a:pt x="66115" y="37359"/>
                  </a:cubicBezTo>
                  <a:cubicBezTo>
                    <a:pt x="66115" y="32727"/>
                    <a:pt x="68166" y="34282"/>
                    <a:pt x="69722" y="31701"/>
                  </a:cubicBezTo>
                  <a:cubicBezTo>
                    <a:pt x="71277" y="29120"/>
                    <a:pt x="65089" y="23991"/>
                    <a:pt x="64063" y="22468"/>
                  </a:cubicBezTo>
                  <a:cubicBezTo>
                    <a:pt x="63037" y="20946"/>
                    <a:pt x="68696" y="20417"/>
                    <a:pt x="72799" y="14262"/>
                  </a:cubicBezTo>
                  <a:cubicBezTo>
                    <a:pt x="74288" y="12012"/>
                    <a:pt x="73693" y="7412"/>
                    <a:pt x="72303" y="2482"/>
                  </a:cubicBezTo>
                  <a:cubicBezTo>
                    <a:pt x="71608" y="4302"/>
                    <a:pt x="70251" y="5625"/>
                    <a:pt x="67935" y="4236"/>
                  </a:cubicBezTo>
                  <a:cubicBezTo>
                    <a:pt x="64063" y="1919"/>
                    <a:pt x="58008" y="3210"/>
                    <a:pt x="50463" y="4732"/>
                  </a:cubicBezTo>
                  <a:cubicBezTo>
                    <a:pt x="42918" y="6254"/>
                    <a:pt x="40536" y="13733"/>
                    <a:pt x="43249" y="16810"/>
                  </a:cubicBezTo>
                  <a:cubicBezTo>
                    <a:pt x="45963" y="19887"/>
                    <a:pt x="35804" y="21443"/>
                    <a:pt x="35043" y="17339"/>
                  </a:cubicBezTo>
                  <a:cubicBezTo>
                    <a:pt x="34282" y="13236"/>
                    <a:pt x="26572" y="16049"/>
                    <a:pt x="27068" y="21443"/>
                  </a:cubicBezTo>
                  <a:cubicBezTo>
                    <a:pt x="27564" y="26836"/>
                    <a:pt x="18564" y="28888"/>
                    <a:pt x="19093" y="35572"/>
                  </a:cubicBezTo>
                  <a:cubicBezTo>
                    <a:pt x="19623" y="42257"/>
                    <a:pt x="10887" y="48412"/>
                    <a:pt x="5228" y="51754"/>
                  </a:cubicBezTo>
                  <a:lnTo>
                    <a:pt x="2482" y="53342"/>
                  </a:lnTo>
                  <a:cubicBezTo>
                    <a:pt x="4425" y="54399"/>
                    <a:pt x="6525" y="55136"/>
                    <a:pt x="8703" y="55526"/>
                  </a:cubicBezTo>
                  <a:cubicBezTo>
                    <a:pt x="13236" y="55460"/>
                    <a:pt x="21873" y="53110"/>
                    <a:pt x="25016" y="4996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085EB0D8-0814-A746-879C-A7CF0A5E0980}"/>
                </a:ext>
              </a:extLst>
            </p:cNvPr>
            <p:cNvSpPr/>
            <p:nvPr/>
          </p:nvSpPr>
          <p:spPr>
            <a:xfrm>
              <a:off x="4505994" y="2170992"/>
              <a:ext cx="13236" cy="19854"/>
            </a:xfrm>
            <a:custGeom>
              <a:avLst/>
              <a:gdLst>
                <a:gd name="connsiteX0" fmla="*/ 8626 w 13236"/>
                <a:gd name="connsiteY0" fmla="*/ 2482 h 19854"/>
                <a:gd name="connsiteX1" fmla="*/ 2538 w 13236"/>
                <a:gd name="connsiteY1" fmla="*/ 17240 h 19854"/>
                <a:gd name="connsiteX2" fmla="*/ 13987 w 13236"/>
                <a:gd name="connsiteY2" fmla="*/ 18531 h 19854"/>
                <a:gd name="connsiteX3" fmla="*/ 8494 w 13236"/>
                <a:gd name="connsiteY3" fmla="*/ 4136 h 19854"/>
                <a:gd name="connsiteX4" fmla="*/ 8627 w 13236"/>
                <a:gd name="connsiteY4" fmla="*/ 2482 h 1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6" h="19854">
                  <a:moveTo>
                    <a:pt x="8626" y="2482"/>
                  </a:moveTo>
                  <a:cubicBezTo>
                    <a:pt x="5317" y="4401"/>
                    <a:pt x="2008" y="8504"/>
                    <a:pt x="2538" y="17240"/>
                  </a:cubicBezTo>
                  <a:cubicBezTo>
                    <a:pt x="6396" y="17133"/>
                    <a:pt x="10250" y="17567"/>
                    <a:pt x="13987" y="18531"/>
                  </a:cubicBezTo>
                  <a:cubicBezTo>
                    <a:pt x="13683" y="13281"/>
                    <a:pt x="11765" y="8254"/>
                    <a:pt x="8494" y="4136"/>
                  </a:cubicBezTo>
                  <a:cubicBezTo>
                    <a:pt x="8258" y="3597"/>
                    <a:pt x="8308" y="2976"/>
                    <a:pt x="8627" y="248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CC585714-FC98-134B-9278-B73BE74F841C}"/>
                </a:ext>
              </a:extLst>
            </p:cNvPr>
            <p:cNvSpPr/>
            <p:nvPr/>
          </p:nvSpPr>
          <p:spPr>
            <a:xfrm>
              <a:off x="4448473" y="2139535"/>
              <a:ext cx="69490" cy="49636"/>
            </a:xfrm>
            <a:custGeom>
              <a:avLst/>
              <a:gdLst>
                <a:gd name="connsiteX0" fmla="*/ 4864 w 69490"/>
                <a:gd name="connsiteY0" fmla="*/ 14647 h 49635"/>
                <a:gd name="connsiteX1" fmla="*/ 11019 w 69490"/>
                <a:gd name="connsiteY1" fmla="*/ 21265 h 49635"/>
                <a:gd name="connsiteX2" fmla="*/ 19887 w 69490"/>
                <a:gd name="connsiteY2" fmla="*/ 26658 h 49635"/>
                <a:gd name="connsiteX3" fmla="*/ 30675 w 69490"/>
                <a:gd name="connsiteY3" fmla="*/ 33277 h 49635"/>
                <a:gd name="connsiteX4" fmla="*/ 35705 w 69490"/>
                <a:gd name="connsiteY4" fmla="*/ 39067 h 49635"/>
                <a:gd name="connsiteX5" fmla="*/ 43382 w 69490"/>
                <a:gd name="connsiteY5" fmla="*/ 35196 h 49635"/>
                <a:gd name="connsiteX6" fmla="*/ 48411 w 69490"/>
                <a:gd name="connsiteY6" fmla="*/ 43303 h 49635"/>
                <a:gd name="connsiteX7" fmla="*/ 57280 w 69490"/>
                <a:gd name="connsiteY7" fmla="*/ 49061 h 49635"/>
                <a:gd name="connsiteX8" fmla="*/ 60059 w 69490"/>
                <a:gd name="connsiteY8" fmla="*/ 48829 h 49635"/>
                <a:gd name="connsiteX9" fmla="*/ 66148 w 69490"/>
                <a:gd name="connsiteY9" fmla="*/ 34071 h 49635"/>
                <a:gd name="connsiteX10" fmla="*/ 69623 w 69490"/>
                <a:gd name="connsiteY10" fmla="*/ 29041 h 49635"/>
                <a:gd name="connsiteX11" fmla="*/ 64990 w 69490"/>
                <a:gd name="connsiteY11" fmla="*/ 18253 h 49635"/>
                <a:gd name="connsiteX12" fmla="*/ 64990 w 69490"/>
                <a:gd name="connsiteY12" fmla="*/ 17691 h 49635"/>
                <a:gd name="connsiteX13" fmla="*/ 61184 w 69490"/>
                <a:gd name="connsiteY13" fmla="*/ 14382 h 49635"/>
                <a:gd name="connsiteX14" fmla="*/ 48610 w 69490"/>
                <a:gd name="connsiteY14" fmla="*/ 5778 h 49635"/>
                <a:gd name="connsiteX15" fmla="*/ 36830 w 69490"/>
                <a:gd name="connsiteY15" fmla="*/ 4190 h 49635"/>
                <a:gd name="connsiteX16" fmla="*/ 20285 w 69490"/>
                <a:gd name="connsiteY16" fmla="*/ 9683 h 49635"/>
                <a:gd name="connsiteX17" fmla="*/ 14063 w 69490"/>
                <a:gd name="connsiteY17" fmla="*/ 7499 h 49635"/>
                <a:gd name="connsiteX18" fmla="*/ 2482 w 69490"/>
                <a:gd name="connsiteY18" fmla="*/ 12463 h 49635"/>
                <a:gd name="connsiteX19" fmla="*/ 4864 w 69490"/>
                <a:gd name="connsiteY19" fmla="*/ 14647 h 4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9490" h="49635">
                  <a:moveTo>
                    <a:pt x="4864" y="14647"/>
                  </a:moveTo>
                  <a:cubicBezTo>
                    <a:pt x="5228" y="17360"/>
                    <a:pt x="9497" y="23879"/>
                    <a:pt x="11019" y="21265"/>
                  </a:cubicBezTo>
                  <a:cubicBezTo>
                    <a:pt x="12541" y="18650"/>
                    <a:pt x="16413" y="24574"/>
                    <a:pt x="19887" y="26658"/>
                  </a:cubicBezTo>
                  <a:cubicBezTo>
                    <a:pt x="23362" y="28743"/>
                    <a:pt x="30278" y="30894"/>
                    <a:pt x="30675" y="33277"/>
                  </a:cubicBezTo>
                  <a:cubicBezTo>
                    <a:pt x="31072" y="35659"/>
                    <a:pt x="32230" y="40590"/>
                    <a:pt x="35705" y="39067"/>
                  </a:cubicBezTo>
                  <a:cubicBezTo>
                    <a:pt x="39179" y="37545"/>
                    <a:pt x="43382" y="32118"/>
                    <a:pt x="43382" y="35196"/>
                  </a:cubicBezTo>
                  <a:cubicBezTo>
                    <a:pt x="43382" y="38273"/>
                    <a:pt x="44540" y="44064"/>
                    <a:pt x="48411" y="43303"/>
                  </a:cubicBezTo>
                  <a:cubicBezTo>
                    <a:pt x="52283" y="42542"/>
                    <a:pt x="53408" y="49921"/>
                    <a:pt x="57280" y="49061"/>
                  </a:cubicBezTo>
                  <a:cubicBezTo>
                    <a:pt x="58201" y="48932"/>
                    <a:pt x="59129" y="48855"/>
                    <a:pt x="60059" y="48829"/>
                  </a:cubicBezTo>
                  <a:cubicBezTo>
                    <a:pt x="59596" y="40093"/>
                    <a:pt x="62707" y="35990"/>
                    <a:pt x="66148" y="34071"/>
                  </a:cubicBezTo>
                  <a:cubicBezTo>
                    <a:pt x="66942" y="32549"/>
                    <a:pt x="69226" y="30927"/>
                    <a:pt x="69623" y="29041"/>
                  </a:cubicBezTo>
                  <a:cubicBezTo>
                    <a:pt x="70119" y="26460"/>
                    <a:pt x="64493" y="21331"/>
                    <a:pt x="64990" y="18253"/>
                  </a:cubicBezTo>
                  <a:cubicBezTo>
                    <a:pt x="64990" y="18088"/>
                    <a:pt x="64990" y="17856"/>
                    <a:pt x="64990" y="17691"/>
                  </a:cubicBezTo>
                  <a:cubicBezTo>
                    <a:pt x="63643" y="16681"/>
                    <a:pt x="62371" y="15575"/>
                    <a:pt x="61184" y="14382"/>
                  </a:cubicBezTo>
                  <a:cubicBezTo>
                    <a:pt x="56486" y="9683"/>
                    <a:pt x="51754" y="8922"/>
                    <a:pt x="48610" y="5778"/>
                  </a:cubicBezTo>
                  <a:cubicBezTo>
                    <a:pt x="45466" y="2635"/>
                    <a:pt x="39973" y="1046"/>
                    <a:pt x="36830" y="4190"/>
                  </a:cubicBezTo>
                  <a:cubicBezTo>
                    <a:pt x="33686" y="7334"/>
                    <a:pt x="25050" y="9683"/>
                    <a:pt x="20285" y="9683"/>
                  </a:cubicBezTo>
                  <a:cubicBezTo>
                    <a:pt x="18107" y="9293"/>
                    <a:pt x="16007" y="8556"/>
                    <a:pt x="14063" y="7499"/>
                  </a:cubicBezTo>
                  <a:cubicBezTo>
                    <a:pt x="10498" y="9772"/>
                    <a:pt x="6586" y="11448"/>
                    <a:pt x="2482" y="12463"/>
                  </a:cubicBezTo>
                  <a:cubicBezTo>
                    <a:pt x="3408" y="13422"/>
                    <a:pt x="4600" y="12860"/>
                    <a:pt x="4864" y="1464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89A9A39-EAB4-4748-8D43-C499BFEFB8AB}"/>
                </a:ext>
              </a:extLst>
            </p:cNvPr>
            <p:cNvSpPr/>
            <p:nvPr/>
          </p:nvSpPr>
          <p:spPr>
            <a:xfrm>
              <a:off x="4755337" y="2210303"/>
              <a:ext cx="158835" cy="105890"/>
            </a:xfrm>
            <a:custGeom>
              <a:avLst/>
              <a:gdLst>
                <a:gd name="connsiteX0" fmla="*/ 143101 w 158834"/>
                <a:gd name="connsiteY0" fmla="*/ 70681 h 105889"/>
                <a:gd name="connsiteX1" fmla="*/ 136483 w 158834"/>
                <a:gd name="connsiteY1" fmla="*/ 66578 h 105889"/>
                <a:gd name="connsiteX2" fmla="*/ 136946 w 158834"/>
                <a:gd name="connsiteY2" fmla="*/ 65983 h 105889"/>
                <a:gd name="connsiteX3" fmla="*/ 133935 w 158834"/>
                <a:gd name="connsiteY3" fmla="*/ 46393 h 105889"/>
                <a:gd name="connsiteX4" fmla="*/ 122949 w 158834"/>
                <a:gd name="connsiteY4" fmla="*/ 22071 h 105889"/>
                <a:gd name="connsiteX5" fmla="*/ 111500 w 158834"/>
                <a:gd name="connsiteY5" fmla="*/ 2482 h 105889"/>
                <a:gd name="connsiteX6" fmla="*/ 103095 w 158834"/>
                <a:gd name="connsiteY6" fmla="*/ 6453 h 105889"/>
                <a:gd name="connsiteX7" fmla="*/ 93167 w 158834"/>
                <a:gd name="connsiteY7" fmla="*/ 11615 h 105889"/>
                <a:gd name="connsiteX8" fmla="*/ 84431 w 158834"/>
                <a:gd name="connsiteY8" fmla="*/ 12607 h 105889"/>
                <a:gd name="connsiteX9" fmla="*/ 76721 w 158834"/>
                <a:gd name="connsiteY9" fmla="*/ 14692 h 105889"/>
                <a:gd name="connsiteX10" fmla="*/ 66430 w 158834"/>
                <a:gd name="connsiteY10" fmla="*/ 11615 h 105889"/>
                <a:gd name="connsiteX11" fmla="*/ 48958 w 158834"/>
                <a:gd name="connsiteY11" fmla="*/ 8504 h 105889"/>
                <a:gd name="connsiteX12" fmla="*/ 42340 w 158834"/>
                <a:gd name="connsiteY12" fmla="*/ 9100 h 105889"/>
                <a:gd name="connsiteX13" fmla="*/ 40685 w 158834"/>
                <a:gd name="connsiteY13" fmla="*/ 12872 h 105889"/>
                <a:gd name="connsiteX14" fmla="*/ 29104 w 158834"/>
                <a:gd name="connsiteY14" fmla="*/ 20185 h 105889"/>
                <a:gd name="connsiteX15" fmla="*/ 13320 w 158834"/>
                <a:gd name="connsiteY15" fmla="*/ 46393 h 105889"/>
                <a:gd name="connsiteX16" fmla="*/ 2499 w 158834"/>
                <a:gd name="connsiteY16" fmla="*/ 54500 h 105889"/>
                <a:gd name="connsiteX17" fmla="*/ 8687 w 158834"/>
                <a:gd name="connsiteY17" fmla="*/ 64427 h 105889"/>
                <a:gd name="connsiteX18" fmla="*/ 13541 w 158834"/>
                <a:gd name="connsiteY18" fmla="*/ 70552 h 105889"/>
                <a:gd name="connsiteX19" fmla="*/ 14445 w 158834"/>
                <a:gd name="connsiteY19" fmla="*/ 70582 h 105889"/>
                <a:gd name="connsiteX20" fmla="*/ 16761 w 158834"/>
                <a:gd name="connsiteY20" fmla="*/ 81370 h 105889"/>
                <a:gd name="connsiteX21" fmla="*/ 36053 w 158834"/>
                <a:gd name="connsiteY21" fmla="*/ 87161 h 105889"/>
                <a:gd name="connsiteX22" fmla="*/ 37079 w 158834"/>
                <a:gd name="connsiteY22" fmla="*/ 94771 h 105889"/>
                <a:gd name="connsiteX23" fmla="*/ 47006 w 158834"/>
                <a:gd name="connsiteY23" fmla="*/ 101390 h 105889"/>
                <a:gd name="connsiteX24" fmla="*/ 65503 w 158834"/>
                <a:gd name="connsiteY24" fmla="*/ 103441 h 105889"/>
                <a:gd name="connsiteX25" fmla="*/ 84001 w 158834"/>
                <a:gd name="connsiteY25" fmla="*/ 103971 h 105889"/>
                <a:gd name="connsiteX26" fmla="*/ 96344 w 158834"/>
                <a:gd name="connsiteY26" fmla="*/ 98808 h 105889"/>
                <a:gd name="connsiteX27" fmla="*/ 116893 w 158834"/>
                <a:gd name="connsiteY27" fmla="*/ 95202 h 105889"/>
                <a:gd name="connsiteX28" fmla="*/ 130791 w 158834"/>
                <a:gd name="connsiteY28" fmla="*/ 99338 h 105889"/>
                <a:gd name="connsiteX29" fmla="*/ 141314 w 158834"/>
                <a:gd name="connsiteY29" fmla="*/ 104335 h 105889"/>
                <a:gd name="connsiteX30" fmla="*/ 141314 w 158834"/>
                <a:gd name="connsiteY30" fmla="*/ 95201 h 105889"/>
                <a:gd name="connsiteX31" fmla="*/ 150050 w 158834"/>
                <a:gd name="connsiteY31" fmla="*/ 81072 h 105889"/>
                <a:gd name="connsiteX32" fmla="*/ 159050 w 158834"/>
                <a:gd name="connsiteY32" fmla="*/ 71575 h 105889"/>
                <a:gd name="connsiteX33" fmla="*/ 159050 w 158834"/>
                <a:gd name="connsiteY33" fmla="*/ 70748 h 105889"/>
                <a:gd name="connsiteX34" fmla="*/ 152896 w 158834"/>
                <a:gd name="connsiteY34" fmla="*/ 66446 h 105889"/>
                <a:gd name="connsiteX35" fmla="*/ 143101 w 158834"/>
                <a:gd name="connsiteY35" fmla="*/ 70681 h 10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8834" h="105889">
                  <a:moveTo>
                    <a:pt x="143101" y="70681"/>
                  </a:moveTo>
                  <a:cubicBezTo>
                    <a:pt x="139494" y="70185"/>
                    <a:pt x="134861" y="68630"/>
                    <a:pt x="136483" y="66578"/>
                  </a:cubicBezTo>
                  <a:lnTo>
                    <a:pt x="136946" y="65983"/>
                  </a:lnTo>
                  <a:cubicBezTo>
                    <a:pt x="132148" y="62078"/>
                    <a:pt x="130890" y="49437"/>
                    <a:pt x="133935" y="46393"/>
                  </a:cubicBezTo>
                  <a:cubicBezTo>
                    <a:pt x="137872" y="42488"/>
                    <a:pt x="127648" y="27564"/>
                    <a:pt x="122949" y="22071"/>
                  </a:cubicBezTo>
                  <a:cubicBezTo>
                    <a:pt x="118689" y="15811"/>
                    <a:pt x="114863" y="9266"/>
                    <a:pt x="111500" y="2482"/>
                  </a:cubicBezTo>
                  <a:cubicBezTo>
                    <a:pt x="108435" y="3158"/>
                    <a:pt x="105563" y="4515"/>
                    <a:pt x="103095" y="6453"/>
                  </a:cubicBezTo>
                  <a:cubicBezTo>
                    <a:pt x="100627" y="9454"/>
                    <a:pt x="97042" y="11318"/>
                    <a:pt x="93167" y="11615"/>
                  </a:cubicBezTo>
                  <a:cubicBezTo>
                    <a:pt x="90090" y="11615"/>
                    <a:pt x="86979" y="10060"/>
                    <a:pt x="84431" y="12607"/>
                  </a:cubicBezTo>
                  <a:cubicBezTo>
                    <a:pt x="81883" y="15156"/>
                    <a:pt x="78277" y="16214"/>
                    <a:pt x="76721" y="14692"/>
                  </a:cubicBezTo>
                  <a:cubicBezTo>
                    <a:pt x="73666" y="12682"/>
                    <a:pt x="70088" y="11612"/>
                    <a:pt x="66430" y="11615"/>
                  </a:cubicBezTo>
                  <a:cubicBezTo>
                    <a:pt x="62856" y="11615"/>
                    <a:pt x="51539" y="8504"/>
                    <a:pt x="48958" y="8504"/>
                  </a:cubicBezTo>
                  <a:cubicBezTo>
                    <a:pt x="46741" y="8557"/>
                    <a:pt x="44531" y="8756"/>
                    <a:pt x="42340" y="9100"/>
                  </a:cubicBezTo>
                  <a:cubicBezTo>
                    <a:pt x="42903" y="10192"/>
                    <a:pt x="42340" y="11516"/>
                    <a:pt x="40685" y="12872"/>
                  </a:cubicBezTo>
                  <a:cubicBezTo>
                    <a:pt x="37608" y="15189"/>
                    <a:pt x="31420" y="18663"/>
                    <a:pt x="29104" y="20185"/>
                  </a:cubicBezTo>
                  <a:cubicBezTo>
                    <a:pt x="26788" y="21707"/>
                    <a:pt x="18714" y="40999"/>
                    <a:pt x="13320" y="46393"/>
                  </a:cubicBezTo>
                  <a:cubicBezTo>
                    <a:pt x="7926" y="51787"/>
                    <a:pt x="2896" y="52581"/>
                    <a:pt x="2499" y="54500"/>
                  </a:cubicBezTo>
                  <a:cubicBezTo>
                    <a:pt x="2102" y="56419"/>
                    <a:pt x="8687" y="61416"/>
                    <a:pt x="8687" y="64427"/>
                  </a:cubicBezTo>
                  <a:cubicBezTo>
                    <a:pt x="8336" y="67459"/>
                    <a:pt x="10510" y="70201"/>
                    <a:pt x="13541" y="70552"/>
                  </a:cubicBezTo>
                  <a:cubicBezTo>
                    <a:pt x="13841" y="70587"/>
                    <a:pt x="14144" y="70597"/>
                    <a:pt x="14445" y="70582"/>
                  </a:cubicBezTo>
                  <a:cubicBezTo>
                    <a:pt x="18714" y="70582"/>
                    <a:pt x="14081" y="80509"/>
                    <a:pt x="16761" y="81370"/>
                  </a:cubicBezTo>
                  <a:cubicBezTo>
                    <a:pt x="19442" y="82230"/>
                    <a:pt x="36053" y="83289"/>
                    <a:pt x="36053" y="87161"/>
                  </a:cubicBezTo>
                  <a:cubicBezTo>
                    <a:pt x="36053" y="90172"/>
                    <a:pt x="37873" y="92687"/>
                    <a:pt x="37079" y="94771"/>
                  </a:cubicBezTo>
                  <a:cubicBezTo>
                    <a:pt x="41745" y="95533"/>
                    <a:pt x="45153" y="101886"/>
                    <a:pt x="47006" y="101390"/>
                  </a:cubicBezTo>
                  <a:cubicBezTo>
                    <a:pt x="48859" y="100893"/>
                    <a:pt x="62956" y="103971"/>
                    <a:pt x="65503" y="103441"/>
                  </a:cubicBezTo>
                  <a:cubicBezTo>
                    <a:pt x="71674" y="103125"/>
                    <a:pt x="77859" y="103302"/>
                    <a:pt x="84001" y="103971"/>
                  </a:cubicBezTo>
                  <a:cubicBezTo>
                    <a:pt x="88679" y="104179"/>
                    <a:pt x="93206" y="102286"/>
                    <a:pt x="96344" y="98808"/>
                  </a:cubicBezTo>
                  <a:cubicBezTo>
                    <a:pt x="99951" y="95202"/>
                    <a:pt x="112889" y="94705"/>
                    <a:pt x="116893" y="95202"/>
                  </a:cubicBezTo>
                  <a:cubicBezTo>
                    <a:pt x="120897" y="95698"/>
                    <a:pt x="129236" y="96757"/>
                    <a:pt x="130791" y="99338"/>
                  </a:cubicBezTo>
                  <a:cubicBezTo>
                    <a:pt x="131586" y="100695"/>
                    <a:pt x="136417" y="102647"/>
                    <a:pt x="141314" y="104335"/>
                  </a:cubicBezTo>
                  <a:cubicBezTo>
                    <a:pt x="141530" y="101294"/>
                    <a:pt x="141530" y="98242"/>
                    <a:pt x="141314" y="95201"/>
                  </a:cubicBezTo>
                  <a:cubicBezTo>
                    <a:pt x="141579" y="89808"/>
                    <a:pt x="144623" y="81601"/>
                    <a:pt x="150050" y="81072"/>
                  </a:cubicBezTo>
                  <a:cubicBezTo>
                    <a:pt x="155477" y="80542"/>
                    <a:pt x="159977" y="80576"/>
                    <a:pt x="159050" y="71575"/>
                  </a:cubicBezTo>
                  <a:cubicBezTo>
                    <a:pt x="159034" y="71299"/>
                    <a:pt x="159034" y="71023"/>
                    <a:pt x="159050" y="70748"/>
                  </a:cubicBezTo>
                  <a:cubicBezTo>
                    <a:pt x="157270" y="68960"/>
                    <a:pt x="155186" y="67504"/>
                    <a:pt x="152896" y="66446"/>
                  </a:cubicBezTo>
                  <a:cubicBezTo>
                    <a:pt x="150877" y="66578"/>
                    <a:pt x="144623" y="70913"/>
                    <a:pt x="143101" y="7068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44B0601D-D1A5-DE4F-8ACE-44D27007A701}"/>
                </a:ext>
              </a:extLst>
            </p:cNvPr>
            <p:cNvSpPr/>
            <p:nvPr/>
          </p:nvSpPr>
          <p:spPr>
            <a:xfrm>
              <a:off x="4864256" y="2207039"/>
              <a:ext cx="56254" cy="69490"/>
            </a:xfrm>
            <a:custGeom>
              <a:avLst/>
              <a:gdLst>
                <a:gd name="connsiteX0" fmla="*/ 41363 w 56253"/>
                <a:gd name="connsiteY0" fmla="*/ 19479 h 69490"/>
                <a:gd name="connsiteX1" fmla="*/ 29020 w 56253"/>
                <a:gd name="connsiteY1" fmla="*/ 10214 h 69490"/>
                <a:gd name="connsiteX2" fmla="*/ 15155 w 56253"/>
                <a:gd name="connsiteY2" fmla="*/ 2503 h 69490"/>
                <a:gd name="connsiteX3" fmla="*/ 2482 w 56253"/>
                <a:gd name="connsiteY3" fmla="*/ 5812 h 69490"/>
                <a:gd name="connsiteX4" fmla="*/ 13931 w 56253"/>
                <a:gd name="connsiteY4" fmla="*/ 25402 h 69490"/>
                <a:gd name="connsiteX5" fmla="*/ 24917 w 56253"/>
                <a:gd name="connsiteY5" fmla="*/ 49724 h 69490"/>
                <a:gd name="connsiteX6" fmla="*/ 27928 w 56253"/>
                <a:gd name="connsiteY6" fmla="*/ 69313 h 69490"/>
                <a:gd name="connsiteX7" fmla="*/ 37855 w 56253"/>
                <a:gd name="connsiteY7" fmla="*/ 53959 h 69490"/>
                <a:gd name="connsiteX8" fmla="*/ 44474 w 56253"/>
                <a:gd name="connsiteY8" fmla="*/ 46249 h 69490"/>
                <a:gd name="connsiteX9" fmla="*/ 56287 w 56253"/>
                <a:gd name="connsiteY9" fmla="*/ 48334 h 69490"/>
                <a:gd name="connsiteX10" fmla="*/ 52183 w 56253"/>
                <a:gd name="connsiteY10" fmla="*/ 37017 h 69490"/>
                <a:gd name="connsiteX11" fmla="*/ 41363 w 56253"/>
                <a:gd name="connsiteY11" fmla="*/ 19479 h 6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253" h="69490">
                  <a:moveTo>
                    <a:pt x="41363" y="19479"/>
                  </a:moveTo>
                  <a:cubicBezTo>
                    <a:pt x="39553" y="14141"/>
                    <a:pt x="34651" y="10461"/>
                    <a:pt x="29020" y="10214"/>
                  </a:cubicBezTo>
                  <a:cubicBezTo>
                    <a:pt x="25413" y="10213"/>
                    <a:pt x="19259" y="2007"/>
                    <a:pt x="15155" y="2503"/>
                  </a:cubicBezTo>
                  <a:cubicBezTo>
                    <a:pt x="10854" y="3289"/>
                    <a:pt x="6618" y="4395"/>
                    <a:pt x="2482" y="5812"/>
                  </a:cubicBezTo>
                  <a:cubicBezTo>
                    <a:pt x="5845" y="12597"/>
                    <a:pt x="9671" y="19142"/>
                    <a:pt x="13931" y="25402"/>
                  </a:cubicBezTo>
                  <a:cubicBezTo>
                    <a:pt x="18630" y="30895"/>
                    <a:pt x="28855" y="45819"/>
                    <a:pt x="24917" y="49724"/>
                  </a:cubicBezTo>
                  <a:cubicBezTo>
                    <a:pt x="21873" y="52834"/>
                    <a:pt x="23130" y="65409"/>
                    <a:pt x="27928" y="69313"/>
                  </a:cubicBezTo>
                  <a:cubicBezTo>
                    <a:pt x="30178" y="66401"/>
                    <a:pt x="37855" y="56871"/>
                    <a:pt x="37855" y="53959"/>
                  </a:cubicBezTo>
                  <a:cubicBezTo>
                    <a:pt x="37855" y="51047"/>
                    <a:pt x="38385" y="44727"/>
                    <a:pt x="44474" y="46249"/>
                  </a:cubicBezTo>
                  <a:cubicBezTo>
                    <a:pt x="50562" y="47771"/>
                    <a:pt x="56287" y="50385"/>
                    <a:pt x="56287" y="48334"/>
                  </a:cubicBezTo>
                  <a:cubicBezTo>
                    <a:pt x="55999" y="44253"/>
                    <a:pt x="54578" y="40334"/>
                    <a:pt x="52183" y="37017"/>
                  </a:cubicBezTo>
                  <a:cubicBezTo>
                    <a:pt x="47471" y="31930"/>
                    <a:pt x="43795" y="25973"/>
                    <a:pt x="41363" y="1947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9AE8EDD-EB56-8545-A2D4-BAD190327E86}"/>
                </a:ext>
              </a:extLst>
            </p:cNvPr>
            <p:cNvSpPr/>
            <p:nvPr/>
          </p:nvSpPr>
          <p:spPr>
            <a:xfrm>
              <a:off x="4785716" y="2302725"/>
              <a:ext cx="112508" cy="62872"/>
            </a:xfrm>
            <a:custGeom>
              <a:avLst/>
              <a:gdLst>
                <a:gd name="connsiteX0" fmla="*/ 86481 w 112507"/>
                <a:gd name="connsiteY0" fmla="*/ 2912 h 62872"/>
                <a:gd name="connsiteX1" fmla="*/ 65932 w 112507"/>
                <a:gd name="connsiteY1" fmla="*/ 6519 h 62872"/>
                <a:gd name="connsiteX2" fmla="*/ 53589 w 112507"/>
                <a:gd name="connsiteY2" fmla="*/ 11681 h 62872"/>
                <a:gd name="connsiteX3" fmla="*/ 35092 w 112507"/>
                <a:gd name="connsiteY3" fmla="*/ 11152 h 62872"/>
                <a:gd name="connsiteX4" fmla="*/ 16594 w 112507"/>
                <a:gd name="connsiteY4" fmla="*/ 9100 h 62872"/>
                <a:gd name="connsiteX5" fmla="*/ 6667 w 112507"/>
                <a:gd name="connsiteY5" fmla="*/ 2482 h 62872"/>
                <a:gd name="connsiteX6" fmla="*/ 5244 w 112507"/>
                <a:gd name="connsiteY6" fmla="*/ 4103 h 62872"/>
                <a:gd name="connsiteX7" fmla="*/ 4368 w 112507"/>
                <a:gd name="connsiteY7" fmla="*/ 15206 h 62872"/>
                <a:gd name="connsiteX8" fmla="*/ 5244 w 112507"/>
                <a:gd name="connsiteY8" fmla="*/ 16082 h 62872"/>
                <a:gd name="connsiteX9" fmla="*/ 10638 w 112507"/>
                <a:gd name="connsiteY9" fmla="*/ 27233 h 62872"/>
                <a:gd name="connsiteX10" fmla="*/ 4847 w 112507"/>
                <a:gd name="connsiteY10" fmla="*/ 34183 h 62872"/>
                <a:gd name="connsiteX11" fmla="*/ 4847 w 112507"/>
                <a:gd name="connsiteY11" fmla="*/ 42654 h 62872"/>
                <a:gd name="connsiteX12" fmla="*/ 14476 w 112507"/>
                <a:gd name="connsiteY12" fmla="*/ 53838 h 62872"/>
                <a:gd name="connsiteX13" fmla="*/ 17785 w 112507"/>
                <a:gd name="connsiteY13" fmla="*/ 58703 h 62872"/>
                <a:gd name="connsiteX14" fmla="*/ 40948 w 112507"/>
                <a:gd name="connsiteY14" fmla="*/ 58967 h 62872"/>
                <a:gd name="connsiteX15" fmla="*/ 59479 w 112507"/>
                <a:gd name="connsiteY15" fmla="*/ 62078 h 62872"/>
                <a:gd name="connsiteX16" fmla="*/ 66098 w 112507"/>
                <a:gd name="connsiteY16" fmla="*/ 57975 h 62872"/>
                <a:gd name="connsiteX17" fmla="*/ 74436 w 112507"/>
                <a:gd name="connsiteY17" fmla="*/ 53938 h 62872"/>
                <a:gd name="connsiteX18" fmla="*/ 74436 w 112507"/>
                <a:gd name="connsiteY18" fmla="*/ 49206 h 62872"/>
                <a:gd name="connsiteX19" fmla="*/ 92173 w 112507"/>
                <a:gd name="connsiteY19" fmla="*/ 49206 h 62872"/>
                <a:gd name="connsiteX20" fmla="*/ 99188 w 112507"/>
                <a:gd name="connsiteY20" fmla="*/ 47915 h 62872"/>
                <a:gd name="connsiteX21" fmla="*/ 96772 w 112507"/>
                <a:gd name="connsiteY21" fmla="*/ 43812 h 62872"/>
                <a:gd name="connsiteX22" fmla="*/ 93199 w 112507"/>
                <a:gd name="connsiteY22" fmla="*/ 30576 h 62872"/>
                <a:gd name="connsiteX23" fmla="*/ 107063 w 112507"/>
                <a:gd name="connsiteY23" fmla="*/ 15685 h 62872"/>
                <a:gd name="connsiteX24" fmla="*/ 110670 w 112507"/>
                <a:gd name="connsiteY24" fmla="*/ 11946 h 62872"/>
                <a:gd name="connsiteX25" fmla="*/ 100147 w 112507"/>
                <a:gd name="connsiteY25" fmla="*/ 6949 h 62872"/>
                <a:gd name="connsiteX26" fmla="*/ 86481 w 112507"/>
                <a:gd name="connsiteY26" fmla="*/ 2912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507" h="62872">
                  <a:moveTo>
                    <a:pt x="86481" y="2912"/>
                  </a:moveTo>
                  <a:cubicBezTo>
                    <a:pt x="82378" y="2416"/>
                    <a:pt x="69539" y="2912"/>
                    <a:pt x="65932" y="6519"/>
                  </a:cubicBezTo>
                  <a:cubicBezTo>
                    <a:pt x="62795" y="9996"/>
                    <a:pt x="58268" y="11889"/>
                    <a:pt x="53589" y="11681"/>
                  </a:cubicBezTo>
                  <a:cubicBezTo>
                    <a:pt x="47447" y="11012"/>
                    <a:pt x="41262" y="10835"/>
                    <a:pt x="35092" y="11152"/>
                  </a:cubicBezTo>
                  <a:cubicBezTo>
                    <a:pt x="32544" y="11681"/>
                    <a:pt x="18546" y="8570"/>
                    <a:pt x="16594" y="9100"/>
                  </a:cubicBezTo>
                  <a:cubicBezTo>
                    <a:pt x="14642" y="9629"/>
                    <a:pt x="11366" y="3210"/>
                    <a:pt x="6667" y="2482"/>
                  </a:cubicBezTo>
                  <a:cubicBezTo>
                    <a:pt x="6371" y="3156"/>
                    <a:pt x="5874" y="3722"/>
                    <a:pt x="5244" y="4103"/>
                  </a:cubicBezTo>
                  <a:cubicBezTo>
                    <a:pt x="1936" y="6928"/>
                    <a:pt x="1544" y="11899"/>
                    <a:pt x="4368" y="15206"/>
                  </a:cubicBezTo>
                  <a:cubicBezTo>
                    <a:pt x="4636" y="15521"/>
                    <a:pt x="4929" y="15814"/>
                    <a:pt x="5244" y="16082"/>
                  </a:cubicBezTo>
                  <a:cubicBezTo>
                    <a:pt x="9082" y="19391"/>
                    <a:pt x="14112" y="27233"/>
                    <a:pt x="10638" y="27233"/>
                  </a:cubicBezTo>
                  <a:cubicBezTo>
                    <a:pt x="7273" y="27830"/>
                    <a:pt x="4827" y="30765"/>
                    <a:pt x="4847" y="34183"/>
                  </a:cubicBezTo>
                  <a:cubicBezTo>
                    <a:pt x="5244" y="36499"/>
                    <a:pt x="3688" y="41495"/>
                    <a:pt x="4847" y="42654"/>
                  </a:cubicBezTo>
                  <a:cubicBezTo>
                    <a:pt x="6005" y="43812"/>
                    <a:pt x="14112" y="51522"/>
                    <a:pt x="14476" y="53838"/>
                  </a:cubicBezTo>
                  <a:cubicBezTo>
                    <a:pt x="14840" y="56155"/>
                    <a:pt x="18149" y="56916"/>
                    <a:pt x="17785" y="58703"/>
                  </a:cubicBezTo>
                  <a:cubicBezTo>
                    <a:pt x="24403" y="58239"/>
                    <a:pt x="38003" y="57445"/>
                    <a:pt x="40948" y="58967"/>
                  </a:cubicBezTo>
                  <a:cubicBezTo>
                    <a:pt x="45085" y="61052"/>
                    <a:pt x="59479" y="62078"/>
                    <a:pt x="59479" y="62078"/>
                  </a:cubicBezTo>
                  <a:cubicBezTo>
                    <a:pt x="63583" y="62078"/>
                    <a:pt x="67189" y="60523"/>
                    <a:pt x="66098" y="57975"/>
                  </a:cubicBezTo>
                  <a:cubicBezTo>
                    <a:pt x="65005" y="55427"/>
                    <a:pt x="70565" y="54368"/>
                    <a:pt x="74436" y="53938"/>
                  </a:cubicBezTo>
                  <a:cubicBezTo>
                    <a:pt x="73774" y="51588"/>
                    <a:pt x="73311" y="49636"/>
                    <a:pt x="74436" y="49206"/>
                  </a:cubicBezTo>
                  <a:cubicBezTo>
                    <a:pt x="76356" y="48445"/>
                    <a:pt x="87672" y="46889"/>
                    <a:pt x="92173" y="49206"/>
                  </a:cubicBezTo>
                  <a:cubicBezTo>
                    <a:pt x="94573" y="50063"/>
                    <a:pt x="97250" y="49571"/>
                    <a:pt x="99188" y="47915"/>
                  </a:cubicBezTo>
                  <a:cubicBezTo>
                    <a:pt x="98559" y="45731"/>
                    <a:pt x="97963" y="44044"/>
                    <a:pt x="96772" y="43812"/>
                  </a:cubicBezTo>
                  <a:cubicBezTo>
                    <a:pt x="93960" y="43316"/>
                    <a:pt x="89592" y="31502"/>
                    <a:pt x="93199" y="30576"/>
                  </a:cubicBezTo>
                  <a:cubicBezTo>
                    <a:pt x="96805" y="29649"/>
                    <a:pt x="101405" y="17339"/>
                    <a:pt x="107063" y="15685"/>
                  </a:cubicBezTo>
                  <a:cubicBezTo>
                    <a:pt x="108882" y="15231"/>
                    <a:pt x="110283" y="13780"/>
                    <a:pt x="110670" y="11946"/>
                  </a:cubicBezTo>
                  <a:cubicBezTo>
                    <a:pt x="105773" y="10324"/>
                    <a:pt x="100942" y="8306"/>
                    <a:pt x="100147" y="6949"/>
                  </a:cubicBezTo>
                  <a:cubicBezTo>
                    <a:pt x="98824" y="4467"/>
                    <a:pt x="90717" y="3474"/>
                    <a:pt x="86481" y="291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B9A3F2C2-59F7-2747-AA6E-4E9D1C674E04}"/>
                </a:ext>
              </a:extLst>
            </p:cNvPr>
            <p:cNvSpPr/>
            <p:nvPr/>
          </p:nvSpPr>
          <p:spPr>
            <a:xfrm>
              <a:off x="4754546" y="2340250"/>
              <a:ext cx="49636" cy="36400"/>
            </a:xfrm>
            <a:custGeom>
              <a:avLst/>
              <a:gdLst>
                <a:gd name="connsiteX0" fmla="*/ 12920 w 49635"/>
                <a:gd name="connsiteY0" fmla="*/ 35440 h 36399"/>
                <a:gd name="connsiteX1" fmla="*/ 12920 w 49635"/>
                <a:gd name="connsiteY1" fmla="*/ 35440 h 36399"/>
                <a:gd name="connsiteX2" fmla="*/ 13582 w 49635"/>
                <a:gd name="connsiteY2" fmla="*/ 35175 h 36399"/>
                <a:gd name="connsiteX3" fmla="*/ 13747 w 49635"/>
                <a:gd name="connsiteY3" fmla="*/ 35175 h 36399"/>
                <a:gd name="connsiteX4" fmla="*/ 14707 w 49635"/>
                <a:gd name="connsiteY4" fmla="*/ 35175 h 36399"/>
                <a:gd name="connsiteX5" fmla="*/ 14707 w 49635"/>
                <a:gd name="connsiteY5" fmla="*/ 35175 h 36399"/>
                <a:gd name="connsiteX6" fmla="*/ 20299 w 49635"/>
                <a:gd name="connsiteY6" fmla="*/ 35175 h 36399"/>
                <a:gd name="connsiteX7" fmla="*/ 20696 w 49635"/>
                <a:gd name="connsiteY7" fmla="*/ 35175 h 36399"/>
                <a:gd name="connsiteX8" fmla="*/ 22086 w 49635"/>
                <a:gd name="connsiteY8" fmla="*/ 35175 h 36399"/>
                <a:gd name="connsiteX9" fmla="*/ 22615 w 49635"/>
                <a:gd name="connsiteY9" fmla="*/ 35175 h 36399"/>
                <a:gd name="connsiteX10" fmla="*/ 24369 w 49635"/>
                <a:gd name="connsiteY10" fmla="*/ 34844 h 36399"/>
                <a:gd name="connsiteX11" fmla="*/ 32443 w 49635"/>
                <a:gd name="connsiteY11" fmla="*/ 29848 h 36399"/>
                <a:gd name="connsiteX12" fmla="*/ 48658 w 49635"/>
                <a:gd name="connsiteY12" fmla="*/ 22402 h 36399"/>
                <a:gd name="connsiteX13" fmla="*/ 48955 w 49635"/>
                <a:gd name="connsiteY13" fmla="*/ 21608 h 36399"/>
                <a:gd name="connsiteX14" fmla="*/ 45646 w 49635"/>
                <a:gd name="connsiteY14" fmla="*/ 16744 h 36399"/>
                <a:gd name="connsiteX15" fmla="*/ 36017 w 49635"/>
                <a:gd name="connsiteY15" fmla="*/ 5559 h 36399"/>
                <a:gd name="connsiteX16" fmla="*/ 35653 w 49635"/>
                <a:gd name="connsiteY16" fmla="*/ 4368 h 36399"/>
                <a:gd name="connsiteX17" fmla="*/ 35653 w 49635"/>
                <a:gd name="connsiteY17" fmla="*/ 4368 h 36399"/>
                <a:gd name="connsiteX18" fmla="*/ 35653 w 49635"/>
                <a:gd name="connsiteY18" fmla="*/ 2482 h 36399"/>
                <a:gd name="connsiteX19" fmla="*/ 5706 w 49635"/>
                <a:gd name="connsiteY19" fmla="*/ 7942 h 36399"/>
                <a:gd name="connsiteX20" fmla="*/ 4680 w 49635"/>
                <a:gd name="connsiteY20" fmla="*/ 7247 h 36399"/>
                <a:gd name="connsiteX21" fmla="*/ 2794 w 49635"/>
                <a:gd name="connsiteY21" fmla="*/ 25248 h 36399"/>
                <a:gd name="connsiteX22" fmla="*/ 12920 w 49635"/>
                <a:gd name="connsiteY22" fmla="*/ 35440 h 3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635" h="36399">
                  <a:moveTo>
                    <a:pt x="12920" y="35440"/>
                  </a:moveTo>
                  <a:lnTo>
                    <a:pt x="12920" y="35440"/>
                  </a:lnTo>
                  <a:cubicBezTo>
                    <a:pt x="13127" y="35321"/>
                    <a:pt x="13350" y="35232"/>
                    <a:pt x="13582" y="35175"/>
                  </a:cubicBezTo>
                  <a:lnTo>
                    <a:pt x="13747" y="35175"/>
                  </a:lnTo>
                  <a:lnTo>
                    <a:pt x="14707" y="35175"/>
                  </a:lnTo>
                  <a:lnTo>
                    <a:pt x="14707" y="35175"/>
                  </a:lnTo>
                  <a:cubicBezTo>
                    <a:pt x="16229" y="35175"/>
                    <a:pt x="18214" y="35175"/>
                    <a:pt x="20299" y="35175"/>
                  </a:cubicBezTo>
                  <a:lnTo>
                    <a:pt x="20696" y="35175"/>
                  </a:lnTo>
                  <a:lnTo>
                    <a:pt x="22086" y="35175"/>
                  </a:lnTo>
                  <a:lnTo>
                    <a:pt x="22615" y="35175"/>
                  </a:lnTo>
                  <a:cubicBezTo>
                    <a:pt x="23209" y="35116"/>
                    <a:pt x="23795" y="35006"/>
                    <a:pt x="24369" y="34844"/>
                  </a:cubicBezTo>
                  <a:cubicBezTo>
                    <a:pt x="29002" y="33719"/>
                    <a:pt x="30160" y="28690"/>
                    <a:pt x="32443" y="29848"/>
                  </a:cubicBezTo>
                  <a:cubicBezTo>
                    <a:pt x="34727" y="31006"/>
                    <a:pt x="47103" y="24719"/>
                    <a:pt x="48658" y="22402"/>
                  </a:cubicBezTo>
                  <a:cubicBezTo>
                    <a:pt x="48827" y="22170"/>
                    <a:pt x="48930" y="21895"/>
                    <a:pt x="48955" y="21608"/>
                  </a:cubicBezTo>
                  <a:cubicBezTo>
                    <a:pt x="49220" y="19821"/>
                    <a:pt x="45911" y="18762"/>
                    <a:pt x="45646" y="16744"/>
                  </a:cubicBezTo>
                  <a:cubicBezTo>
                    <a:pt x="45382" y="14725"/>
                    <a:pt x="37175" y="6817"/>
                    <a:pt x="36017" y="5559"/>
                  </a:cubicBezTo>
                  <a:cubicBezTo>
                    <a:pt x="35764" y="5215"/>
                    <a:pt x="35636" y="4795"/>
                    <a:pt x="35653" y="4368"/>
                  </a:cubicBezTo>
                  <a:cubicBezTo>
                    <a:pt x="35653" y="4368"/>
                    <a:pt x="35653" y="4368"/>
                    <a:pt x="35653" y="4368"/>
                  </a:cubicBezTo>
                  <a:cubicBezTo>
                    <a:pt x="35606" y="3740"/>
                    <a:pt x="35606" y="3110"/>
                    <a:pt x="35653" y="2482"/>
                  </a:cubicBezTo>
                  <a:cubicBezTo>
                    <a:pt x="23608" y="4236"/>
                    <a:pt x="5706" y="7942"/>
                    <a:pt x="5706" y="7942"/>
                  </a:cubicBezTo>
                  <a:lnTo>
                    <a:pt x="4680" y="7247"/>
                  </a:lnTo>
                  <a:cubicBezTo>
                    <a:pt x="2674" y="13022"/>
                    <a:pt x="2029" y="19183"/>
                    <a:pt x="2794" y="25248"/>
                  </a:cubicBezTo>
                  <a:cubicBezTo>
                    <a:pt x="4019" y="28822"/>
                    <a:pt x="7692" y="31535"/>
                    <a:pt x="12920" y="354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FA44F681-3A9B-604A-8EC2-D80B3B3E44A5}"/>
                </a:ext>
              </a:extLst>
            </p:cNvPr>
            <p:cNvSpPr/>
            <p:nvPr/>
          </p:nvSpPr>
          <p:spPr>
            <a:xfrm>
              <a:off x="4784574" y="2117943"/>
              <a:ext cx="314360" cy="181998"/>
            </a:xfrm>
            <a:custGeom>
              <a:avLst/>
              <a:gdLst>
                <a:gd name="connsiteX0" fmla="*/ 278193 w 314360"/>
                <a:gd name="connsiteY0" fmla="*/ 114101 h 181998"/>
                <a:gd name="connsiteX1" fmla="*/ 291660 w 314360"/>
                <a:gd name="connsiteY1" fmla="*/ 104836 h 181998"/>
                <a:gd name="connsiteX2" fmla="*/ 305922 w 314360"/>
                <a:gd name="connsiteY2" fmla="*/ 105233 h 181998"/>
                <a:gd name="connsiteX3" fmla="*/ 309000 w 314360"/>
                <a:gd name="connsiteY3" fmla="*/ 94809 h 181998"/>
                <a:gd name="connsiteX4" fmla="*/ 305161 w 314360"/>
                <a:gd name="connsiteY4" fmla="*/ 88191 h 181998"/>
                <a:gd name="connsiteX5" fmla="*/ 311316 w 314360"/>
                <a:gd name="connsiteY5" fmla="*/ 83956 h 181998"/>
                <a:gd name="connsiteX6" fmla="*/ 306948 w 314360"/>
                <a:gd name="connsiteY6" fmla="*/ 79058 h 181998"/>
                <a:gd name="connsiteX7" fmla="*/ 311978 w 314360"/>
                <a:gd name="connsiteY7" fmla="*/ 71745 h 181998"/>
                <a:gd name="connsiteX8" fmla="*/ 302051 w 314360"/>
                <a:gd name="connsiteY8" fmla="*/ 65557 h 181998"/>
                <a:gd name="connsiteX9" fmla="*/ 287391 w 314360"/>
                <a:gd name="connsiteY9" fmla="*/ 61719 h 181998"/>
                <a:gd name="connsiteX10" fmla="*/ 273130 w 314360"/>
                <a:gd name="connsiteY10" fmla="*/ 59402 h 181998"/>
                <a:gd name="connsiteX11" fmla="*/ 265419 w 314360"/>
                <a:gd name="connsiteY11" fmla="*/ 50137 h 181998"/>
                <a:gd name="connsiteX12" fmla="*/ 255790 w 314360"/>
                <a:gd name="connsiteY12" fmla="*/ 50898 h 181998"/>
                <a:gd name="connsiteX13" fmla="*/ 246922 w 314360"/>
                <a:gd name="connsiteY13" fmla="*/ 51692 h 181998"/>
                <a:gd name="connsiteX14" fmla="*/ 238451 w 314360"/>
                <a:gd name="connsiteY14" fmla="*/ 47821 h 181998"/>
                <a:gd name="connsiteX15" fmla="*/ 231833 w 314360"/>
                <a:gd name="connsiteY15" fmla="*/ 44346 h 181998"/>
                <a:gd name="connsiteX16" fmla="*/ 224122 w 314360"/>
                <a:gd name="connsiteY16" fmla="*/ 30878 h 181998"/>
                <a:gd name="connsiteX17" fmla="*/ 211416 w 314360"/>
                <a:gd name="connsiteY17" fmla="*/ 27801 h 181998"/>
                <a:gd name="connsiteX18" fmla="*/ 207544 w 314360"/>
                <a:gd name="connsiteY18" fmla="*/ 18172 h 181998"/>
                <a:gd name="connsiteX19" fmla="*/ 205228 w 314360"/>
                <a:gd name="connsiteY19" fmla="*/ 4935 h 181998"/>
                <a:gd name="connsiteX20" fmla="*/ 190965 w 314360"/>
                <a:gd name="connsiteY20" fmla="*/ 3413 h 181998"/>
                <a:gd name="connsiteX21" fmla="*/ 179417 w 314360"/>
                <a:gd name="connsiteY21" fmla="*/ 3810 h 181998"/>
                <a:gd name="connsiteX22" fmla="*/ 171310 w 314360"/>
                <a:gd name="connsiteY22" fmla="*/ 8013 h 181998"/>
                <a:gd name="connsiteX23" fmla="*/ 166545 w 314360"/>
                <a:gd name="connsiteY23" fmla="*/ 6060 h 181998"/>
                <a:gd name="connsiteX24" fmla="*/ 155394 w 314360"/>
                <a:gd name="connsiteY24" fmla="*/ 8310 h 181998"/>
                <a:gd name="connsiteX25" fmla="*/ 145102 w 314360"/>
                <a:gd name="connsiteY25" fmla="*/ 19594 h 181998"/>
                <a:gd name="connsiteX26" fmla="*/ 141992 w 314360"/>
                <a:gd name="connsiteY26" fmla="*/ 25253 h 181998"/>
                <a:gd name="connsiteX27" fmla="*/ 126075 w 314360"/>
                <a:gd name="connsiteY27" fmla="*/ 24227 h 181998"/>
                <a:gd name="connsiteX28" fmla="*/ 114758 w 314360"/>
                <a:gd name="connsiteY28" fmla="*/ 20620 h 181998"/>
                <a:gd name="connsiteX29" fmla="*/ 103474 w 314360"/>
                <a:gd name="connsiteY29" fmla="*/ 19594 h 181998"/>
                <a:gd name="connsiteX30" fmla="*/ 91628 w 314360"/>
                <a:gd name="connsiteY30" fmla="*/ 18072 h 181998"/>
                <a:gd name="connsiteX31" fmla="*/ 75711 w 314360"/>
                <a:gd name="connsiteY31" fmla="*/ 15491 h 181998"/>
                <a:gd name="connsiteX32" fmla="*/ 45930 w 314360"/>
                <a:gd name="connsiteY32" fmla="*/ 11884 h 181998"/>
                <a:gd name="connsiteX33" fmla="*/ 34613 w 314360"/>
                <a:gd name="connsiteY33" fmla="*/ 18502 h 181998"/>
                <a:gd name="connsiteX34" fmla="*/ 25314 w 314360"/>
                <a:gd name="connsiteY34" fmla="*/ 20587 h 181998"/>
                <a:gd name="connsiteX35" fmla="*/ 26770 w 314360"/>
                <a:gd name="connsiteY35" fmla="*/ 26477 h 181998"/>
                <a:gd name="connsiteX36" fmla="*/ 33719 w 314360"/>
                <a:gd name="connsiteY36" fmla="*/ 43420 h 181998"/>
                <a:gd name="connsiteX37" fmla="*/ 26009 w 314360"/>
                <a:gd name="connsiteY37" fmla="*/ 49608 h 181998"/>
                <a:gd name="connsiteX38" fmla="*/ 9828 w 314360"/>
                <a:gd name="connsiteY38" fmla="*/ 66153 h 181998"/>
                <a:gd name="connsiteX39" fmla="*/ 10192 w 314360"/>
                <a:gd name="connsiteY39" fmla="*/ 78132 h 181998"/>
                <a:gd name="connsiteX40" fmla="*/ 2482 w 314360"/>
                <a:gd name="connsiteY40" fmla="*/ 90838 h 181998"/>
                <a:gd name="connsiteX41" fmla="*/ 10192 w 314360"/>
                <a:gd name="connsiteY41" fmla="*/ 99310 h 181998"/>
                <a:gd name="connsiteX42" fmla="*/ 13037 w 314360"/>
                <a:gd name="connsiteY42" fmla="*/ 101328 h 181998"/>
                <a:gd name="connsiteX43" fmla="*/ 19656 w 314360"/>
                <a:gd name="connsiteY43" fmla="*/ 100732 h 181998"/>
                <a:gd name="connsiteX44" fmla="*/ 37128 w 314360"/>
                <a:gd name="connsiteY44" fmla="*/ 103843 h 181998"/>
                <a:gd name="connsiteX45" fmla="*/ 47419 w 314360"/>
                <a:gd name="connsiteY45" fmla="*/ 106920 h 181998"/>
                <a:gd name="connsiteX46" fmla="*/ 55129 w 314360"/>
                <a:gd name="connsiteY46" fmla="*/ 104836 h 181998"/>
                <a:gd name="connsiteX47" fmla="*/ 63865 w 314360"/>
                <a:gd name="connsiteY47" fmla="*/ 103843 h 181998"/>
                <a:gd name="connsiteX48" fmla="*/ 73792 w 314360"/>
                <a:gd name="connsiteY48" fmla="*/ 98681 h 181998"/>
                <a:gd name="connsiteX49" fmla="*/ 94871 w 314360"/>
                <a:gd name="connsiteY49" fmla="*/ 91467 h 181998"/>
                <a:gd name="connsiteX50" fmla="*/ 108736 w 314360"/>
                <a:gd name="connsiteY50" fmla="*/ 99177 h 181998"/>
                <a:gd name="connsiteX51" fmla="*/ 121078 w 314360"/>
                <a:gd name="connsiteY51" fmla="*/ 108442 h 181998"/>
                <a:gd name="connsiteX52" fmla="*/ 131866 w 314360"/>
                <a:gd name="connsiteY52" fmla="*/ 125914 h 181998"/>
                <a:gd name="connsiteX53" fmla="*/ 135969 w 314360"/>
                <a:gd name="connsiteY53" fmla="*/ 137231 h 181998"/>
                <a:gd name="connsiteX54" fmla="*/ 124156 w 314360"/>
                <a:gd name="connsiteY54" fmla="*/ 135147 h 181998"/>
                <a:gd name="connsiteX55" fmla="*/ 117538 w 314360"/>
                <a:gd name="connsiteY55" fmla="*/ 142857 h 181998"/>
                <a:gd name="connsiteX56" fmla="*/ 107247 w 314360"/>
                <a:gd name="connsiteY56" fmla="*/ 158806 h 181998"/>
                <a:gd name="connsiteX57" fmla="*/ 113865 w 314360"/>
                <a:gd name="connsiteY57" fmla="*/ 162910 h 181998"/>
                <a:gd name="connsiteX58" fmla="*/ 123593 w 314360"/>
                <a:gd name="connsiteY58" fmla="*/ 158806 h 181998"/>
                <a:gd name="connsiteX59" fmla="*/ 129748 w 314360"/>
                <a:gd name="connsiteY59" fmla="*/ 163108 h 181998"/>
                <a:gd name="connsiteX60" fmla="*/ 137987 w 314360"/>
                <a:gd name="connsiteY60" fmla="*/ 150070 h 181998"/>
                <a:gd name="connsiteX61" fmla="*/ 152911 w 314360"/>
                <a:gd name="connsiteY61" fmla="*/ 132599 h 181998"/>
                <a:gd name="connsiteX62" fmla="*/ 172170 w 314360"/>
                <a:gd name="connsiteY62" fmla="*/ 129753 h 181998"/>
                <a:gd name="connsiteX63" fmla="*/ 173957 w 314360"/>
                <a:gd name="connsiteY63" fmla="*/ 141070 h 181998"/>
                <a:gd name="connsiteX64" fmla="*/ 202249 w 314360"/>
                <a:gd name="connsiteY64" fmla="*/ 145173 h 181998"/>
                <a:gd name="connsiteX65" fmla="*/ 179086 w 314360"/>
                <a:gd name="connsiteY65" fmla="*/ 158045 h 181998"/>
                <a:gd name="connsiteX66" fmla="*/ 196558 w 314360"/>
                <a:gd name="connsiteY66" fmla="*/ 165987 h 181998"/>
                <a:gd name="connsiteX67" fmla="*/ 197352 w 314360"/>
                <a:gd name="connsiteY67" fmla="*/ 179223 h 181998"/>
                <a:gd name="connsiteX68" fmla="*/ 211482 w 314360"/>
                <a:gd name="connsiteY68" fmla="*/ 175914 h 181998"/>
                <a:gd name="connsiteX69" fmla="*/ 228027 w 314360"/>
                <a:gd name="connsiteY69" fmla="*/ 168734 h 181998"/>
                <a:gd name="connsiteX70" fmla="*/ 251191 w 314360"/>
                <a:gd name="connsiteY70" fmla="*/ 165424 h 181998"/>
                <a:gd name="connsiteX71" fmla="*/ 233719 w 314360"/>
                <a:gd name="connsiteY71" fmla="*/ 160792 h 181998"/>
                <a:gd name="connsiteX72" fmla="*/ 219589 w 314360"/>
                <a:gd name="connsiteY72" fmla="*/ 146662 h 181998"/>
                <a:gd name="connsiteX73" fmla="*/ 241429 w 314360"/>
                <a:gd name="connsiteY73" fmla="*/ 132797 h 181998"/>
                <a:gd name="connsiteX74" fmla="*/ 263533 w 314360"/>
                <a:gd name="connsiteY74" fmla="*/ 126179 h 181998"/>
                <a:gd name="connsiteX75" fmla="*/ 277663 w 314360"/>
                <a:gd name="connsiteY75" fmla="*/ 122208 h 181998"/>
                <a:gd name="connsiteX76" fmla="*/ 278193 w 314360"/>
                <a:gd name="connsiteY76" fmla="*/ 114101 h 18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14360" h="181998">
                  <a:moveTo>
                    <a:pt x="278193" y="114101"/>
                  </a:moveTo>
                  <a:cubicBezTo>
                    <a:pt x="280873" y="113704"/>
                    <a:pt x="288980" y="104836"/>
                    <a:pt x="291660" y="104836"/>
                  </a:cubicBezTo>
                  <a:cubicBezTo>
                    <a:pt x="294340" y="104836"/>
                    <a:pt x="305922" y="107152"/>
                    <a:pt x="305922" y="105233"/>
                  </a:cubicBezTo>
                  <a:cubicBezTo>
                    <a:pt x="305922" y="103313"/>
                    <a:pt x="309794" y="96762"/>
                    <a:pt x="309000" y="94809"/>
                  </a:cubicBezTo>
                  <a:cubicBezTo>
                    <a:pt x="308205" y="92857"/>
                    <a:pt x="304400" y="90210"/>
                    <a:pt x="305161" y="88191"/>
                  </a:cubicBezTo>
                  <a:cubicBezTo>
                    <a:pt x="305922" y="86173"/>
                    <a:pt x="311316" y="86272"/>
                    <a:pt x="311316" y="83956"/>
                  </a:cubicBezTo>
                  <a:cubicBezTo>
                    <a:pt x="311316" y="81639"/>
                    <a:pt x="306948" y="80547"/>
                    <a:pt x="306948" y="79058"/>
                  </a:cubicBezTo>
                  <a:cubicBezTo>
                    <a:pt x="306948" y="77569"/>
                    <a:pt x="312342" y="74823"/>
                    <a:pt x="311978" y="71745"/>
                  </a:cubicBezTo>
                  <a:cubicBezTo>
                    <a:pt x="311614" y="68668"/>
                    <a:pt x="306948" y="68436"/>
                    <a:pt x="302051" y="65557"/>
                  </a:cubicBezTo>
                  <a:cubicBezTo>
                    <a:pt x="297153" y="62678"/>
                    <a:pt x="292124" y="64002"/>
                    <a:pt x="287391" y="61719"/>
                  </a:cubicBezTo>
                  <a:cubicBezTo>
                    <a:pt x="282660" y="59435"/>
                    <a:pt x="273130" y="60924"/>
                    <a:pt x="273130" y="59402"/>
                  </a:cubicBezTo>
                  <a:cubicBezTo>
                    <a:pt x="273130" y="57880"/>
                    <a:pt x="266975" y="52784"/>
                    <a:pt x="265419" y="50137"/>
                  </a:cubicBezTo>
                  <a:cubicBezTo>
                    <a:pt x="263864" y="47490"/>
                    <a:pt x="258801" y="48979"/>
                    <a:pt x="255790" y="50898"/>
                  </a:cubicBezTo>
                  <a:cubicBezTo>
                    <a:pt x="253318" y="53055"/>
                    <a:pt x="249738" y="53375"/>
                    <a:pt x="246922" y="51692"/>
                  </a:cubicBezTo>
                  <a:cubicBezTo>
                    <a:pt x="243844" y="49773"/>
                    <a:pt x="241131" y="46662"/>
                    <a:pt x="238451" y="47821"/>
                  </a:cubicBezTo>
                  <a:cubicBezTo>
                    <a:pt x="235770" y="48979"/>
                    <a:pt x="230740" y="48218"/>
                    <a:pt x="231833" y="44346"/>
                  </a:cubicBezTo>
                  <a:cubicBezTo>
                    <a:pt x="232924" y="40475"/>
                    <a:pt x="226836" y="32036"/>
                    <a:pt x="224122" y="30878"/>
                  </a:cubicBezTo>
                  <a:cubicBezTo>
                    <a:pt x="221409" y="29720"/>
                    <a:pt x="213335" y="31639"/>
                    <a:pt x="211416" y="27801"/>
                  </a:cubicBezTo>
                  <a:cubicBezTo>
                    <a:pt x="209496" y="23962"/>
                    <a:pt x="205989" y="20852"/>
                    <a:pt x="207544" y="18172"/>
                  </a:cubicBezTo>
                  <a:cubicBezTo>
                    <a:pt x="209099" y="15491"/>
                    <a:pt x="207147" y="8244"/>
                    <a:pt x="205228" y="4935"/>
                  </a:cubicBezTo>
                  <a:cubicBezTo>
                    <a:pt x="203309" y="1626"/>
                    <a:pt x="193679" y="2255"/>
                    <a:pt x="190965" y="3413"/>
                  </a:cubicBezTo>
                  <a:cubicBezTo>
                    <a:pt x="188252" y="4571"/>
                    <a:pt x="182097" y="2255"/>
                    <a:pt x="179417" y="3810"/>
                  </a:cubicBezTo>
                  <a:cubicBezTo>
                    <a:pt x="176737" y="5365"/>
                    <a:pt x="175182" y="8013"/>
                    <a:pt x="171310" y="8013"/>
                  </a:cubicBezTo>
                  <a:cubicBezTo>
                    <a:pt x="169481" y="8309"/>
                    <a:pt x="167640" y="7555"/>
                    <a:pt x="166545" y="6060"/>
                  </a:cubicBezTo>
                  <a:cubicBezTo>
                    <a:pt x="162954" y="7338"/>
                    <a:pt x="159199" y="8096"/>
                    <a:pt x="155394" y="8310"/>
                  </a:cubicBezTo>
                  <a:cubicBezTo>
                    <a:pt x="155393" y="8310"/>
                    <a:pt x="145102" y="16517"/>
                    <a:pt x="145102" y="19594"/>
                  </a:cubicBezTo>
                  <a:cubicBezTo>
                    <a:pt x="145102" y="22672"/>
                    <a:pt x="144606" y="27834"/>
                    <a:pt x="141992" y="25253"/>
                  </a:cubicBezTo>
                  <a:cubicBezTo>
                    <a:pt x="139377" y="22672"/>
                    <a:pt x="128755" y="22672"/>
                    <a:pt x="126075" y="24227"/>
                  </a:cubicBezTo>
                  <a:cubicBezTo>
                    <a:pt x="123395" y="25782"/>
                    <a:pt x="119457" y="18072"/>
                    <a:pt x="114758" y="20620"/>
                  </a:cubicBezTo>
                  <a:cubicBezTo>
                    <a:pt x="110059" y="23168"/>
                    <a:pt x="103971" y="17046"/>
                    <a:pt x="103474" y="19594"/>
                  </a:cubicBezTo>
                  <a:cubicBezTo>
                    <a:pt x="102978" y="22142"/>
                    <a:pt x="96260" y="20124"/>
                    <a:pt x="91628" y="18072"/>
                  </a:cubicBezTo>
                  <a:cubicBezTo>
                    <a:pt x="86995" y="16021"/>
                    <a:pt x="78789" y="19098"/>
                    <a:pt x="75711" y="15491"/>
                  </a:cubicBezTo>
                  <a:cubicBezTo>
                    <a:pt x="72634" y="11884"/>
                    <a:pt x="52548" y="11884"/>
                    <a:pt x="45930" y="11884"/>
                  </a:cubicBezTo>
                  <a:cubicBezTo>
                    <a:pt x="39312" y="11884"/>
                    <a:pt x="37723" y="15491"/>
                    <a:pt x="34613" y="18502"/>
                  </a:cubicBezTo>
                  <a:cubicBezTo>
                    <a:pt x="31502" y="21514"/>
                    <a:pt x="28590" y="20719"/>
                    <a:pt x="25314" y="20587"/>
                  </a:cubicBezTo>
                  <a:cubicBezTo>
                    <a:pt x="25427" y="22624"/>
                    <a:pt x="25921" y="24622"/>
                    <a:pt x="26770" y="26477"/>
                  </a:cubicBezTo>
                  <a:cubicBezTo>
                    <a:pt x="28326" y="28794"/>
                    <a:pt x="35639" y="39945"/>
                    <a:pt x="33719" y="43420"/>
                  </a:cubicBezTo>
                  <a:cubicBezTo>
                    <a:pt x="31800" y="46894"/>
                    <a:pt x="28326" y="46894"/>
                    <a:pt x="26009" y="49608"/>
                  </a:cubicBezTo>
                  <a:cubicBezTo>
                    <a:pt x="23693" y="52321"/>
                    <a:pt x="10192" y="64234"/>
                    <a:pt x="9828" y="66153"/>
                  </a:cubicBezTo>
                  <a:cubicBezTo>
                    <a:pt x="9464" y="68072"/>
                    <a:pt x="12144" y="76576"/>
                    <a:pt x="10192" y="78132"/>
                  </a:cubicBezTo>
                  <a:cubicBezTo>
                    <a:pt x="8240" y="79687"/>
                    <a:pt x="2482" y="87761"/>
                    <a:pt x="2482" y="90838"/>
                  </a:cubicBezTo>
                  <a:cubicBezTo>
                    <a:pt x="2482" y="93916"/>
                    <a:pt x="6751" y="98151"/>
                    <a:pt x="10192" y="99310"/>
                  </a:cubicBezTo>
                  <a:cubicBezTo>
                    <a:pt x="11362" y="99598"/>
                    <a:pt x="12378" y="100320"/>
                    <a:pt x="13037" y="101328"/>
                  </a:cubicBezTo>
                  <a:cubicBezTo>
                    <a:pt x="15228" y="100984"/>
                    <a:pt x="17439" y="100785"/>
                    <a:pt x="19656" y="100732"/>
                  </a:cubicBezTo>
                  <a:cubicBezTo>
                    <a:pt x="22237" y="100732"/>
                    <a:pt x="33554" y="103843"/>
                    <a:pt x="37128" y="103843"/>
                  </a:cubicBezTo>
                  <a:cubicBezTo>
                    <a:pt x="40785" y="103840"/>
                    <a:pt x="44363" y="104910"/>
                    <a:pt x="47419" y="106920"/>
                  </a:cubicBezTo>
                  <a:cubicBezTo>
                    <a:pt x="48974" y="108443"/>
                    <a:pt x="52548" y="107417"/>
                    <a:pt x="55129" y="104836"/>
                  </a:cubicBezTo>
                  <a:cubicBezTo>
                    <a:pt x="57710" y="102255"/>
                    <a:pt x="60787" y="103843"/>
                    <a:pt x="63865" y="103843"/>
                  </a:cubicBezTo>
                  <a:cubicBezTo>
                    <a:pt x="67739" y="103546"/>
                    <a:pt x="71324" y="101682"/>
                    <a:pt x="73792" y="98681"/>
                  </a:cubicBezTo>
                  <a:cubicBezTo>
                    <a:pt x="75347" y="96133"/>
                    <a:pt x="90768" y="92063"/>
                    <a:pt x="94871" y="91467"/>
                  </a:cubicBezTo>
                  <a:cubicBezTo>
                    <a:pt x="98974" y="90871"/>
                    <a:pt x="105129" y="99177"/>
                    <a:pt x="108736" y="99177"/>
                  </a:cubicBezTo>
                  <a:cubicBezTo>
                    <a:pt x="114367" y="99425"/>
                    <a:pt x="119269" y="103104"/>
                    <a:pt x="121078" y="108442"/>
                  </a:cubicBezTo>
                  <a:cubicBezTo>
                    <a:pt x="123509" y="114910"/>
                    <a:pt x="127172" y="120844"/>
                    <a:pt x="131866" y="125914"/>
                  </a:cubicBezTo>
                  <a:cubicBezTo>
                    <a:pt x="134260" y="129231"/>
                    <a:pt x="135681" y="133150"/>
                    <a:pt x="135969" y="137231"/>
                  </a:cubicBezTo>
                  <a:cubicBezTo>
                    <a:pt x="135969" y="139283"/>
                    <a:pt x="130311" y="136702"/>
                    <a:pt x="124156" y="135147"/>
                  </a:cubicBezTo>
                  <a:cubicBezTo>
                    <a:pt x="118001" y="133591"/>
                    <a:pt x="117538" y="139779"/>
                    <a:pt x="117538" y="142857"/>
                  </a:cubicBezTo>
                  <a:cubicBezTo>
                    <a:pt x="117538" y="145934"/>
                    <a:pt x="108802" y="156755"/>
                    <a:pt x="107247" y="158806"/>
                  </a:cubicBezTo>
                  <a:cubicBezTo>
                    <a:pt x="105691" y="160858"/>
                    <a:pt x="110357" y="162413"/>
                    <a:pt x="113865" y="162910"/>
                  </a:cubicBezTo>
                  <a:cubicBezTo>
                    <a:pt x="115387" y="163141"/>
                    <a:pt x="121542" y="158806"/>
                    <a:pt x="123593" y="158806"/>
                  </a:cubicBezTo>
                  <a:cubicBezTo>
                    <a:pt x="125883" y="159864"/>
                    <a:pt x="127968" y="161321"/>
                    <a:pt x="129748" y="163108"/>
                  </a:cubicBezTo>
                  <a:cubicBezTo>
                    <a:pt x="129153" y="155067"/>
                    <a:pt x="130807" y="155530"/>
                    <a:pt x="137987" y="150070"/>
                  </a:cubicBezTo>
                  <a:cubicBezTo>
                    <a:pt x="145168" y="144610"/>
                    <a:pt x="146227" y="133889"/>
                    <a:pt x="152911" y="132599"/>
                  </a:cubicBezTo>
                  <a:cubicBezTo>
                    <a:pt x="159596" y="131308"/>
                    <a:pt x="162408" y="128231"/>
                    <a:pt x="172170" y="129753"/>
                  </a:cubicBezTo>
                  <a:cubicBezTo>
                    <a:pt x="181932" y="131275"/>
                    <a:pt x="167306" y="137463"/>
                    <a:pt x="173957" y="141070"/>
                  </a:cubicBezTo>
                  <a:cubicBezTo>
                    <a:pt x="180608" y="144677"/>
                    <a:pt x="201224" y="140044"/>
                    <a:pt x="202249" y="145173"/>
                  </a:cubicBezTo>
                  <a:cubicBezTo>
                    <a:pt x="203275" y="150302"/>
                    <a:pt x="178590" y="155464"/>
                    <a:pt x="179086" y="158045"/>
                  </a:cubicBezTo>
                  <a:cubicBezTo>
                    <a:pt x="179582" y="160626"/>
                    <a:pt x="192322" y="163174"/>
                    <a:pt x="196558" y="165987"/>
                  </a:cubicBezTo>
                  <a:cubicBezTo>
                    <a:pt x="200794" y="168800"/>
                    <a:pt x="195267" y="176775"/>
                    <a:pt x="197352" y="179223"/>
                  </a:cubicBezTo>
                  <a:cubicBezTo>
                    <a:pt x="199437" y="181672"/>
                    <a:pt x="206055" y="179720"/>
                    <a:pt x="211482" y="175914"/>
                  </a:cubicBezTo>
                  <a:cubicBezTo>
                    <a:pt x="216909" y="172109"/>
                    <a:pt x="221210" y="173333"/>
                    <a:pt x="228027" y="168734"/>
                  </a:cubicBezTo>
                  <a:cubicBezTo>
                    <a:pt x="234844" y="164134"/>
                    <a:pt x="249370" y="168204"/>
                    <a:pt x="251191" y="165424"/>
                  </a:cubicBezTo>
                  <a:cubicBezTo>
                    <a:pt x="253010" y="162645"/>
                    <a:pt x="247087" y="159766"/>
                    <a:pt x="233719" y="160792"/>
                  </a:cubicBezTo>
                  <a:cubicBezTo>
                    <a:pt x="220350" y="161818"/>
                    <a:pt x="219589" y="149243"/>
                    <a:pt x="219589" y="146662"/>
                  </a:cubicBezTo>
                  <a:cubicBezTo>
                    <a:pt x="219589" y="144081"/>
                    <a:pt x="233454" y="133426"/>
                    <a:pt x="241429" y="132797"/>
                  </a:cubicBezTo>
                  <a:cubicBezTo>
                    <a:pt x="249131" y="131918"/>
                    <a:pt x="256615" y="129677"/>
                    <a:pt x="263533" y="126179"/>
                  </a:cubicBezTo>
                  <a:cubicBezTo>
                    <a:pt x="268086" y="124350"/>
                    <a:pt x="272824" y="123018"/>
                    <a:pt x="277663" y="122208"/>
                  </a:cubicBezTo>
                  <a:cubicBezTo>
                    <a:pt x="276968" y="118767"/>
                    <a:pt x="275876" y="114432"/>
                    <a:pt x="278193" y="11410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CC56B410-BD6B-F540-8185-B0CFA5938F3D}"/>
                </a:ext>
              </a:extLst>
            </p:cNvPr>
            <p:cNvSpPr/>
            <p:nvPr/>
          </p:nvSpPr>
          <p:spPr>
            <a:xfrm>
              <a:off x="4802410" y="2025559"/>
              <a:ext cx="165453" cy="119126"/>
            </a:xfrm>
            <a:custGeom>
              <a:avLst/>
              <a:gdLst>
                <a:gd name="connsiteX0" fmla="*/ 155129 w 165452"/>
                <a:gd name="connsiteY0" fmla="*/ 60026 h 119126"/>
                <a:gd name="connsiteX1" fmla="*/ 145201 w 165452"/>
                <a:gd name="connsiteY1" fmla="*/ 50397 h 119126"/>
                <a:gd name="connsiteX2" fmla="*/ 137127 w 165452"/>
                <a:gd name="connsiteY2" fmla="*/ 39576 h 119126"/>
                <a:gd name="connsiteX3" fmla="*/ 135208 w 165452"/>
                <a:gd name="connsiteY3" fmla="*/ 27234 h 119126"/>
                <a:gd name="connsiteX4" fmla="*/ 133653 w 165452"/>
                <a:gd name="connsiteY4" fmla="*/ 15288 h 119126"/>
                <a:gd name="connsiteX5" fmla="*/ 117471 w 165452"/>
                <a:gd name="connsiteY5" fmla="*/ 10688 h 119126"/>
                <a:gd name="connsiteX6" fmla="*/ 108206 w 165452"/>
                <a:gd name="connsiteY6" fmla="*/ 10688 h 119126"/>
                <a:gd name="connsiteX7" fmla="*/ 99371 w 165452"/>
                <a:gd name="connsiteY7" fmla="*/ 6420 h 119126"/>
                <a:gd name="connsiteX8" fmla="*/ 90105 w 165452"/>
                <a:gd name="connsiteY8" fmla="*/ 3739 h 119126"/>
                <a:gd name="connsiteX9" fmla="*/ 89212 w 165452"/>
                <a:gd name="connsiteY9" fmla="*/ 2482 h 119126"/>
                <a:gd name="connsiteX10" fmla="*/ 83818 w 165452"/>
                <a:gd name="connsiteY10" fmla="*/ 4633 h 119126"/>
                <a:gd name="connsiteX11" fmla="*/ 77200 w 165452"/>
                <a:gd name="connsiteY11" fmla="*/ 10821 h 119126"/>
                <a:gd name="connsiteX12" fmla="*/ 65387 w 165452"/>
                <a:gd name="connsiteY12" fmla="*/ 12343 h 119126"/>
                <a:gd name="connsiteX13" fmla="*/ 60754 w 165452"/>
                <a:gd name="connsiteY13" fmla="*/ 21608 h 119126"/>
                <a:gd name="connsiteX14" fmla="*/ 58703 w 165452"/>
                <a:gd name="connsiteY14" fmla="*/ 28226 h 119126"/>
                <a:gd name="connsiteX15" fmla="*/ 53044 w 165452"/>
                <a:gd name="connsiteY15" fmla="*/ 32859 h 119126"/>
                <a:gd name="connsiteX16" fmla="*/ 44308 w 165452"/>
                <a:gd name="connsiteY16" fmla="*/ 41065 h 119126"/>
                <a:gd name="connsiteX17" fmla="*/ 41727 w 165452"/>
                <a:gd name="connsiteY17" fmla="*/ 49305 h 119126"/>
                <a:gd name="connsiteX18" fmla="*/ 30410 w 165452"/>
                <a:gd name="connsiteY18" fmla="*/ 52879 h 119126"/>
                <a:gd name="connsiteX19" fmla="*/ 21674 w 165452"/>
                <a:gd name="connsiteY19" fmla="*/ 56982 h 119126"/>
                <a:gd name="connsiteX20" fmla="*/ 8934 w 165452"/>
                <a:gd name="connsiteY20" fmla="*/ 56089 h 119126"/>
                <a:gd name="connsiteX21" fmla="*/ 8934 w 165452"/>
                <a:gd name="connsiteY21" fmla="*/ 57644 h 119126"/>
                <a:gd name="connsiteX22" fmla="*/ 11615 w 165452"/>
                <a:gd name="connsiteY22" fmla="*/ 70880 h 119126"/>
                <a:gd name="connsiteX23" fmla="*/ 12409 w 165452"/>
                <a:gd name="connsiteY23" fmla="*/ 85903 h 119126"/>
                <a:gd name="connsiteX24" fmla="*/ 2482 w 165452"/>
                <a:gd name="connsiteY24" fmla="*/ 94771 h 119126"/>
                <a:gd name="connsiteX25" fmla="*/ 8273 w 165452"/>
                <a:gd name="connsiteY25" fmla="*/ 103640 h 119126"/>
                <a:gd name="connsiteX26" fmla="*/ 7942 w 165452"/>
                <a:gd name="connsiteY26" fmla="*/ 113170 h 119126"/>
                <a:gd name="connsiteX27" fmla="*/ 17240 w 165452"/>
                <a:gd name="connsiteY27" fmla="*/ 111085 h 119126"/>
                <a:gd name="connsiteX28" fmla="*/ 28557 w 165452"/>
                <a:gd name="connsiteY28" fmla="*/ 104467 h 119126"/>
                <a:gd name="connsiteX29" fmla="*/ 58339 w 165452"/>
                <a:gd name="connsiteY29" fmla="*/ 108074 h 119126"/>
                <a:gd name="connsiteX30" fmla="*/ 74255 w 165452"/>
                <a:gd name="connsiteY30" fmla="*/ 110655 h 119126"/>
                <a:gd name="connsiteX31" fmla="*/ 86102 w 165452"/>
                <a:gd name="connsiteY31" fmla="*/ 112177 h 119126"/>
                <a:gd name="connsiteX32" fmla="*/ 97386 w 165452"/>
                <a:gd name="connsiteY32" fmla="*/ 113203 h 119126"/>
                <a:gd name="connsiteX33" fmla="*/ 108702 w 165452"/>
                <a:gd name="connsiteY33" fmla="*/ 116810 h 119126"/>
                <a:gd name="connsiteX34" fmla="*/ 124619 w 165452"/>
                <a:gd name="connsiteY34" fmla="*/ 117835 h 119126"/>
                <a:gd name="connsiteX35" fmla="*/ 127729 w 165452"/>
                <a:gd name="connsiteY35" fmla="*/ 112177 h 119126"/>
                <a:gd name="connsiteX36" fmla="*/ 138021 w 165452"/>
                <a:gd name="connsiteY36" fmla="*/ 100893 h 119126"/>
                <a:gd name="connsiteX37" fmla="*/ 149172 w 165452"/>
                <a:gd name="connsiteY37" fmla="*/ 98643 h 119126"/>
                <a:gd name="connsiteX38" fmla="*/ 146591 w 165452"/>
                <a:gd name="connsiteY38" fmla="*/ 91363 h 119126"/>
                <a:gd name="connsiteX39" fmla="*/ 143911 w 165452"/>
                <a:gd name="connsiteY39" fmla="*/ 75182 h 119126"/>
                <a:gd name="connsiteX40" fmla="*/ 156253 w 165452"/>
                <a:gd name="connsiteY40" fmla="*/ 77101 h 119126"/>
                <a:gd name="connsiteX41" fmla="*/ 165122 w 165452"/>
                <a:gd name="connsiteY41" fmla="*/ 68994 h 119126"/>
                <a:gd name="connsiteX42" fmla="*/ 155129 w 165452"/>
                <a:gd name="connsiteY42" fmla="*/ 60026 h 11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5452" h="119126">
                  <a:moveTo>
                    <a:pt x="155129" y="60026"/>
                  </a:moveTo>
                  <a:cubicBezTo>
                    <a:pt x="152018" y="59232"/>
                    <a:pt x="150099" y="52316"/>
                    <a:pt x="145201" y="50397"/>
                  </a:cubicBezTo>
                  <a:cubicBezTo>
                    <a:pt x="140304" y="48478"/>
                    <a:pt x="141363" y="42290"/>
                    <a:pt x="137127" y="39576"/>
                  </a:cubicBezTo>
                  <a:cubicBezTo>
                    <a:pt x="132892" y="36863"/>
                    <a:pt x="135572" y="31502"/>
                    <a:pt x="135208" y="27234"/>
                  </a:cubicBezTo>
                  <a:cubicBezTo>
                    <a:pt x="134844" y="22965"/>
                    <a:pt x="135969" y="16446"/>
                    <a:pt x="133653" y="15288"/>
                  </a:cubicBezTo>
                  <a:cubicBezTo>
                    <a:pt x="131336" y="14130"/>
                    <a:pt x="121707" y="8670"/>
                    <a:pt x="117471" y="10688"/>
                  </a:cubicBezTo>
                  <a:cubicBezTo>
                    <a:pt x="113236" y="12707"/>
                    <a:pt x="110159" y="13997"/>
                    <a:pt x="108206" y="10688"/>
                  </a:cubicBezTo>
                  <a:cubicBezTo>
                    <a:pt x="106831" y="7173"/>
                    <a:pt x="102979" y="5312"/>
                    <a:pt x="99371" y="6420"/>
                  </a:cubicBezTo>
                  <a:cubicBezTo>
                    <a:pt x="96024" y="7308"/>
                    <a:pt x="92461" y="6277"/>
                    <a:pt x="90105" y="3739"/>
                  </a:cubicBezTo>
                  <a:cubicBezTo>
                    <a:pt x="89720" y="3389"/>
                    <a:pt x="89415" y="2960"/>
                    <a:pt x="89212" y="2482"/>
                  </a:cubicBezTo>
                  <a:cubicBezTo>
                    <a:pt x="87274" y="2782"/>
                    <a:pt x="85430" y="3517"/>
                    <a:pt x="83818" y="4633"/>
                  </a:cubicBezTo>
                  <a:cubicBezTo>
                    <a:pt x="81237" y="6684"/>
                    <a:pt x="80741" y="10821"/>
                    <a:pt x="77200" y="10821"/>
                  </a:cubicBezTo>
                  <a:cubicBezTo>
                    <a:pt x="73660" y="10821"/>
                    <a:pt x="69490" y="9265"/>
                    <a:pt x="65387" y="12343"/>
                  </a:cubicBezTo>
                  <a:cubicBezTo>
                    <a:pt x="62159" y="14255"/>
                    <a:pt x="60347" y="17878"/>
                    <a:pt x="60754" y="21608"/>
                  </a:cubicBezTo>
                  <a:cubicBezTo>
                    <a:pt x="61251" y="24156"/>
                    <a:pt x="61780" y="28226"/>
                    <a:pt x="58703" y="28226"/>
                  </a:cubicBezTo>
                  <a:cubicBezTo>
                    <a:pt x="55625" y="28226"/>
                    <a:pt x="56121" y="31833"/>
                    <a:pt x="53044" y="32859"/>
                  </a:cubicBezTo>
                  <a:cubicBezTo>
                    <a:pt x="49240" y="34454"/>
                    <a:pt x="46138" y="37368"/>
                    <a:pt x="44308" y="41065"/>
                  </a:cubicBezTo>
                  <a:cubicBezTo>
                    <a:pt x="43779" y="43646"/>
                    <a:pt x="43779" y="49305"/>
                    <a:pt x="41727" y="49305"/>
                  </a:cubicBezTo>
                  <a:cubicBezTo>
                    <a:pt x="39676" y="49305"/>
                    <a:pt x="32462" y="50331"/>
                    <a:pt x="30410" y="52879"/>
                  </a:cubicBezTo>
                  <a:cubicBezTo>
                    <a:pt x="28688" y="55987"/>
                    <a:pt x="25166" y="57641"/>
                    <a:pt x="21674" y="56982"/>
                  </a:cubicBezTo>
                  <a:cubicBezTo>
                    <a:pt x="17455" y="56377"/>
                    <a:pt x="13197" y="56078"/>
                    <a:pt x="8934" y="56089"/>
                  </a:cubicBezTo>
                  <a:cubicBezTo>
                    <a:pt x="9082" y="56596"/>
                    <a:pt x="9082" y="57136"/>
                    <a:pt x="8934" y="57644"/>
                  </a:cubicBezTo>
                  <a:cubicBezTo>
                    <a:pt x="6999" y="62185"/>
                    <a:pt x="8065" y="67449"/>
                    <a:pt x="11615" y="70880"/>
                  </a:cubicBezTo>
                  <a:cubicBezTo>
                    <a:pt x="14725" y="73560"/>
                    <a:pt x="15884" y="84348"/>
                    <a:pt x="12409" y="85903"/>
                  </a:cubicBezTo>
                  <a:cubicBezTo>
                    <a:pt x="8934" y="87458"/>
                    <a:pt x="2482" y="92058"/>
                    <a:pt x="2482" y="94771"/>
                  </a:cubicBezTo>
                  <a:cubicBezTo>
                    <a:pt x="2482" y="97485"/>
                    <a:pt x="9398" y="99768"/>
                    <a:pt x="8273" y="103640"/>
                  </a:cubicBezTo>
                  <a:cubicBezTo>
                    <a:pt x="7626" y="106775"/>
                    <a:pt x="7514" y="109997"/>
                    <a:pt x="7942" y="113170"/>
                  </a:cubicBezTo>
                  <a:cubicBezTo>
                    <a:pt x="11251" y="113170"/>
                    <a:pt x="14560" y="113898"/>
                    <a:pt x="17240" y="111085"/>
                  </a:cubicBezTo>
                  <a:cubicBezTo>
                    <a:pt x="19921" y="108272"/>
                    <a:pt x="21873" y="104467"/>
                    <a:pt x="28557" y="104467"/>
                  </a:cubicBezTo>
                  <a:cubicBezTo>
                    <a:pt x="35242" y="104467"/>
                    <a:pt x="55294" y="104467"/>
                    <a:pt x="58339" y="108074"/>
                  </a:cubicBezTo>
                  <a:cubicBezTo>
                    <a:pt x="61383" y="111681"/>
                    <a:pt x="69656" y="108570"/>
                    <a:pt x="74255" y="110655"/>
                  </a:cubicBezTo>
                  <a:cubicBezTo>
                    <a:pt x="78855" y="112740"/>
                    <a:pt x="85572" y="114758"/>
                    <a:pt x="86102" y="112177"/>
                  </a:cubicBezTo>
                  <a:cubicBezTo>
                    <a:pt x="86631" y="109596"/>
                    <a:pt x="92720" y="115784"/>
                    <a:pt x="97386" y="113203"/>
                  </a:cubicBezTo>
                  <a:cubicBezTo>
                    <a:pt x="102051" y="110622"/>
                    <a:pt x="106121" y="118365"/>
                    <a:pt x="108702" y="116810"/>
                  </a:cubicBezTo>
                  <a:cubicBezTo>
                    <a:pt x="111284" y="115254"/>
                    <a:pt x="121939" y="115254"/>
                    <a:pt x="124619" y="117835"/>
                  </a:cubicBezTo>
                  <a:cubicBezTo>
                    <a:pt x="127299" y="120416"/>
                    <a:pt x="127729" y="115254"/>
                    <a:pt x="127729" y="112177"/>
                  </a:cubicBezTo>
                  <a:cubicBezTo>
                    <a:pt x="127729" y="109100"/>
                    <a:pt x="138021" y="100893"/>
                    <a:pt x="138021" y="100893"/>
                  </a:cubicBezTo>
                  <a:cubicBezTo>
                    <a:pt x="141826" y="100678"/>
                    <a:pt x="145581" y="99921"/>
                    <a:pt x="149172" y="98643"/>
                  </a:cubicBezTo>
                  <a:cubicBezTo>
                    <a:pt x="147894" y="96385"/>
                    <a:pt x="147021" y="93922"/>
                    <a:pt x="146591" y="91363"/>
                  </a:cubicBezTo>
                  <a:cubicBezTo>
                    <a:pt x="144705" y="82892"/>
                    <a:pt x="141595" y="77895"/>
                    <a:pt x="143911" y="75182"/>
                  </a:cubicBezTo>
                  <a:cubicBezTo>
                    <a:pt x="146227" y="72468"/>
                    <a:pt x="152779" y="78656"/>
                    <a:pt x="156253" y="77101"/>
                  </a:cubicBezTo>
                  <a:cubicBezTo>
                    <a:pt x="159728" y="75546"/>
                    <a:pt x="165883" y="72468"/>
                    <a:pt x="165122" y="68994"/>
                  </a:cubicBezTo>
                  <a:cubicBezTo>
                    <a:pt x="163178" y="64749"/>
                    <a:pt x="159559" y="61501"/>
                    <a:pt x="155129" y="6002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244B18F-0A42-A944-8128-E339B8F19B3E}"/>
                </a:ext>
              </a:extLst>
            </p:cNvPr>
            <p:cNvSpPr/>
            <p:nvPr/>
          </p:nvSpPr>
          <p:spPr>
            <a:xfrm>
              <a:off x="4762578" y="1978953"/>
              <a:ext cx="129053" cy="62872"/>
            </a:xfrm>
            <a:custGeom>
              <a:avLst/>
              <a:gdLst>
                <a:gd name="connsiteX0" fmla="*/ 44101 w 129053"/>
                <a:gd name="connsiteY0" fmla="*/ 44455 h 62872"/>
                <a:gd name="connsiteX1" fmla="*/ 66106 w 129053"/>
                <a:gd name="connsiteY1" fmla="*/ 44455 h 62872"/>
                <a:gd name="connsiteX2" fmla="*/ 76331 w 129053"/>
                <a:gd name="connsiteY2" fmla="*/ 48392 h 62872"/>
                <a:gd name="connsiteX3" fmla="*/ 92876 w 129053"/>
                <a:gd name="connsiteY3" fmla="*/ 57029 h 62872"/>
                <a:gd name="connsiteX4" fmla="*/ 101645 w 129053"/>
                <a:gd name="connsiteY4" fmla="*/ 62721 h 62872"/>
                <a:gd name="connsiteX5" fmla="*/ 104954 w 129053"/>
                <a:gd name="connsiteY5" fmla="*/ 58948 h 62872"/>
                <a:gd name="connsiteX6" fmla="*/ 116768 w 129053"/>
                <a:gd name="connsiteY6" fmla="*/ 57426 h 62872"/>
                <a:gd name="connsiteX7" fmla="*/ 123386 w 129053"/>
                <a:gd name="connsiteY7" fmla="*/ 51238 h 62872"/>
                <a:gd name="connsiteX8" fmla="*/ 128779 w 129053"/>
                <a:gd name="connsiteY8" fmla="*/ 49087 h 62872"/>
                <a:gd name="connsiteX9" fmla="*/ 125040 w 129053"/>
                <a:gd name="connsiteY9" fmla="*/ 38399 h 62872"/>
                <a:gd name="connsiteX10" fmla="*/ 119646 w 129053"/>
                <a:gd name="connsiteY10" fmla="*/ 28472 h 62872"/>
                <a:gd name="connsiteX11" fmla="*/ 117727 w 129053"/>
                <a:gd name="connsiteY11" fmla="*/ 18843 h 62872"/>
                <a:gd name="connsiteX12" fmla="*/ 114782 w 129053"/>
                <a:gd name="connsiteY12" fmla="*/ 14408 h 62872"/>
                <a:gd name="connsiteX13" fmla="*/ 98237 w 129053"/>
                <a:gd name="connsiteY13" fmla="*/ 13316 h 62872"/>
                <a:gd name="connsiteX14" fmla="*/ 80732 w 129053"/>
                <a:gd name="connsiteY14" fmla="*/ 3025 h 62872"/>
                <a:gd name="connsiteX15" fmla="*/ 62036 w 129053"/>
                <a:gd name="connsiteY15" fmla="*/ 3323 h 62872"/>
                <a:gd name="connsiteX16" fmla="*/ 60447 w 129053"/>
                <a:gd name="connsiteY16" fmla="*/ 20530 h 62872"/>
                <a:gd name="connsiteX17" fmla="*/ 46318 w 129053"/>
                <a:gd name="connsiteY17" fmla="*/ 27148 h 62872"/>
                <a:gd name="connsiteX18" fmla="*/ 30898 w 129053"/>
                <a:gd name="connsiteY18" fmla="*/ 9147 h 62872"/>
                <a:gd name="connsiteX19" fmla="*/ 14187 w 129053"/>
                <a:gd name="connsiteY19" fmla="*/ 16857 h 62872"/>
                <a:gd name="connsiteX20" fmla="*/ 7238 w 129053"/>
                <a:gd name="connsiteY20" fmla="*/ 30722 h 62872"/>
                <a:gd name="connsiteX21" fmla="*/ 4657 w 129053"/>
                <a:gd name="connsiteY21" fmla="*/ 47267 h 62872"/>
                <a:gd name="connsiteX22" fmla="*/ 5120 w 129053"/>
                <a:gd name="connsiteY22" fmla="*/ 48194 h 62872"/>
                <a:gd name="connsiteX23" fmla="*/ 18886 w 129053"/>
                <a:gd name="connsiteY23" fmla="*/ 44587 h 62872"/>
                <a:gd name="connsiteX24" fmla="*/ 44101 w 129053"/>
                <a:gd name="connsiteY24" fmla="*/ 44455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9053" h="62872">
                  <a:moveTo>
                    <a:pt x="44101" y="44455"/>
                  </a:moveTo>
                  <a:cubicBezTo>
                    <a:pt x="48833" y="44455"/>
                    <a:pt x="59852" y="46804"/>
                    <a:pt x="66106" y="44455"/>
                  </a:cubicBezTo>
                  <a:cubicBezTo>
                    <a:pt x="72360" y="42105"/>
                    <a:pt x="72393" y="49187"/>
                    <a:pt x="76331" y="48392"/>
                  </a:cubicBezTo>
                  <a:cubicBezTo>
                    <a:pt x="80269" y="47598"/>
                    <a:pt x="88111" y="53091"/>
                    <a:pt x="92876" y="57029"/>
                  </a:cubicBezTo>
                  <a:cubicBezTo>
                    <a:pt x="95638" y="59163"/>
                    <a:pt x="98571" y="61067"/>
                    <a:pt x="101645" y="62721"/>
                  </a:cubicBezTo>
                  <a:cubicBezTo>
                    <a:pt x="102486" y="61255"/>
                    <a:pt x="103611" y="59973"/>
                    <a:pt x="104954" y="58948"/>
                  </a:cubicBezTo>
                  <a:cubicBezTo>
                    <a:pt x="109058" y="55871"/>
                    <a:pt x="113161" y="57426"/>
                    <a:pt x="116768" y="57426"/>
                  </a:cubicBezTo>
                  <a:cubicBezTo>
                    <a:pt x="120374" y="57426"/>
                    <a:pt x="120871" y="53290"/>
                    <a:pt x="123386" y="51238"/>
                  </a:cubicBezTo>
                  <a:cubicBezTo>
                    <a:pt x="124998" y="50123"/>
                    <a:pt x="126842" y="49387"/>
                    <a:pt x="128779" y="49087"/>
                  </a:cubicBezTo>
                  <a:cubicBezTo>
                    <a:pt x="127390" y="46241"/>
                    <a:pt x="127323" y="40682"/>
                    <a:pt x="125040" y="38399"/>
                  </a:cubicBezTo>
                  <a:cubicBezTo>
                    <a:pt x="122757" y="36116"/>
                    <a:pt x="118422" y="31053"/>
                    <a:pt x="119646" y="28472"/>
                  </a:cubicBezTo>
                  <a:cubicBezTo>
                    <a:pt x="121091" y="25177"/>
                    <a:pt x="120324" y="21331"/>
                    <a:pt x="117727" y="18843"/>
                  </a:cubicBezTo>
                  <a:cubicBezTo>
                    <a:pt x="116450" y="17584"/>
                    <a:pt x="115447" y="16074"/>
                    <a:pt x="114782" y="14408"/>
                  </a:cubicBezTo>
                  <a:cubicBezTo>
                    <a:pt x="109323" y="13443"/>
                    <a:pt x="103775" y="13077"/>
                    <a:pt x="98237" y="13316"/>
                  </a:cubicBezTo>
                  <a:cubicBezTo>
                    <a:pt x="95126" y="14342"/>
                    <a:pt x="82817" y="4580"/>
                    <a:pt x="80732" y="3025"/>
                  </a:cubicBezTo>
                  <a:cubicBezTo>
                    <a:pt x="79408" y="2033"/>
                    <a:pt x="70242" y="2562"/>
                    <a:pt x="62036" y="3323"/>
                  </a:cubicBezTo>
                  <a:cubicBezTo>
                    <a:pt x="57271" y="8585"/>
                    <a:pt x="60712" y="12456"/>
                    <a:pt x="60447" y="20530"/>
                  </a:cubicBezTo>
                  <a:cubicBezTo>
                    <a:pt x="60183" y="28604"/>
                    <a:pt x="51182" y="27148"/>
                    <a:pt x="46318" y="27148"/>
                  </a:cubicBezTo>
                  <a:cubicBezTo>
                    <a:pt x="41453" y="27148"/>
                    <a:pt x="33445" y="12489"/>
                    <a:pt x="30898" y="9147"/>
                  </a:cubicBezTo>
                  <a:cubicBezTo>
                    <a:pt x="28350" y="5805"/>
                    <a:pt x="20077" y="13250"/>
                    <a:pt x="14187" y="16857"/>
                  </a:cubicBezTo>
                  <a:cubicBezTo>
                    <a:pt x="8297" y="20464"/>
                    <a:pt x="11374" y="27380"/>
                    <a:pt x="7238" y="30722"/>
                  </a:cubicBezTo>
                  <a:cubicBezTo>
                    <a:pt x="2089" y="34658"/>
                    <a:pt x="952" y="41950"/>
                    <a:pt x="4657" y="47267"/>
                  </a:cubicBezTo>
                  <a:cubicBezTo>
                    <a:pt x="4822" y="47565"/>
                    <a:pt x="4955" y="47896"/>
                    <a:pt x="5120" y="48194"/>
                  </a:cubicBezTo>
                  <a:cubicBezTo>
                    <a:pt x="9933" y="48122"/>
                    <a:pt x="14656" y="46884"/>
                    <a:pt x="18886" y="44587"/>
                  </a:cubicBezTo>
                  <a:cubicBezTo>
                    <a:pt x="24511" y="40517"/>
                    <a:pt x="39402" y="44455"/>
                    <a:pt x="44101" y="4445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393F6ABC-CECF-5748-A6FC-11A9A93C433E}"/>
                </a:ext>
              </a:extLst>
            </p:cNvPr>
            <p:cNvSpPr/>
            <p:nvPr/>
          </p:nvSpPr>
          <p:spPr>
            <a:xfrm>
              <a:off x="4762056" y="2019242"/>
              <a:ext cx="102581" cy="62872"/>
            </a:xfrm>
            <a:custGeom>
              <a:avLst/>
              <a:gdLst>
                <a:gd name="connsiteX0" fmla="*/ 15436 w 102580"/>
                <a:gd name="connsiteY0" fmla="*/ 32425 h 62872"/>
                <a:gd name="connsiteX1" fmla="*/ 25860 w 102580"/>
                <a:gd name="connsiteY1" fmla="*/ 36264 h 62872"/>
                <a:gd name="connsiteX2" fmla="*/ 35490 w 102580"/>
                <a:gd name="connsiteY2" fmla="*/ 42054 h 62872"/>
                <a:gd name="connsiteX3" fmla="*/ 35490 w 102580"/>
                <a:gd name="connsiteY3" fmla="*/ 54397 h 62872"/>
                <a:gd name="connsiteX4" fmla="*/ 49090 w 102580"/>
                <a:gd name="connsiteY4" fmla="*/ 62471 h 62872"/>
                <a:gd name="connsiteX5" fmla="*/ 61829 w 102580"/>
                <a:gd name="connsiteY5" fmla="*/ 63365 h 62872"/>
                <a:gd name="connsiteX6" fmla="*/ 70565 w 102580"/>
                <a:gd name="connsiteY6" fmla="*/ 59262 h 62872"/>
                <a:gd name="connsiteX7" fmla="*/ 81883 w 102580"/>
                <a:gd name="connsiteY7" fmla="*/ 55688 h 62872"/>
                <a:gd name="connsiteX8" fmla="*/ 84463 w 102580"/>
                <a:gd name="connsiteY8" fmla="*/ 47448 h 62872"/>
                <a:gd name="connsiteX9" fmla="*/ 93199 w 102580"/>
                <a:gd name="connsiteY9" fmla="*/ 39242 h 62872"/>
                <a:gd name="connsiteX10" fmla="*/ 98858 w 102580"/>
                <a:gd name="connsiteY10" fmla="*/ 34609 h 62872"/>
                <a:gd name="connsiteX11" fmla="*/ 100910 w 102580"/>
                <a:gd name="connsiteY11" fmla="*/ 27991 h 62872"/>
                <a:gd name="connsiteX12" fmla="*/ 102134 w 102580"/>
                <a:gd name="connsiteY12" fmla="*/ 22498 h 62872"/>
                <a:gd name="connsiteX13" fmla="*/ 93365 w 102580"/>
                <a:gd name="connsiteY13" fmla="*/ 16806 h 62872"/>
                <a:gd name="connsiteX14" fmla="*/ 76820 w 102580"/>
                <a:gd name="connsiteY14" fmla="*/ 8170 h 62872"/>
                <a:gd name="connsiteX15" fmla="*/ 66595 w 102580"/>
                <a:gd name="connsiteY15" fmla="*/ 4232 h 62872"/>
                <a:gd name="connsiteX16" fmla="*/ 44589 w 102580"/>
                <a:gd name="connsiteY16" fmla="*/ 4232 h 62872"/>
                <a:gd name="connsiteX17" fmla="*/ 19474 w 102580"/>
                <a:gd name="connsiteY17" fmla="*/ 4232 h 62872"/>
                <a:gd name="connsiteX18" fmla="*/ 5708 w 102580"/>
                <a:gd name="connsiteY18" fmla="*/ 7839 h 62872"/>
                <a:gd name="connsiteX19" fmla="*/ 3987 w 102580"/>
                <a:gd name="connsiteY19" fmla="*/ 26700 h 62872"/>
                <a:gd name="connsiteX20" fmla="*/ 4848 w 102580"/>
                <a:gd name="connsiteY20" fmla="*/ 31532 h 62872"/>
                <a:gd name="connsiteX21" fmla="*/ 15436 w 102580"/>
                <a:gd name="connsiteY21" fmla="*/ 32425 h 6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0" h="62872">
                  <a:moveTo>
                    <a:pt x="15436" y="32425"/>
                  </a:moveTo>
                  <a:cubicBezTo>
                    <a:pt x="17389" y="35105"/>
                    <a:pt x="23544" y="37422"/>
                    <a:pt x="25860" y="36264"/>
                  </a:cubicBezTo>
                  <a:cubicBezTo>
                    <a:pt x="28176" y="35105"/>
                    <a:pt x="35490" y="38977"/>
                    <a:pt x="35490" y="42054"/>
                  </a:cubicBezTo>
                  <a:cubicBezTo>
                    <a:pt x="35490" y="45132"/>
                    <a:pt x="33570" y="54397"/>
                    <a:pt x="35490" y="54397"/>
                  </a:cubicBezTo>
                  <a:cubicBezTo>
                    <a:pt x="37409" y="54397"/>
                    <a:pt x="48329" y="57706"/>
                    <a:pt x="49090" y="62471"/>
                  </a:cubicBezTo>
                  <a:cubicBezTo>
                    <a:pt x="53352" y="62461"/>
                    <a:pt x="57610" y="62759"/>
                    <a:pt x="61829" y="63365"/>
                  </a:cubicBezTo>
                  <a:cubicBezTo>
                    <a:pt x="65322" y="64024"/>
                    <a:pt x="68843" y="62370"/>
                    <a:pt x="70565" y="59262"/>
                  </a:cubicBezTo>
                  <a:cubicBezTo>
                    <a:pt x="72617" y="56714"/>
                    <a:pt x="79831" y="55688"/>
                    <a:pt x="81883" y="55688"/>
                  </a:cubicBezTo>
                  <a:cubicBezTo>
                    <a:pt x="83934" y="55688"/>
                    <a:pt x="83934" y="50029"/>
                    <a:pt x="84463" y="47448"/>
                  </a:cubicBezTo>
                  <a:cubicBezTo>
                    <a:pt x="86293" y="43751"/>
                    <a:pt x="89395" y="40837"/>
                    <a:pt x="93199" y="39242"/>
                  </a:cubicBezTo>
                  <a:cubicBezTo>
                    <a:pt x="96277" y="38216"/>
                    <a:pt x="95747" y="34609"/>
                    <a:pt x="98858" y="34609"/>
                  </a:cubicBezTo>
                  <a:cubicBezTo>
                    <a:pt x="101968" y="34609"/>
                    <a:pt x="101406" y="30473"/>
                    <a:pt x="100910" y="27991"/>
                  </a:cubicBezTo>
                  <a:cubicBezTo>
                    <a:pt x="100618" y="26071"/>
                    <a:pt x="101054" y="24112"/>
                    <a:pt x="102134" y="22498"/>
                  </a:cubicBezTo>
                  <a:cubicBezTo>
                    <a:pt x="99060" y="20844"/>
                    <a:pt x="96127" y="18940"/>
                    <a:pt x="93365" y="16806"/>
                  </a:cubicBezTo>
                  <a:cubicBezTo>
                    <a:pt x="88633" y="12869"/>
                    <a:pt x="80757" y="7376"/>
                    <a:pt x="76820" y="8170"/>
                  </a:cubicBezTo>
                  <a:cubicBezTo>
                    <a:pt x="72882" y="8964"/>
                    <a:pt x="72882" y="1883"/>
                    <a:pt x="66595" y="4232"/>
                  </a:cubicBezTo>
                  <a:cubicBezTo>
                    <a:pt x="60307" y="6581"/>
                    <a:pt x="49321" y="4232"/>
                    <a:pt x="44589" y="4232"/>
                  </a:cubicBezTo>
                  <a:cubicBezTo>
                    <a:pt x="39857" y="4232"/>
                    <a:pt x="24967" y="294"/>
                    <a:pt x="19474" y="4232"/>
                  </a:cubicBezTo>
                  <a:cubicBezTo>
                    <a:pt x="15244" y="6529"/>
                    <a:pt x="10521" y="7767"/>
                    <a:pt x="5708" y="7839"/>
                  </a:cubicBezTo>
                  <a:cubicBezTo>
                    <a:pt x="9030" y="13889"/>
                    <a:pt x="8350" y="21351"/>
                    <a:pt x="3987" y="26700"/>
                  </a:cubicBezTo>
                  <a:cubicBezTo>
                    <a:pt x="1174" y="30009"/>
                    <a:pt x="2796" y="30274"/>
                    <a:pt x="4848" y="31532"/>
                  </a:cubicBezTo>
                  <a:cubicBezTo>
                    <a:pt x="9116" y="31068"/>
                    <a:pt x="13914" y="30241"/>
                    <a:pt x="15436" y="3242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50F5A1E0-D4D3-E245-AD06-EE4B9785CFA5}"/>
                </a:ext>
              </a:extLst>
            </p:cNvPr>
            <p:cNvSpPr/>
            <p:nvPr/>
          </p:nvSpPr>
          <p:spPr>
            <a:xfrm>
              <a:off x="4513350" y="2226006"/>
              <a:ext cx="82726" cy="43018"/>
            </a:xfrm>
            <a:custGeom>
              <a:avLst/>
              <a:gdLst>
                <a:gd name="connsiteX0" fmla="*/ 71423 w 82726"/>
                <a:gd name="connsiteY0" fmla="*/ 19903 h 43017"/>
                <a:gd name="connsiteX1" fmla="*/ 62555 w 82726"/>
                <a:gd name="connsiteY1" fmla="*/ 15270 h 43017"/>
                <a:gd name="connsiteX2" fmla="*/ 62555 w 82726"/>
                <a:gd name="connsiteY2" fmla="*/ 7990 h 43017"/>
                <a:gd name="connsiteX3" fmla="*/ 52628 w 82726"/>
                <a:gd name="connsiteY3" fmla="*/ 3589 h 43017"/>
                <a:gd name="connsiteX4" fmla="*/ 40814 w 82726"/>
                <a:gd name="connsiteY4" fmla="*/ 4119 h 43017"/>
                <a:gd name="connsiteX5" fmla="*/ 26056 w 82726"/>
                <a:gd name="connsiteY5" fmla="*/ 4615 h 43017"/>
                <a:gd name="connsiteX6" fmla="*/ 23707 w 82726"/>
                <a:gd name="connsiteY6" fmla="*/ 7196 h 43017"/>
                <a:gd name="connsiteX7" fmla="*/ 14872 w 82726"/>
                <a:gd name="connsiteY7" fmla="*/ 14509 h 43017"/>
                <a:gd name="connsiteX8" fmla="*/ 3687 w 82726"/>
                <a:gd name="connsiteY8" fmla="*/ 28374 h 43017"/>
                <a:gd name="connsiteX9" fmla="*/ 6003 w 82726"/>
                <a:gd name="connsiteY9" fmla="*/ 34165 h 43017"/>
                <a:gd name="connsiteX10" fmla="*/ 13713 w 82726"/>
                <a:gd name="connsiteY10" fmla="*/ 34926 h 43017"/>
                <a:gd name="connsiteX11" fmla="*/ 16791 w 82726"/>
                <a:gd name="connsiteY11" fmla="*/ 43430 h 43017"/>
                <a:gd name="connsiteX12" fmla="*/ 16791 w 82726"/>
                <a:gd name="connsiteY12" fmla="*/ 43695 h 43017"/>
                <a:gd name="connsiteX13" fmla="*/ 31615 w 82726"/>
                <a:gd name="connsiteY13" fmla="*/ 42636 h 43017"/>
                <a:gd name="connsiteX14" fmla="*/ 40351 w 82726"/>
                <a:gd name="connsiteY14" fmla="*/ 30326 h 43017"/>
                <a:gd name="connsiteX15" fmla="*/ 50278 w 82726"/>
                <a:gd name="connsiteY15" fmla="*/ 42140 h 43017"/>
                <a:gd name="connsiteX16" fmla="*/ 54911 w 82726"/>
                <a:gd name="connsiteY16" fmla="*/ 35985 h 43017"/>
                <a:gd name="connsiteX17" fmla="*/ 61066 w 82726"/>
                <a:gd name="connsiteY17" fmla="*/ 32378 h 43017"/>
                <a:gd name="connsiteX18" fmla="*/ 69272 w 82726"/>
                <a:gd name="connsiteY18" fmla="*/ 30326 h 43017"/>
                <a:gd name="connsiteX19" fmla="*/ 74401 w 82726"/>
                <a:gd name="connsiteY19" fmla="*/ 28275 h 43017"/>
                <a:gd name="connsiteX20" fmla="*/ 77016 w 82726"/>
                <a:gd name="connsiteY20" fmla="*/ 24138 h 43017"/>
                <a:gd name="connsiteX21" fmla="*/ 80325 w 82726"/>
                <a:gd name="connsiteY21" fmla="*/ 21028 h 43017"/>
                <a:gd name="connsiteX22" fmla="*/ 71423 w 82726"/>
                <a:gd name="connsiteY22" fmla="*/ 19903 h 4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726" h="43017">
                  <a:moveTo>
                    <a:pt x="71423" y="19903"/>
                  </a:moveTo>
                  <a:cubicBezTo>
                    <a:pt x="67949" y="21458"/>
                    <a:pt x="62555" y="16825"/>
                    <a:pt x="62555" y="15270"/>
                  </a:cubicBezTo>
                  <a:cubicBezTo>
                    <a:pt x="62201" y="12856"/>
                    <a:pt x="62201" y="10404"/>
                    <a:pt x="62555" y="7990"/>
                  </a:cubicBezTo>
                  <a:cubicBezTo>
                    <a:pt x="59373" y="6252"/>
                    <a:pt x="56052" y="4780"/>
                    <a:pt x="52628" y="3589"/>
                  </a:cubicBezTo>
                  <a:cubicBezTo>
                    <a:pt x="48817" y="1945"/>
                    <a:pt x="44463" y="2140"/>
                    <a:pt x="40814" y="4119"/>
                  </a:cubicBezTo>
                  <a:cubicBezTo>
                    <a:pt x="38200" y="5409"/>
                    <a:pt x="30887" y="5045"/>
                    <a:pt x="26056" y="4615"/>
                  </a:cubicBezTo>
                  <a:cubicBezTo>
                    <a:pt x="25626" y="6170"/>
                    <a:pt x="24964" y="7196"/>
                    <a:pt x="23707" y="7196"/>
                  </a:cubicBezTo>
                  <a:cubicBezTo>
                    <a:pt x="19543" y="7597"/>
                    <a:pt x="16044" y="10494"/>
                    <a:pt x="14872" y="14509"/>
                  </a:cubicBezTo>
                  <a:cubicBezTo>
                    <a:pt x="14077" y="18347"/>
                    <a:pt x="6003" y="21458"/>
                    <a:pt x="3687" y="28374"/>
                  </a:cubicBezTo>
                  <a:cubicBezTo>
                    <a:pt x="1371" y="35290"/>
                    <a:pt x="2529" y="38301"/>
                    <a:pt x="6003" y="34165"/>
                  </a:cubicBezTo>
                  <a:cubicBezTo>
                    <a:pt x="9478" y="30028"/>
                    <a:pt x="13713" y="31484"/>
                    <a:pt x="13713" y="34926"/>
                  </a:cubicBezTo>
                  <a:cubicBezTo>
                    <a:pt x="13713" y="38367"/>
                    <a:pt x="18313" y="38797"/>
                    <a:pt x="16791" y="43430"/>
                  </a:cubicBezTo>
                  <a:cubicBezTo>
                    <a:pt x="16791" y="43430"/>
                    <a:pt x="16791" y="43596"/>
                    <a:pt x="16791" y="43695"/>
                  </a:cubicBezTo>
                  <a:cubicBezTo>
                    <a:pt x="22085" y="43232"/>
                    <a:pt x="29398" y="42636"/>
                    <a:pt x="31615" y="42636"/>
                  </a:cubicBezTo>
                  <a:cubicBezTo>
                    <a:pt x="35222" y="42636"/>
                    <a:pt x="38829" y="31352"/>
                    <a:pt x="40351" y="30326"/>
                  </a:cubicBezTo>
                  <a:cubicBezTo>
                    <a:pt x="41873" y="29300"/>
                    <a:pt x="46043" y="38533"/>
                    <a:pt x="50278" y="42140"/>
                  </a:cubicBezTo>
                  <a:cubicBezTo>
                    <a:pt x="54514" y="45746"/>
                    <a:pt x="54911" y="39062"/>
                    <a:pt x="54911" y="35985"/>
                  </a:cubicBezTo>
                  <a:cubicBezTo>
                    <a:pt x="54911" y="32907"/>
                    <a:pt x="58485" y="31848"/>
                    <a:pt x="61066" y="32378"/>
                  </a:cubicBezTo>
                  <a:cubicBezTo>
                    <a:pt x="63647" y="32907"/>
                    <a:pt x="69272" y="33900"/>
                    <a:pt x="69272" y="30326"/>
                  </a:cubicBezTo>
                  <a:cubicBezTo>
                    <a:pt x="69272" y="26753"/>
                    <a:pt x="72383" y="28275"/>
                    <a:pt x="74401" y="28275"/>
                  </a:cubicBezTo>
                  <a:cubicBezTo>
                    <a:pt x="76420" y="28275"/>
                    <a:pt x="77016" y="24138"/>
                    <a:pt x="77016" y="24138"/>
                  </a:cubicBezTo>
                  <a:lnTo>
                    <a:pt x="80325" y="21028"/>
                  </a:lnTo>
                  <a:cubicBezTo>
                    <a:pt x="77682" y="19320"/>
                    <a:pt x="74407" y="18906"/>
                    <a:pt x="71423" y="1990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6DC2C80F-5FB4-6444-AAA9-A1B37601AE9F}"/>
                </a:ext>
              </a:extLst>
            </p:cNvPr>
            <p:cNvSpPr/>
            <p:nvPr/>
          </p:nvSpPr>
          <p:spPr>
            <a:xfrm>
              <a:off x="4510785" y="2059730"/>
              <a:ext cx="155526" cy="175380"/>
            </a:xfrm>
            <a:custGeom>
              <a:avLst/>
              <a:gdLst>
                <a:gd name="connsiteX0" fmla="*/ 22202 w 155525"/>
                <a:gd name="connsiteY0" fmla="*/ 48092 h 175379"/>
                <a:gd name="connsiteX1" fmla="*/ 13466 w 155525"/>
                <a:gd name="connsiteY1" fmla="*/ 56299 h 175379"/>
                <a:gd name="connsiteX2" fmla="*/ 19124 w 155525"/>
                <a:gd name="connsiteY2" fmla="*/ 65531 h 175379"/>
                <a:gd name="connsiteX3" fmla="*/ 15517 w 155525"/>
                <a:gd name="connsiteY3" fmla="*/ 71189 h 175379"/>
                <a:gd name="connsiteX4" fmla="*/ 5590 w 155525"/>
                <a:gd name="connsiteY4" fmla="*/ 75822 h 175379"/>
                <a:gd name="connsiteX5" fmla="*/ 4564 w 155525"/>
                <a:gd name="connsiteY5" fmla="*/ 84062 h 175379"/>
                <a:gd name="connsiteX6" fmla="*/ 2513 w 155525"/>
                <a:gd name="connsiteY6" fmla="*/ 97927 h 175379"/>
                <a:gd name="connsiteX7" fmla="*/ 7145 w 155525"/>
                <a:gd name="connsiteY7" fmla="*/ 108714 h 175379"/>
                <a:gd name="connsiteX8" fmla="*/ 3539 w 155525"/>
                <a:gd name="connsiteY8" fmla="*/ 115332 h 175379"/>
                <a:gd name="connsiteX9" fmla="*/ 9032 w 155525"/>
                <a:gd name="connsiteY9" fmla="*/ 129727 h 175379"/>
                <a:gd name="connsiteX10" fmla="*/ 12903 w 155525"/>
                <a:gd name="connsiteY10" fmla="*/ 131778 h 175379"/>
                <a:gd name="connsiteX11" fmla="*/ 24088 w 155525"/>
                <a:gd name="connsiteY11" fmla="*/ 137172 h 175379"/>
                <a:gd name="connsiteX12" fmla="*/ 33353 w 155525"/>
                <a:gd name="connsiteY12" fmla="*/ 140249 h 175379"/>
                <a:gd name="connsiteX13" fmla="*/ 36662 w 155525"/>
                <a:gd name="connsiteY13" fmla="*/ 146040 h 175379"/>
                <a:gd name="connsiteX14" fmla="*/ 29713 w 155525"/>
                <a:gd name="connsiteY14" fmla="*/ 160302 h 175379"/>
                <a:gd name="connsiteX15" fmla="*/ 28191 w 155525"/>
                <a:gd name="connsiteY15" fmla="*/ 170825 h 175379"/>
                <a:gd name="connsiteX16" fmla="*/ 42949 w 155525"/>
                <a:gd name="connsiteY16" fmla="*/ 170329 h 175379"/>
                <a:gd name="connsiteX17" fmla="*/ 54763 w 155525"/>
                <a:gd name="connsiteY17" fmla="*/ 169799 h 175379"/>
                <a:gd name="connsiteX18" fmla="*/ 64690 w 155525"/>
                <a:gd name="connsiteY18" fmla="*/ 174200 h 175379"/>
                <a:gd name="connsiteX19" fmla="*/ 66609 w 155525"/>
                <a:gd name="connsiteY19" fmla="*/ 172248 h 175379"/>
                <a:gd name="connsiteX20" fmla="*/ 76536 w 155525"/>
                <a:gd name="connsiteY20" fmla="*/ 174928 h 175379"/>
                <a:gd name="connsiteX21" fmla="*/ 86960 w 155525"/>
                <a:gd name="connsiteY21" fmla="*/ 173406 h 175379"/>
                <a:gd name="connsiteX22" fmla="*/ 96887 w 155525"/>
                <a:gd name="connsiteY22" fmla="*/ 172612 h 175379"/>
                <a:gd name="connsiteX23" fmla="*/ 114624 w 155525"/>
                <a:gd name="connsiteY23" fmla="*/ 169303 h 175379"/>
                <a:gd name="connsiteX24" fmla="*/ 121539 w 155525"/>
                <a:gd name="connsiteY24" fmla="*/ 164273 h 175379"/>
                <a:gd name="connsiteX25" fmla="*/ 128489 w 155525"/>
                <a:gd name="connsiteY25" fmla="*/ 153486 h 175379"/>
                <a:gd name="connsiteX26" fmla="*/ 138118 w 155525"/>
                <a:gd name="connsiteY26" fmla="*/ 145776 h 175379"/>
                <a:gd name="connsiteX27" fmla="*/ 120017 w 155525"/>
                <a:gd name="connsiteY27" fmla="*/ 132308 h 175379"/>
                <a:gd name="connsiteX28" fmla="*/ 114227 w 155525"/>
                <a:gd name="connsiteY28" fmla="*/ 117649 h 175379"/>
                <a:gd name="connsiteX29" fmla="*/ 113068 w 155525"/>
                <a:gd name="connsiteY29" fmla="*/ 108383 h 175379"/>
                <a:gd name="connsiteX30" fmla="*/ 131169 w 155525"/>
                <a:gd name="connsiteY30" fmla="*/ 101467 h 175379"/>
                <a:gd name="connsiteX31" fmla="*/ 145431 w 155525"/>
                <a:gd name="connsiteY31" fmla="*/ 94849 h 175379"/>
                <a:gd name="connsiteX32" fmla="*/ 154696 w 155525"/>
                <a:gd name="connsiteY32" fmla="*/ 94452 h 175379"/>
                <a:gd name="connsiteX33" fmla="*/ 155093 w 155525"/>
                <a:gd name="connsiteY33" fmla="*/ 84823 h 175379"/>
                <a:gd name="connsiteX34" fmla="*/ 150858 w 155525"/>
                <a:gd name="connsiteY34" fmla="*/ 70958 h 175379"/>
                <a:gd name="connsiteX35" fmla="*/ 148541 w 155525"/>
                <a:gd name="connsiteY35" fmla="*/ 61692 h 175379"/>
                <a:gd name="connsiteX36" fmla="*/ 144670 w 155525"/>
                <a:gd name="connsiteY36" fmla="*/ 53188 h 175379"/>
                <a:gd name="connsiteX37" fmla="*/ 143512 w 155525"/>
                <a:gd name="connsiteY37" fmla="*/ 46272 h 175379"/>
                <a:gd name="connsiteX38" fmla="*/ 143876 w 155525"/>
                <a:gd name="connsiteY38" fmla="*/ 28172 h 175379"/>
                <a:gd name="connsiteX39" fmla="*/ 143876 w 155525"/>
                <a:gd name="connsiteY39" fmla="*/ 26054 h 175379"/>
                <a:gd name="connsiteX40" fmla="*/ 142420 w 155525"/>
                <a:gd name="connsiteY40" fmla="*/ 23903 h 175379"/>
                <a:gd name="connsiteX41" fmla="*/ 132162 w 155525"/>
                <a:gd name="connsiteY41" fmla="*/ 18278 h 175379"/>
                <a:gd name="connsiteX42" fmla="*/ 133684 w 155525"/>
                <a:gd name="connsiteY42" fmla="*/ 8350 h 175379"/>
                <a:gd name="connsiteX43" fmla="*/ 118297 w 155525"/>
                <a:gd name="connsiteY43" fmla="*/ 12454 h 175379"/>
                <a:gd name="connsiteX44" fmla="*/ 98740 w 155525"/>
                <a:gd name="connsiteY44" fmla="*/ 23771 h 175379"/>
                <a:gd name="connsiteX45" fmla="*/ 89740 w 155525"/>
                <a:gd name="connsiteY45" fmla="*/ 17153 h 175379"/>
                <a:gd name="connsiteX46" fmla="*/ 83585 w 155525"/>
                <a:gd name="connsiteY46" fmla="*/ 14075 h 175379"/>
                <a:gd name="connsiteX47" fmla="*/ 70712 w 155525"/>
                <a:gd name="connsiteY47" fmla="*/ 7887 h 175379"/>
                <a:gd name="connsiteX48" fmla="*/ 69720 w 155525"/>
                <a:gd name="connsiteY48" fmla="*/ 3883 h 175379"/>
                <a:gd name="connsiteX49" fmla="*/ 63102 w 155525"/>
                <a:gd name="connsiteY49" fmla="*/ 4049 h 175379"/>
                <a:gd name="connsiteX50" fmla="*/ 47251 w 155525"/>
                <a:gd name="connsiteY50" fmla="*/ 2493 h 175379"/>
                <a:gd name="connsiteX51" fmla="*/ 50262 w 155525"/>
                <a:gd name="connsiteY51" fmla="*/ 10733 h 175379"/>
                <a:gd name="connsiteX52" fmla="*/ 54895 w 155525"/>
                <a:gd name="connsiteY52" fmla="*/ 25624 h 175379"/>
                <a:gd name="connsiteX53" fmla="*/ 47450 w 155525"/>
                <a:gd name="connsiteY53" fmla="*/ 32573 h 175379"/>
                <a:gd name="connsiteX54" fmla="*/ 34578 w 155525"/>
                <a:gd name="connsiteY54" fmla="*/ 30753 h 175379"/>
                <a:gd name="connsiteX55" fmla="*/ 21341 w 155525"/>
                <a:gd name="connsiteY55" fmla="*/ 32837 h 175379"/>
                <a:gd name="connsiteX56" fmla="*/ 20845 w 155525"/>
                <a:gd name="connsiteY56" fmla="*/ 36477 h 175379"/>
                <a:gd name="connsiteX57" fmla="*/ 22202 w 155525"/>
                <a:gd name="connsiteY57" fmla="*/ 48092 h 17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55525" h="175379">
                  <a:moveTo>
                    <a:pt x="22202" y="48092"/>
                  </a:moveTo>
                  <a:cubicBezTo>
                    <a:pt x="18098" y="54247"/>
                    <a:pt x="12275" y="54710"/>
                    <a:pt x="13466" y="56299"/>
                  </a:cubicBezTo>
                  <a:cubicBezTo>
                    <a:pt x="14657" y="57887"/>
                    <a:pt x="20680" y="62917"/>
                    <a:pt x="19124" y="65531"/>
                  </a:cubicBezTo>
                  <a:cubicBezTo>
                    <a:pt x="17569" y="68145"/>
                    <a:pt x="15517" y="66590"/>
                    <a:pt x="15517" y="71189"/>
                  </a:cubicBezTo>
                  <a:cubicBezTo>
                    <a:pt x="15517" y="75789"/>
                    <a:pt x="8337" y="75822"/>
                    <a:pt x="5590" y="75822"/>
                  </a:cubicBezTo>
                  <a:cubicBezTo>
                    <a:pt x="2844" y="75822"/>
                    <a:pt x="6120" y="80455"/>
                    <a:pt x="4564" y="84062"/>
                  </a:cubicBezTo>
                  <a:cubicBezTo>
                    <a:pt x="3400" y="88599"/>
                    <a:pt x="2712" y="93246"/>
                    <a:pt x="2513" y="97927"/>
                  </a:cubicBezTo>
                  <a:cubicBezTo>
                    <a:pt x="2016" y="101004"/>
                    <a:pt x="7642" y="106133"/>
                    <a:pt x="7145" y="108714"/>
                  </a:cubicBezTo>
                  <a:cubicBezTo>
                    <a:pt x="6649" y="111295"/>
                    <a:pt x="2513" y="113347"/>
                    <a:pt x="3539" y="115332"/>
                  </a:cubicBezTo>
                  <a:cubicBezTo>
                    <a:pt x="6809" y="119450"/>
                    <a:pt x="8728" y="124477"/>
                    <a:pt x="9032" y="129727"/>
                  </a:cubicBezTo>
                  <a:cubicBezTo>
                    <a:pt x="10494" y="130020"/>
                    <a:pt x="11839" y="130733"/>
                    <a:pt x="12903" y="131778"/>
                  </a:cubicBezTo>
                  <a:cubicBezTo>
                    <a:pt x="15559" y="135255"/>
                    <a:pt x="19713" y="137259"/>
                    <a:pt x="24088" y="137172"/>
                  </a:cubicBezTo>
                  <a:cubicBezTo>
                    <a:pt x="29118" y="137172"/>
                    <a:pt x="31037" y="140646"/>
                    <a:pt x="33353" y="140249"/>
                  </a:cubicBezTo>
                  <a:cubicBezTo>
                    <a:pt x="35670" y="139852"/>
                    <a:pt x="41824" y="141805"/>
                    <a:pt x="36662" y="146040"/>
                  </a:cubicBezTo>
                  <a:cubicBezTo>
                    <a:pt x="31500" y="150276"/>
                    <a:pt x="30871" y="155273"/>
                    <a:pt x="29713" y="160302"/>
                  </a:cubicBezTo>
                  <a:cubicBezTo>
                    <a:pt x="28952" y="163611"/>
                    <a:pt x="29018" y="168045"/>
                    <a:pt x="28191" y="170825"/>
                  </a:cubicBezTo>
                  <a:cubicBezTo>
                    <a:pt x="33088" y="171255"/>
                    <a:pt x="40335" y="171619"/>
                    <a:pt x="42949" y="170329"/>
                  </a:cubicBezTo>
                  <a:cubicBezTo>
                    <a:pt x="46598" y="168350"/>
                    <a:pt x="50952" y="168155"/>
                    <a:pt x="54763" y="169799"/>
                  </a:cubicBezTo>
                  <a:cubicBezTo>
                    <a:pt x="58187" y="170990"/>
                    <a:pt x="61508" y="172462"/>
                    <a:pt x="64690" y="174200"/>
                  </a:cubicBezTo>
                  <a:cubicBezTo>
                    <a:pt x="65021" y="173141"/>
                    <a:pt x="65583" y="172380"/>
                    <a:pt x="66609" y="172248"/>
                  </a:cubicBezTo>
                  <a:cubicBezTo>
                    <a:pt x="69918" y="171851"/>
                    <a:pt x="74319" y="178866"/>
                    <a:pt x="76536" y="174928"/>
                  </a:cubicBezTo>
                  <a:cubicBezTo>
                    <a:pt x="78753" y="170991"/>
                    <a:pt x="84247" y="171851"/>
                    <a:pt x="86960" y="173406"/>
                  </a:cubicBezTo>
                  <a:cubicBezTo>
                    <a:pt x="90070" y="175409"/>
                    <a:pt x="94135" y="175084"/>
                    <a:pt x="96887" y="172612"/>
                  </a:cubicBezTo>
                  <a:cubicBezTo>
                    <a:pt x="99965" y="169535"/>
                    <a:pt x="111910" y="168012"/>
                    <a:pt x="114624" y="169303"/>
                  </a:cubicBezTo>
                  <a:cubicBezTo>
                    <a:pt x="117337" y="170593"/>
                    <a:pt x="124253" y="173538"/>
                    <a:pt x="121539" y="164273"/>
                  </a:cubicBezTo>
                  <a:cubicBezTo>
                    <a:pt x="118826" y="155008"/>
                    <a:pt x="127330" y="156960"/>
                    <a:pt x="128489" y="153486"/>
                  </a:cubicBezTo>
                  <a:cubicBezTo>
                    <a:pt x="129647" y="150011"/>
                    <a:pt x="139673" y="148489"/>
                    <a:pt x="138118" y="145776"/>
                  </a:cubicBezTo>
                  <a:cubicBezTo>
                    <a:pt x="136563" y="143062"/>
                    <a:pt x="123856" y="134988"/>
                    <a:pt x="120017" y="132308"/>
                  </a:cubicBezTo>
                  <a:cubicBezTo>
                    <a:pt x="116179" y="129627"/>
                    <a:pt x="116146" y="121090"/>
                    <a:pt x="114227" y="117649"/>
                  </a:cubicBezTo>
                  <a:cubicBezTo>
                    <a:pt x="112307" y="114207"/>
                    <a:pt x="108039" y="109541"/>
                    <a:pt x="113068" y="108383"/>
                  </a:cubicBezTo>
                  <a:cubicBezTo>
                    <a:pt x="118098" y="107225"/>
                    <a:pt x="126933" y="105306"/>
                    <a:pt x="131169" y="101467"/>
                  </a:cubicBezTo>
                  <a:cubicBezTo>
                    <a:pt x="135404" y="97629"/>
                    <a:pt x="143115" y="97232"/>
                    <a:pt x="145431" y="94849"/>
                  </a:cubicBezTo>
                  <a:cubicBezTo>
                    <a:pt x="147747" y="92467"/>
                    <a:pt x="153141" y="96768"/>
                    <a:pt x="154696" y="94452"/>
                  </a:cubicBezTo>
                  <a:cubicBezTo>
                    <a:pt x="156739" y="91609"/>
                    <a:pt x="156895" y="87824"/>
                    <a:pt x="155093" y="84823"/>
                  </a:cubicBezTo>
                  <a:cubicBezTo>
                    <a:pt x="152257" y="80762"/>
                    <a:pt x="150775" y="75910"/>
                    <a:pt x="150858" y="70958"/>
                  </a:cubicBezTo>
                  <a:cubicBezTo>
                    <a:pt x="150461" y="64340"/>
                    <a:pt x="148541" y="64770"/>
                    <a:pt x="148541" y="61692"/>
                  </a:cubicBezTo>
                  <a:cubicBezTo>
                    <a:pt x="148749" y="58390"/>
                    <a:pt x="147297" y="55200"/>
                    <a:pt x="144670" y="53188"/>
                  </a:cubicBezTo>
                  <a:cubicBezTo>
                    <a:pt x="141989" y="51666"/>
                    <a:pt x="140831" y="50508"/>
                    <a:pt x="143512" y="46272"/>
                  </a:cubicBezTo>
                  <a:cubicBezTo>
                    <a:pt x="146192" y="42037"/>
                    <a:pt x="145067" y="31249"/>
                    <a:pt x="143876" y="28172"/>
                  </a:cubicBezTo>
                  <a:cubicBezTo>
                    <a:pt x="143708" y="27476"/>
                    <a:pt x="143708" y="26750"/>
                    <a:pt x="143876" y="26054"/>
                  </a:cubicBezTo>
                  <a:cubicBezTo>
                    <a:pt x="143064" y="25622"/>
                    <a:pt x="142520" y="24816"/>
                    <a:pt x="142420" y="23903"/>
                  </a:cubicBezTo>
                  <a:cubicBezTo>
                    <a:pt x="141659" y="19800"/>
                    <a:pt x="138846" y="18278"/>
                    <a:pt x="132162" y="18278"/>
                  </a:cubicBezTo>
                  <a:cubicBezTo>
                    <a:pt x="125477" y="18278"/>
                    <a:pt x="136265" y="11660"/>
                    <a:pt x="133684" y="8350"/>
                  </a:cubicBezTo>
                  <a:cubicBezTo>
                    <a:pt x="131103" y="5041"/>
                    <a:pt x="124418" y="14505"/>
                    <a:pt x="118297" y="12454"/>
                  </a:cubicBezTo>
                  <a:cubicBezTo>
                    <a:pt x="112175" y="10402"/>
                    <a:pt x="104134" y="19667"/>
                    <a:pt x="98740" y="23771"/>
                  </a:cubicBezTo>
                  <a:cubicBezTo>
                    <a:pt x="93346" y="27874"/>
                    <a:pt x="85504" y="22976"/>
                    <a:pt x="89740" y="17153"/>
                  </a:cubicBezTo>
                  <a:cubicBezTo>
                    <a:pt x="93975" y="11329"/>
                    <a:pt x="89740" y="11759"/>
                    <a:pt x="83585" y="14075"/>
                  </a:cubicBezTo>
                  <a:cubicBezTo>
                    <a:pt x="77430" y="16391"/>
                    <a:pt x="69951" y="13546"/>
                    <a:pt x="70712" y="7887"/>
                  </a:cubicBezTo>
                  <a:cubicBezTo>
                    <a:pt x="70863" y="6477"/>
                    <a:pt x="70512" y="5059"/>
                    <a:pt x="69720" y="3883"/>
                  </a:cubicBezTo>
                  <a:cubicBezTo>
                    <a:pt x="67543" y="4350"/>
                    <a:pt x="65299" y="4406"/>
                    <a:pt x="63102" y="4049"/>
                  </a:cubicBezTo>
                  <a:cubicBezTo>
                    <a:pt x="57896" y="2917"/>
                    <a:pt x="52577" y="2396"/>
                    <a:pt x="47251" y="2493"/>
                  </a:cubicBezTo>
                  <a:cubicBezTo>
                    <a:pt x="49303" y="5472"/>
                    <a:pt x="51520" y="8417"/>
                    <a:pt x="50262" y="10733"/>
                  </a:cubicBezTo>
                  <a:cubicBezTo>
                    <a:pt x="47946" y="15101"/>
                    <a:pt x="51553" y="19204"/>
                    <a:pt x="54895" y="25624"/>
                  </a:cubicBezTo>
                  <a:cubicBezTo>
                    <a:pt x="58237" y="32043"/>
                    <a:pt x="47714" y="28469"/>
                    <a:pt x="47450" y="32573"/>
                  </a:cubicBezTo>
                  <a:cubicBezTo>
                    <a:pt x="47185" y="36676"/>
                    <a:pt x="37688" y="32308"/>
                    <a:pt x="34578" y="30753"/>
                  </a:cubicBezTo>
                  <a:cubicBezTo>
                    <a:pt x="31467" y="29197"/>
                    <a:pt x="21341" y="30256"/>
                    <a:pt x="21341" y="32837"/>
                  </a:cubicBezTo>
                  <a:cubicBezTo>
                    <a:pt x="21425" y="34072"/>
                    <a:pt x="21256" y="35310"/>
                    <a:pt x="20845" y="36477"/>
                  </a:cubicBezTo>
                  <a:cubicBezTo>
                    <a:pt x="23095" y="41309"/>
                    <a:pt x="23691" y="45842"/>
                    <a:pt x="22202" y="4809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C464FB7D-3260-6944-9F88-048DF23E606A}"/>
                </a:ext>
              </a:extLst>
            </p:cNvPr>
            <p:cNvSpPr/>
            <p:nvPr/>
          </p:nvSpPr>
          <p:spPr>
            <a:xfrm>
              <a:off x="4764157" y="1639572"/>
              <a:ext cx="185307" cy="291197"/>
            </a:xfrm>
            <a:custGeom>
              <a:avLst/>
              <a:gdLst>
                <a:gd name="connsiteX0" fmla="*/ 157908 w 185307"/>
                <a:gd name="connsiteY0" fmla="*/ 244690 h 291196"/>
                <a:gd name="connsiteX1" fmla="*/ 183620 w 185307"/>
                <a:gd name="connsiteY1" fmla="*/ 220038 h 291196"/>
                <a:gd name="connsiteX2" fmla="*/ 178987 w 185307"/>
                <a:gd name="connsiteY2" fmla="*/ 206140 h 291196"/>
                <a:gd name="connsiteX3" fmla="*/ 156882 w 185307"/>
                <a:gd name="connsiteY3" fmla="*/ 189197 h 291196"/>
                <a:gd name="connsiteX4" fmla="*/ 167670 w 185307"/>
                <a:gd name="connsiteY4" fmla="*/ 179270 h 291196"/>
                <a:gd name="connsiteX5" fmla="*/ 158404 w 185307"/>
                <a:gd name="connsiteY5" fmla="*/ 170038 h 291196"/>
                <a:gd name="connsiteX6" fmla="*/ 160985 w 185307"/>
                <a:gd name="connsiteY6" fmla="*/ 161302 h 291196"/>
                <a:gd name="connsiteX7" fmla="*/ 152249 w 185307"/>
                <a:gd name="connsiteY7" fmla="*/ 155643 h 291196"/>
                <a:gd name="connsiteX8" fmla="*/ 156353 w 185307"/>
                <a:gd name="connsiteY8" fmla="*/ 150514 h 291196"/>
                <a:gd name="connsiteX9" fmla="*/ 153805 w 185307"/>
                <a:gd name="connsiteY9" fmla="*/ 137278 h 291196"/>
                <a:gd name="connsiteX10" fmla="*/ 159430 w 185307"/>
                <a:gd name="connsiteY10" fmla="*/ 127020 h 291196"/>
                <a:gd name="connsiteX11" fmla="*/ 142885 w 185307"/>
                <a:gd name="connsiteY11" fmla="*/ 100779 h 291196"/>
                <a:gd name="connsiteX12" fmla="*/ 148047 w 185307"/>
                <a:gd name="connsiteY12" fmla="*/ 90521 h 291196"/>
                <a:gd name="connsiteX13" fmla="*/ 158834 w 185307"/>
                <a:gd name="connsiteY13" fmla="*/ 77682 h 291196"/>
                <a:gd name="connsiteX14" fmla="*/ 146492 w 185307"/>
                <a:gd name="connsiteY14" fmla="*/ 64810 h 291196"/>
                <a:gd name="connsiteX15" fmla="*/ 135704 w 185307"/>
                <a:gd name="connsiteY15" fmla="*/ 58655 h 291196"/>
                <a:gd name="connsiteX16" fmla="*/ 133123 w 185307"/>
                <a:gd name="connsiteY16" fmla="*/ 48728 h 291196"/>
                <a:gd name="connsiteX17" fmla="*/ 135705 w 185307"/>
                <a:gd name="connsiteY17" fmla="*/ 39462 h 291196"/>
                <a:gd name="connsiteX18" fmla="*/ 142322 w 185307"/>
                <a:gd name="connsiteY18" fmla="*/ 34333 h 291196"/>
                <a:gd name="connsiteX19" fmla="*/ 146161 w 185307"/>
                <a:gd name="connsiteY19" fmla="*/ 28013 h 291196"/>
                <a:gd name="connsiteX20" fmla="*/ 146161 w 185307"/>
                <a:gd name="connsiteY20" fmla="*/ 18318 h 291196"/>
                <a:gd name="connsiteX21" fmla="*/ 127994 w 185307"/>
                <a:gd name="connsiteY21" fmla="*/ 5942 h 291196"/>
                <a:gd name="connsiteX22" fmla="*/ 113931 w 185307"/>
                <a:gd name="connsiteY22" fmla="*/ 5942 h 291196"/>
                <a:gd name="connsiteX23" fmla="*/ 96624 w 185307"/>
                <a:gd name="connsiteY23" fmla="*/ 10078 h 291196"/>
                <a:gd name="connsiteX24" fmla="*/ 85870 w 185307"/>
                <a:gd name="connsiteY24" fmla="*/ 21627 h 291196"/>
                <a:gd name="connsiteX25" fmla="*/ 82561 w 185307"/>
                <a:gd name="connsiteY25" fmla="*/ 36484 h 291196"/>
                <a:gd name="connsiteX26" fmla="*/ 75149 w 185307"/>
                <a:gd name="connsiteY26" fmla="*/ 46412 h 291196"/>
                <a:gd name="connsiteX27" fmla="*/ 65222 w 185307"/>
                <a:gd name="connsiteY27" fmla="*/ 43930 h 291196"/>
                <a:gd name="connsiteX28" fmla="*/ 51985 w 185307"/>
                <a:gd name="connsiteY28" fmla="*/ 43102 h 291196"/>
                <a:gd name="connsiteX29" fmla="*/ 32991 w 185307"/>
                <a:gd name="connsiteY29" fmla="*/ 42275 h 291196"/>
                <a:gd name="connsiteX30" fmla="*/ 13997 w 185307"/>
                <a:gd name="connsiteY30" fmla="*/ 28245 h 291196"/>
                <a:gd name="connsiteX31" fmla="*/ 2482 w 185307"/>
                <a:gd name="connsiteY31" fmla="*/ 36749 h 291196"/>
                <a:gd name="connsiteX32" fmla="*/ 21443 w 185307"/>
                <a:gd name="connsiteY32" fmla="*/ 50548 h 291196"/>
                <a:gd name="connsiteX33" fmla="*/ 46228 w 185307"/>
                <a:gd name="connsiteY33" fmla="*/ 65405 h 291196"/>
                <a:gd name="connsiteX34" fmla="*/ 47022 w 185307"/>
                <a:gd name="connsiteY34" fmla="*/ 81951 h 291196"/>
                <a:gd name="connsiteX35" fmla="*/ 51158 w 185307"/>
                <a:gd name="connsiteY35" fmla="*/ 97669 h 291196"/>
                <a:gd name="connsiteX36" fmla="*/ 50331 w 185307"/>
                <a:gd name="connsiteY36" fmla="*/ 112493 h 291196"/>
                <a:gd name="connsiteX37" fmla="*/ 53640 w 185307"/>
                <a:gd name="connsiteY37" fmla="*/ 121560 h 291196"/>
                <a:gd name="connsiteX38" fmla="*/ 56089 w 185307"/>
                <a:gd name="connsiteY38" fmla="*/ 130164 h 291196"/>
                <a:gd name="connsiteX39" fmla="*/ 70086 w 185307"/>
                <a:gd name="connsiteY39" fmla="*/ 135921 h 291196"/>
                <a:gd name="connsiteX40" fmla="*/ 76241 w 185307"/>
                <a:gd name="connsiteY40" fmla="*/ 149158 h 291196"/>
                <a:gd name="connsiteX41" fmla="*/ 73163 w 185307"/>
                <a:gd name="connsiteY41" fmla="*/ 155313 h 291196"/>
                <a:gd name="connsiteX42" fmla="*/ 63633 w 185307"/>
                <a:gd name="connsiteY42" fmla="*/ 163023 h 291196"/>
                <a:gd name="connsiteX43" fmla="*/ 45930 w 185307"/>
                <a:gd name="connsiteY43" fmla="*/ 180494 h 291196"/>
                <a:gd name="connsiteX44" fmla="*/ 35638 w 185307"/>
                <a:gd name="connsiteY44" fmla="*/ 188469 h 291196"/>
                <a:gd name="connsiteX45" fmla="*/ 26406 w 185307"/>
                <a:gd name="connsiteY45" fmla="*/ 197966 h 291196"/>
                <a:gd name="connsiteX46" fmla="*/ 14295 w 185307"/>
                <a:gd name="connsiteY46" fmla="*/ 203889 h 291196"/>
                <a:gd name="connsiteX47" fmla="*/ 6585 w 185307"/>
                <a:gd name="connsiteY47" fmla="*/ 214909 h 291196"/>
                <a:gd name="connsiteX48" fmla="*/ 7114 w 185307"/>
                <a:gd name="connsiteY48" fmla="*/ 224836 h 291196"/>
                <a:gd name="connsiteX49" fmla="*/ 8901 w 185307"/>
                <a:gd name="connsiteY49" fmla="*/ 236914 h 291196"/>
                <a:gd name="connsiteX50" fmla="*/ 11979 w 185307"/>
                <a:gd name="connsiteY50" fmla="*/ 256437 h 291196"/>
                <a:gd name="connsiteX51" fmla="*/ 7379 w 185307"/>
                <a:gd name="connsiteY51" fmla="*/ 274405 h 291196"/>
                <a:gd name="connsiteX52" fmla="*/ 23560 w 185307"/>
                <a:gd name="connsiteY52" fmla="*/ 280858 h 291196"/>
                <a:gd name="connsiteX53" fmla="*/ 34083 w 185307"/>
                <a:gd name="connsiteY53" fmla="*/ 286483 h 291196"/>
                <a:gd name="connsiteX54" fmla="*/ 53110 w 185307"/>
                <a:gd name="connsiteY54" fmla="*/ 290620 h 291196"/>
                <a:gd name="connsiteX55" fmla="*/ 107081 w 185307"/>
                <a:gd name="connsiteY55" fmla="*/ 278277 h 291196"/>
                <a:gd name="connsiteX56" fmla="*/ 122667 w 185307"/>
                <a:gd name="connsiteY56" fmla="*/ 276523 h 291196"/>
                <a:gd name="connsiteX57" fmla="*/ 130972 w 185307"/>
                <a:gd name="connsiteY57" fmla="*/ 265934 h 291196"/>
                <a:gd name="connsiteX58" fmla="*/ 157908 w 185307"/>
                <a:gd name="connsiteY58" fmla="*/ 244690 h 291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85307" h="291196">
                  <a:moveTo>
                    <a:pt x="157908" y="244690"/>
                  </a:moveTo>
                  <a:cubicBezTo>
                    <a:pt x="162011" y="235458"/>
                    <a:pt x="180509" y="228310"/>
                    <a:pt x="183620" y="220038"/>
                  </a:cubicBezTo>
                  <a:cubicBezTo>
                    <a:pt x="185142" y="215901"/>
                    <a:pt x="185671" y="213850"/>
                    <a:pt x="178987" y="206140"/>
                  </a:cubicBezTo>
                  <a:cubicBezTo>
                    <a:pt x="172303" y="198430"/>
                    <a:pt x="157412" y="193300"/>
                    <a:pt x="156882" y="189197"/>
                  </a:cubicBezTo>
                  <a:cubicBezTo>
                    <a:pt x="156353" y="185094"/>
                    <a:pt x="168199" y="184565"/>
                    <a:pt x="167670" y="179270"/>
                  </a:cubicBezTo>
                  <a:cubicBezTo>
                    <a:pt x="167140" y="173976"/>
                    <a:pt x="161052" y="174141"/>
                    <a:pt x="158404" y="170038"/>
                  </a:cubicBezTo>
                  <a:cubicBezTo>
                    <a:pt x="155757" y="165935"/>
                    <a:pt x="161515" y="163420"/>
                    <a:pt x="160985" y="161302"/>
                  </a:cubicBezTo>
                  <a:cubicBezTo>
                    <a:pt x="160456" y="159184"/>
                    <a:pt x="152779" y="158224"/>
                    <a:pt x="152249" y="155643"/>
                  </a:cubicBezTo>
                  <a:cubicBezTo>
                    <a:pt x="151720" y="153062"/>
                    <a:pt x="157412" y="153592"/>
                    <a:pt x="156353" y="150514"/>
                  </a:cubicBezTo>
                  <a:cubicBezTo>
                    <a:pt x="155294" y="147437"/>
                    <a:pt x="150198" y="141779"/>
                    <a:pt x="153805" y="137278"/>
                  </a:cubicBezTo>
                  <a:cubicBezTo>
                    <a:pt x="157412" y="132778"/>
                    <a:pt x="165122" y="137278"/>
                    <a:pt x="159430" y="127020"/>
                  </a:cubicBezTo>
                  <a:cubicBezTo>
                    <a:pt x="153739" y="116762"/>
                    <a:pt x="145069" y="103857"/>
                    <a:pt x="142885" y="100779"/>
                  </a:cubicBezTo>
                  <a:cubicBezTo>
                    <a:pt x="140701" y="97702"/>
                    <a:pt x="144970" y="92573"/>
                    <a:pt x="148047" y="90521"/>
                  </a:cubicBezTo>
                  <a:cubicBezTo>
                    <a:pt x="151125" y="88470"/>
                    <a:pt x="158834" y="80594"/>
                    <a:pt x="158834" y="77682"/>
                  </a:cubicBezTo>
                  <a:cubicBezTo>
                    <a:pt x="158834" y="74770"/>
                    <a:pt x="149073" y="66365"/>
                    <a:pt x="146492" y="64810"/>
                  </a:cubicBezTo>
                  <a:cubicBezTo>
                    <a:pt x="143911" y="63255"/>
                    <a:pt x="138285" y="63784"/>
                    <a:pt x="135704" y="58655"/>
                  </a:cubicBezTo>
                  <a:cubicBezTo>
                    <a:pt x="133123" y="53526"/>
                    <a:pt x="130575" y="52037"/>
                    <a:pt x="133123" y="48728"/>
                  </a:cubicBezTo>
                  <a:cubicBezTo>
                    <a:pt x="135155" y="46092"/>
                    <a:pt x="136081" y="42769"/>
                    <a:pt x="135705" y="39462"/>
                  </a:cubicBezTo>
                  <a:cubicBezTo>
                    <a:pt x="135704" y="36385"/>
                    <a:pt x="141363" y="38933"/>
                    <a:pt x="142322" y="34333"/>
                  </a:cubicBezTo>
                  <a:cubicBezTo>
                    <a:pt x="143013" y="31921"/>
                    <a:pt x="144339" y="29739"/>
                    <a:pt x="146161" y="28013"/>
                  </a:cubicBezTo>
                  <a:cubicBezTo>
                    <a:pt x="146361" y="24784"/>
                    <a:pt x="146361" y="21546"/>
                    <a:pt x="146161" y="18318"/>
                  </a:cubicBezTo>
                  <a:cubicBezTo>
                    <a:pt x="145334" y="13354"/>
                    <a:pt x="131303" y="11700"/>
                    <a:pt x="127994" y="5942"/>
                  </a:cubicBezTo>
                  <a:cubicBezTo>
                    <a:pt x="124685" y="184"/>
                    <a:pt x="116446" y="2633"/>
                    <a:pt x="113931" y="5942"/>
                  </a:cubicBezTo>
                  <a:cubicBezTo>
                    <a:pt x="111416" y="9251"/>
                    <a:pt x="96624" y="5114"/>
                    <a:pt x="96624" y="10078"/>
                  </a:cubicBezTo>
                  <a:cubicBezTo>
                    <a:pt x="96624" y="15042"/>
                    <a:pt x="85870" y="15836"/>
                    <a:pt x="85870" y="21627"/>
                  </a:cubicBezTo>
                  <a:cubicBezTo>
                    <a:pt x="85870" y="27418"/>
                    <a:pt x="90834" y="37312"/>
                    <a:pt x="82561" y="36484"/>
                  </a:cubicBezTo>
                  <a:cubicBezTo>
                    <a:pt x="74288" y="35657"/>
                    <a:pt x="80079" y="39793"/>
                    <a:pt x="75149" y="46412"/>
                  </a:cubicBezTo>
                  <a:cubicBezTo>
                    <a:pt x="70218" y="53030"/>
                    <a:pt x="70185" y="42275"/>
                    <a:pt x="65222" y="43930"/>
                  </a:cubicBezTo>
                  <a:cubicBezTo>
                    <a:pt x="60258" y="45584"/>
                    <a:pt x="54500" y="38966"/>
                    <a:pt x="51985" y="43102"/>
                  </a:cubicBezTo>
                  <a:cubicBezTo>
                    <a:pt x="49470" y="47239"/>
                    <a:pt x="41264" y="43930"/>
                    <a:pt x="32991" y="42275"/>
                  </a:cubicBezTo>
                  <a:cubicBezTo>
                    <a:pt x="24719" y="40621"/>
                    <a:pt x="20616" y="29039"/>
                    <a:pt x="13997" y="28245"/>
                  </a:cubicBezTo>
                  <a:cubicBezTo>
                    <a:pt x="9629" y="27715"/>
                    <a:pt x="4930" y="31223"/>
                    <a:pt x="2482" y="36749"/>
                  </a:cubicBezTo>
                  <a:cubicBezTo>
                    <a:pt x="8868" y="40885"/>
                    <a:pt x="13071" y="46676"/>
                    <a:pt x="21443" y="50548"/>
                  </a:cubicBezTo>
                  <a:cubicBezTo>
                    <a:pt x="30510" y="54684"/>
                    <a:pt x="47022" y="59615"/>
                    <a:pt x="46228" y="65405"/>
                  </a:cubicBezTo>
                  <a:cubicBezTo>
                    <a:pt x="45433" y="71196"/>
                    <a:pt x="42919" y="79436"/>
                    <a:pt x="47022" y="81951"/>
                  </a:cubicBezTo>
                  <a:cubicBezTo>
                    <a:pt x="51125" y="84466"/>
                    <a:pt x="46228" y="95187"/>
                    <a:pt x="51158" y="97669"/>
                  </a:cubicBezTo>
                  <a:cubicBezTo>
                    <a:pt x="56089" y="100151"/>
                    <a:pt x="54467" y="112493"/>
                    <a:pt x="50331" y="112493"/>
                  </a:cubicBezTo>
                  <a:cubicBezTo>
                    <a:pt x="46194" y="112493"/>
                    <a:pt x="51158" y="119111"/>
                    <a:pt x="53640" y="121560"/>
                  </a:cubicBezTo>
                  <a:cubicBezTo>
                    <a:pt x="55203" y="124161"/>
                    <a:pt x="56048" y="127130"/>
                    <a:pt x="56089" y="130164"/>
                  </a:cubicBezTo>
                  <a:cubicBezTo>
                    <a:pt x="60926" y="131637"/>
                    <a:pt x="65612" y="133565"/>
                    <a:pt x="70086" y="135921"/>
                  </a:cubicBezTo>
                  <a:cubicBezTo>
                    <a:pt x="77035" y="138999"/>
                    <a:pt x="75976" y="143863"/>
                    <a:pt x="76241" y="149158"/>
                  </a:cubicBezTo>
                  <a:cubicBezTo>
                    <a:pt x="76505" y="154452"/>
                    <a:pt x="76737" y="157629"/>
                    <a:pt x="73163" y="155313"/>
                  </a:cubicBezTo>
                  <a:cubicBezTo>
                    <a:pt x="69589" y="152996"/>
                    <a:pt x="65718" y="155313"/>
                    <a:pt x="63633" y="163023"/>
                  </a:cubicBezTo>
                  <a:cubicBezTo>
                    <a:pt x="61549" y="170733"/>
                    <a:pt x="51820" y="179998"/>
                    <a:pt x="45930" y="180494"/>
                  </a:cubicBezTo>
                  <a:cubicBezTo>
                    <a:pt x="40040" y="180991"/>
                    <a:pt x="40536" y="187113"/>
                    <a:pt x="35638" y="188469"/>
                  </a:cubicBezTo>
                  <a:cubicBezTo>
                    <a:pt x="30741" y="189826"/>
                    <a:pt x="26141" y="192572"/>
                    <a:pt x="26406" y="197966"/>
                  </a:cubicBezTo>
                  <a:cubicBezTo>
                    <a:pt x="26671" y="203360"/>
                    <a:pt x="19192" y="203889"/>
                    <a:pt x="14295" y="203889"/>
                  </a:cubicBezTo>
                  <a:cubicBezTo>
                    <a:pt x="9398" y="203889"/>
                    <a:pt x="10457" y="212625"/>
                    <a:pt x="6585" y="214909"/>
                  </a:cubicBezTo>
                  <a:cubicBezTo>
                    <a:pt x="2713" y="217192"/>
                    <a:pt x="3508" y="220335"/>
                    <a:pt x="7114" y="224836"/>
                  </a:cubicBezTo>
                  <a:cubicBezTo>
                    <a:pt x="10721" y="229336"/>
                    <a:pt x="7611" y="233572"/>
                    <a:pt x="8901" y="236914"/>
                  </a:cubicBezTo>
                  <a:cubicBezTo>
                    <a:pt x="10192" y="240256"/>
                    <a:pt x="15850" y="247933"/>
                    <a:pt x="11979" y="256437"/>
                  </a:cubicBezTo>
                  <a:cubicBezTo>
                    <a:pt x="8107" y="264941"/>
                    <a:pt x="4037" y="275431"/>
                    <a:pt x="7379" y="274405"/>
                  </a:cubicBezTo>
                  <a:cubicBezTo>
                    <a:pt x="10721" y="273380"/>
                    <a:pt x="18431" y="281354"/>
                    <a:pt x="23560" y="280858"/>
                  </a:cubicBezTo>
                  <a:cubicBezTo>
                    <a:pt x="28689" y="280362"/>
                    <a:pt x="29219" y="288039"/>
                    <a:pt x="34083" y="286483"/>
                  </a:cubicBezTo>
                  <a:cubicBezTo>
                    <a:pt x="38947" y="284928"/>
                    <a:pt x="38981" y="291116"/>
                    <a:pt x="53110" y="290620"/>
                  </a:cubicBezTo>
                  <a:cubicBezTo>
                    <a:pt x="67240" y="290123"/>
                    <a:pt x="95764" y="278277"/>
                    <a:pt x="107081" y="278277"/>
                  </a:cubicBezTo>
                  <a:cubicBezTo>
                    <a:pt x="112328" y="278324"/>
                    <a:pt x="117562" y="277736"/>
                    <a:pt x="122667" y="276523"/>
                  </a:cubicBezTo>
                  <a:cubicBezTo>
                    <a:pt x="125088" y="272735"/>
                    <a:pt x="127870" y="269189"/>
                    <a:pt x="130972" y="265934"/>
                  </a:cubicBezTo>
                  <a:cubicBezTo>
                    <a:pt x="138385" y="259084"/>
                    <a:pt x="153805" y="253956"/>
                    <a:pt x="157908" y="24469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A17CFA9-CD23-C041-A680-A509237685F3}"/>
                </a:ext>
              </a:extLst>
            </p:cNvPr>
            <p:cNvSpPr/>
            <p:nvPr/>
          </p:nvSpPr>
          <p:spPr>
            <a:xfrm>
              <a:off x="4320874" y="2149251"/>
              <a:ext cx="254797" cy="215089"/>
            </a:xfrm>
            <a:custGeom>
              <a:avLst/>
              <a:gdLst>
                <a:gd name="connsiteX0" fmla="*/ 223429 w 254797"/>
                <a:gd name="connsiteY0" fmla="*/ 50794 h 215088"/>
                <a:gd name="connsiteX1" fmla="*/ 214164 w 254797"/>
                <a:gd name="connsiteY1" fmla="*/ 47717 h 215088"/>
                <a:gd name="connsiteX2" fmla="*/ 202979 w 254797"/>
                <a:gd name="connsiteY2" fmla="*/ 42323 h 215088"/>
                <a:gd name="connsiteX3" fmla="*/ 184879 w 254797"/>
                <a:gd name="connsiteY3" fmla="*/ 39212 h 215088"/>
                <a:gd name="connsiteX4" fmla="*/ 176010 w 254797"/>
                <a:gd name="connsiteY4" fmla="*/ 33455 h 215088"/>
                <a:gd name="connsiteX5" fmla="*/ 170981 w 254797"/>
                <a:gd name="connsiteY5" fmla="*/ 25347 h 215088"/>
                <a:gd name="connsiteX6" fmla="*/ 163304 w 254797"/>
                <a:gd name="connsiteY6" fmla="*/ 29219 h 215088"/>
                <a:gd name="connsiteX7" fmla="*/ 158274 w 254797"/>
                <a:gd name="connsiteY7" fmla="*/ 23428 h 215088"/>
                <a:gd name="connsiteX8" fmla="*/ 147486 w 254797"/>
                <a:gd name="connsiteY8" fmla="*/ 16810 h 215088"/>
                <a:gd name="connsiteX9" fmla="*/ 138618 w 254797"/>
                <a:gd name="connsiteY9" fmla="*/ 11416 h 215088"/>
                <a:gd name="connsiteX10" fmla="*/ 132463 w 254797"/>
                <a:gd name="connsiteY10" fmla="*/ 4798 h 215088"/>
                <a:gd name="connsiteX11" fmla="*/ 130213 w 254797"/>
                <a:gd name="connsiteY11" fmla="*/ 2482 h 215088"/>
                <a:gd name="connsiteX12" fmla="*/ 126275 w 254797"/>
                <a:gd name="connsiteY12" fmla="*/ 2879 h 215088"/>
                <a:gd name="connsiteX13" fmla="*/ 115753 w 254797"/>
                <a:gd name="connsiteY13" fmla="*/ 17770 h 215088"/>
                <a:gd name="connsiteX14" fmla="*/ 97751 w 254797"/>
                <a:gd name="connsiteY14" fmla="*/ 29848 h 215088"/>
                <a:gd name="connsiteX15" fmla="*/ 86467 w 254797"/>
                <a:gd name="connsiteY15" fmla="*/ 42190 h 215088"/>
                <a:gd name="connsiteX16" fmla="*/ 64594 w 254797"/>
                <a:gd name="connsiteY16" fmla="*/ 34745 h 215088"/>
                <a:gd name="connsiteX17" fmla="*/ 54667 w 254797"/>
                <a:gd name="connsiteY17" fmla="*/ 41363 h 215088"/>
                <a:gd name="connsiteX18" fmla="*/ 56951 w 254797"/>
                <a:gd name="connsiteY18" fmla="*/ 59894 h 215088"/>
                <a:gd name="connsiteX19" fmla="*/ 41795 w 254797"/>
                <a:gd name="connsiteY19" fmla="*/ 59100 h 215088"/>
                <a:gd name="connsiteX20" fmla="*/ 31272 w 254797"/>
                <a:gd name="connsiteY20" fmla="*/ 54004 h 215088"/>
                <a:gd name="connsiteX21" fmla="*/ 14297 w 254797"/>
                <a:gd name="connsiteY21" fmla="*/ 55791 h 215088"/>
                <a:gd name="connsiteX22" fmla="*/ 3509 w 254797"/>
                <a:gd name="connsiteY22" fmla="*/ 63997 h 215088"/>
                <a:gd name="connsiteX23" fmla="*/ 5561 w 254797"/>
                <a:gd name="connsiteY23" fmla="*/ 74785 h 215088"/>
                <a:gd name="connsiteX24" fmla="*/ 28724 w 254797"/>
                <a:gd name="connsiteY24" fmla="*/ 82230 h 215088"/>
                <a:gd name="connsiteX25" fmla="*/ 43880 w 254797"/>
                <a:gd name="connsiteY25" fmla="*/ 86366 h 215088"/>
                <a:gd name="connsiteX26" fmla="*/ 49538 w 254797"/>
                <a:gd name="connsiteY26" fmla="*/ 94076 h 215088"/>
                <a:gd name="connsiteX27" fmla="*/ 63172 w 254797"/>
                <a:gd name="connsiteY27" fmla="*/ 108967 h 215088"/>
                <a:gd name="connsiteX28" fmla="*/ 67804 w 254797"/>
                <a:gd name="connsiteY28" fmla="*/ 122600 h 215088"/>
                <a:gd name="connsiteX29" fmla="*/ 65223 w 254797"/>
                <a:gd name="connsiteY29" fmla="*/ 143381 h 215088"/>
                <a:gd name="connsiteX30" fmla="*/ 56984 w 254797"/>
                <a:gd name="connsiteY30" fmla="*/ 174751 h 215088"/>
                <a:gd name="connsiteX31" fmla="*/ 55991 w 254797"/>
                <a:gd name="connsiteY31" fmla="*/ 174950 h 215088"/>
                <a:gd name="connsiteX32" fmla="*/ 65918 w 254797"/>
                <a:gd name="connsiteY32" fmla="*/ 179847 h 215088"/>
                <a:gd name="connsiteX33" fmla="*/ 82794 w 254797"/>
                <a:gd name="connsiteY33" fmla="*/ 187954 h 215088"/>
                <a:gd name="connsiteX34" fmla="*/ 96560 w 254797"/>
                <a:gd name="connsiteY34" fmla="*/ 186697 h 215088"/>
                <a:gd name="connsiteX35" fmla="*/ 104700 w 254797"/>
                <a:gd name="connsiteY35" fmla="*/ 188616 h 215088"/>
                <a:gd name="connsiteX36" fmla="*/ 125316 w 254797"/>
                <a:gd name="connsiteY36" fmla="*/ 193613 h 215088"/>
                <a:gd name="connsiteX37" fmla="*/ 143185 w 254797"/>
                <a:gd name="connsiteY37" fmla="*/ 194109 h 215088"/>
                <a:gd name="connsiteX38" fmla="*/ 142126 w 254797"/>
                <a:gd name="connsiteY38" fmla="*/ 189642 h 215088"/>
                <a:gd name="connsiteX39" fmla="*/ 156520 w 254797"/>
                <a:gd name="connsiteY39" fmla="*/ 172435 h 215088"/>
                <a:gd name="connsiteX40" fmla="*/ 188386 w 254797"/>
                <a:gd name="connsiteY40" fmla="*/ 179351 h 215088"/>
                <a:gd name="connsiteX41" fmla="*/ 208439 w 254797"/>
                <a:gd name="connsiteY41" fmla="*/ 172733 h 215088"/>
                <a:gd name="connsiteX42" fmla="*/ 219326 w 254797"/>
                <a:gd name="connsiteY42" fmla="*/ 165651 h 215088"/>
                <a:gd name="connsiteX43" fmla="*/ 221278 w 254797"/>
                <a:gd name="connsiteY43" fmla="*/ 159794 h 215088"/>
                <a:gd name="connsiteX44" fmla="*/ 213171 w 254797"/>
                <a:gd name="connsiteY44" fmla="*/ 157081 h 215088"/>
                <a:gd name="connsiteX45" fmla="*/ 208216 w 254797"/>
                <a:gd name="connsiteY45" fmla="*/ 151530 h 215088"/>
                <a:gd name="connsiteX46" fmla="*/ 209333 w 254797"/>
                <a:gd name="connsiteY46" fmla="*/ 148577 h 215088"/>
                <a:gd name="connsiteX47" fmla="*/ 204303 w 254797"/>
                <a:gd name="connsiteY47" fmla="*/ 139741 h 215088"/>
                <a:gd name="connsiteX48" fmla="*/ 207777 w 254797"/>
                <a:gd name="connsiteY48" fmla="*/ 135506 h 215088"/>
                <a:gd name="connsiteX49" fmla="*/ 211086 w 254797"/>
                <a:gd name="connsiteY49" fmla="*/ 128557 h 215088"/>
                <a:gd name="connsiteX50" fmla="*/ 209167 w 254797"/>
                <a:gd name="connsiteY50" fmla="*/ 120086 h 215088"/>
                <a:gd name="connsiteX51" fmla="*/ 206090 w 254797"/>
                <a:gd name="connsiteY51" fmla="*/ 111581 h 215088"/>
                <a:gd name="connsiteX52" fmla="*/ 198380 w 254797"/>
                <a:gd name="connsiteY52" fmla="*/ 110820 h 215088"/>
                <a:gd name="connsiteX53" fmla="*/ 196063 w 254797"/>
                <a:gd name="connsiteY53" fmla="*/ 105029 h 215088"/>
                <a:gd name="connsiteX54" fmla="*/ 207248 w 254797"/>
                <a:gd name="connsiteY54" fmla="*/ 91164 h 215088"/>
                <a:gd name="connsiteX55" fmla="*/ 216083 w 254797"/>
                <a:gd name="connsiteY55" fmla="*/ 83851 h 215088"/>
                <a:gd name="connsiteX56" fmla="*/ 219955 w 254797"/>
                <a:gd name="connsiteY56" fmla="*/ 70615 h 215088"/>
                <a:gd name="connsiteX57" fmla="*/ 226904 w 254797"/>
                <a:gd name="connsiteY57" fmla="*/ 56353 h 215088"/>
                <a:gd name="connsiteX58" fmla="*/ 223429 w 254797"/>
                <a:gd name="connsiteY58" fmla="*/ 50794 h 215088"/>
                <a:gd name="connsiteX59" fmla="*/ 250927 w 254797"/>
                <a:gd name="connsiteY59" fmla="*/ 181601 h 215088"/>
                <a:gd name="connsiteX60" fmla="*/ 240140 w 254797"/>
                <a:gd name="connsiteY60" fmla="*/ 190833 h 215088"/>
                <a:gd name="connsiteX61" fmla="*/ 247320 w 254797"/>
                <a:gd name="connsiteY61" fmla="*/ 213997 h 215088"/>
                <a:gd name="connsiteX62" fmla="*/ 250927 w 254797"/>
                <a:gd name="connsiteY62" fmla="*/ 181601 h 21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4797" h="215088">
                  <a:moveTo>
                    <a:pt x="223429" y="50794"/>
                  </a:moveTo>
                  <a:cubicBezTo>
                    <a:pt x="221113" y="51191"/>
                    <a:pt x="219193" y="47717"/>
                    <a:pt x="214164" y="47717"/>
                  </a:cubicBezTo>
                  <a:cubicBezTo>
                    <a:pt x="209789" y="47803"/>
                    <a:pt x="205635" y="45800"/>
                    <a:pt x="202979" y="42323"/>
                  </a:cubicBezTo>
                  <a:cubicBezTo>
                    <a:pt x="200663" y="39212"/>
                    <a:pt x="188750" y="38451"/>
                    <a:pt x="184879" y="39212"/>
                  </a:cubicBezTo>
                  <a:cubicBezTo>
                    <a:pt x="181007" y="39973"/>
                    <a:pt x="179849" y="32594"/>
                    <a:pt x="176010" y="33455"/>
                  </a:cubicBezTo>
                  <a:cubicBezTo>
                    <a:pt x="172172" y="34315"/>
                    <a:pt x="170981" y="28425"/>
                    <a:pt x="170981" y="25347"/>
                  </a:cubicBezTo>
                  <a:cubicBezTo>
                    <a:pt x="170981" y="22270"/>
                    <a:pt x="166745" y="27664"/>
                    <a:pt x="163304" y="29219"/>
                  </a:cubicBezTo>
                  <a:cubicBezTo>
                    <a:pt x="159862" y="30774"/>
                    <a:pt x="158671" y="25910"/>
                    <a:pt x="158274" y="23428"/>
                  </a:cubicBezTo>
                  <a:cubicBezTo>
                    <a:pt x="157877" y="20946"/>
                    <a:pt x="150961" y="18795"/>
                    <a:pt x="147486" y="16810"/>
                  </a:cubicBezTo>
                  <a:cubicBezTo>
                    <a:pt x="144012" y="14825"/>
                    <a:pt x="140173" y="8703"/>
                    <a:pt x="138618" y="11416"/>
                  </a:cubicBezTo>
                  <a:cubicBezTo>
                    <a:pt x="137063" y="14130"/>
                    <a:pt x="132827" y="7578"/>
                    <a:pt x="132463" y="4798"/>
                  </a:cubicBezTo>
                  <a:cubicBezTo>
                    <a:pt x="132198" y="3011"/>
                    <a:pt x="131007" y="3574"/>
                    <a:pt x="130213" y="2482"/>
                  </a:cubicBezTo>
                  <a:cubicBezTo>
                    <a:pt x="128925" y="2794"/>
                    <a:pt x="127600" y="2927"/>
                    <a:pt x="126275" y="2879"/>
                  </a:cubicBezTo>
                  <a:cubicBezTo>
                    <a:pt x="120120" y="2614"/>
                    <a:pt x="114727" y="7512"/>
                    <a:pt x="115753" y="17770"/>
                  </a:cubicBezTo>
                  <a:cubicBezTo>
                    <a:pt x="116778" y="28028"/>
                    <a:pt x="108274" y="29087"/>
                    <a:pt x="97751" y="29848"/>
                  </a:cubicBezTo>
                  <a:cubicBezTo>
                    <a:pt x="87228" y="30609"/>
                    <a:pt x="90835" y="38848"/>
                    <a:pt x="86467" y="42190"/>
                  </a:cubicBezTo>
                  <a:cubicBezTo>
                    <a:pt x="82099" y="45533"/>
                    <a:pt x="66613" y="40404"/>
                    <a:pt x="64594" y="34745"/>
                  </a:cubicBezTo>
                  <a:cubicBezTo>
                    <a:pt x="62576" y="29087"/>
                    <a:pt x="48678" y="34745"/>
                    <a:pt x="54667" y="41363"/>
                  </a:cubicBezTo>
                  <a:cubicBezTo>
                    <a:pt x="60657" y="47981"/>
                    <a:pt x="60293" y="57313"/>
                    <a:pt x="56951" y="59894"/>
                  </a:cubicBezTo>
                  <a:cubicBezTo>
                    <a:pt x="53608" y="62475"/>
                    <a:pt x="46428" y="55791"/>
                    <a:pt x="41795" y="59100"/>
                  </a:cubicBezTo>
                  <a:cubicBezTo>
                    <a:pt x="37162" y="62409"/>
                    <a:pt x="36898" y="56022"/>
                    <a:pt x="31272" y="54004"/>
                  </a:cubicBezTo>
                  <a:cubicBezTo>
                    <a:pt x="25647" y="51985"/>
                    <a:pt x="23298" y="56552"/>
                    <a:pt x="14297" y="55791"/>
                  </a:cubicBezTo>
                  <a:cubicBezTo>
                    <a:pt x="5296" y="55030"/>
                    <a:pt x="167" y="60125"/>
                    <a:pt x="3509" y="63997"/>
                  </a:cubicBezTo>
                  <a:cubicBezTo>
                    <a:pt x="6851" y="67869"/>
                    <a:pt x="2980" y="71443"/>
                    <a:pt x="5561" y="74785"/>
                  </a:cubicBezTo>
                  <a:cubicBezTo>
                    <a:pt x="8142" y="78127"/>
                    <a:pt x="19955" y="77597"/>
                    <a:pt x="28724" y="82230"/>
                  </a:cubicBezTo>
                  <a:cubicBezTo>
                    <a:pt x="37493" y="86863"/>
                    <a:pt x="39512" y="82991"/>
                    <a:pt x="43880" y="86366"/>
                  </a:cubicBezTo>
                  <a:cubicBezTo>
                    <a:pt x="48248" y="89742"/>
                    <a:pt x="49274" y="87624"/>
                    <a:pt x="49538" y="94076"/>
                  </a:cubicBezTo>
                  <a:cubicBezTo>
                    <a:pt x="49803" y="100529"/>
                    <a:pt x="54700" y="106651"/>
                    <a:pt x="63172" y="108967"/>
                  </a:cubicBezTo>
                  <a:cubicBezTo>
                    <a:pt x="71643" y="111284"/>
                    <a:pt x="65223" y="116942"/>
                    <a:pt x="67804" y="122600"/>
                  </a:cubicBezTo>
                  <a:cubicBezTo>
                    <a:pt x="70385" y="128259"/>
                    <a:pt x="63933" y="136465"/>
                    <a:pt x="65223" y="143381"/>
                  </a:cubicBezTo>
                  <a:cubicBezTo>
                    <a:pt x="66514" y="150297"/>
                    <a:pt x="61120" y="172667"/>
                    <a:pt x="56984" y="174751"/>
                  </a:cubicBezTo>
                  <a:cubicBezTo>
                    <a:pt x="56662" y="174859"/>
                    <a:pt x="56329" y="174926"/>
                    <a:pt x="55991" y="174950"/>
                  </a:cubicBezTo>
                  <a:cubicBezTo>
                    <a:pt x="59829" y="176869"/>
                    <a:pt x="63866" y="178523"/>
                    <a:pt x="65918" y="179847"/>
                  </a:cubicBezTo>
                  <a:cubicBezTo>
                    <a:pt x="69690" y="182362"/>
                    <a:pt x="77798" y="184844"/>
                    <a:pt x="82794" y="187954"/>
                  </a:cubicBezTo>
                  <a:cubicBezTo>
                    <a:pt x="87791" y="191065"/>
                    <a:pt x="96560" y="190502"/>
                    <a:pt x="96560" y="186697"/>
                  </a:cubicBezTo>
                  <a:cubicBezTo>
                    <a:pt x="96560" y="182891"/>
                    <a:pt x="101557" y="185473"/>
                    <a:pt x="104700" y="188616"/>
                  </a:cubicBezTo>
                  <a:cubicBezTo>
                    <a:pt x="107844" y="191760"/>
                    <a:pt x="119690" y="192355"/>
                    <a:pt x="125316" y="193613"/>
                  </a:cubicBezTo>
                  <a:cubicBezTo>
                    <a:pt x="131250" y="194246"/>
                    <a:pt x="137224" y="194412"/>
                    <a:pt x="143185" y="194109"/>
                  </a:cubicBezTo>
                  <a:cubicBezTo>
                    <a:pt x="142931" y="192598"/>
                    <a:pt x="142578" y="191106"/>
                    <a:pt x="142126" y="189642"/>
                  </a:cubicBezTo>
                  <a:cubicBezTo>
                    <a:pt x="139048" y="179715"/>
                    <a:pt x="148049" y="173725"/>
                    <a:pt x="156520" y="172435"/>
                  </a:cubicBezTo>
                  <a:cubicBezTo>
                    <a:pt x="164991" y="171144"/>
                    <a:pt x="183489" y="176273"/>
                    <a:pt x="188386" y="179351"/>
                  </a:cubicBezTo>
                  <a:cubicBezTo>
                    <a:pt x="193284" y="182428"/>
                    <a:pt x="199968" y="181667"/>
                    <a:pt x="208439" y="172733"/>
                  </a:cubicBezTo>
                  <a:cubicBezTo>
                    <a:pt x="211318" y="169382"/>
                    <a:pt x="215096" y="166925"/>
                    <a:pt x="219326" y="165651"/>
                  </a:cubicBezTo>
                  <a:cubicBezTo>
                    <a:pt x="219731" y="163625"/>
                    <a:pt x="220387" y="161658"/>
                    <a:pt x="221278" y="159794"/>
                  </a:cubicBezTo>
                  <a:cubicBezTo>
                    <a:pt x="222436" y="156684"/>
                    <a:pt x="217043" y="157445"/>
                    <a:pt x="213171" y="157081"/>
                  </a:cubicBezTo>
                  <a:cubicBezTo>
                    <a:pt x="210270" y="156916"/>
                    <a:pt x="208052" y="154431"/>
                    <a:pt x="208216" y="151530"/>
                  </a:cubicBezTo>
                  <a:cubicBezTo>
                    <a:pt x="208277" y="150454"/>
                    <a:pt x="208667" y="149424"/>
                    <a:pt x="209333" y="148577"/>
                  </a:cubicBezTo>
                  <a:cubicBezTo>
                    <a:pt x="212013" y="144341"/>
                    <a:pt x="207016" y="143977"/>
                    <a:pt x="204303" y="139741"/>
                  </a:cubicBezTo>
                  <a:cubicBezTo>
                    <a:pt x="201589" y="135506"/>
                    <a:pt x="205461" y="136664"/>
                    <a:pt x="207777" y="135506"/>
                  </a:cubicBezTo>
                  <a:cubicBezTo>
                    <a:pt x="210094" y="134348"/>
                    <a:pt x="213171" y="129715"/>
                    <a:pt x="211086" y="128557"/>
                  </a:cubicBezTo>
                  <a:cubicBezTo>
                    <a:pt x="209002" y="127399"/>
                    <a:pt x="207777" y="124718"/>
                    <a:pt x="209167" y="120086"/>
                  </a:cubicBezTo>
                  <a:cubicBezTo>
                    <a:pt x="210557" y="115453"/>
                    <a:pt x="206090" y="115056"/>
                    <a:pt x="206090" y="111581"/>
                  </a:cubicBezTo>
                  <a:cubicBezTo>
                    <a:pt x="206090" y="108107"/>
                    <a:pt x="201821" y="106585"/>
                    <a:pt x="198380" y="110820"/>
                  </a:cubicBezTo>
                  <a:cubicBezTo>
                    <a:pt x="194938" y="115056"/>
                    <a:pt x="193747" y="111978"/>
                    <a:pt x="196063" y="105029"/>
                  </a:cubicBezTo>
                  <a:cubicBezTo>
                    <a:pt x="198380" y="98080"/>
                    <a:pt x="206454" y="95102"/>
                    <a:pt x="207248" y="91164"/>
                  </a:cubicBezTo>
                  <a:cubicBezTo>
                    <a:pt x="208420" y="87149"/>
                    <a:pt x="211919" y="84252"/>
                    <a:pt x="216083" y="83851"/>
                  </a:cubicBezTo>
                  <a:cubicBezTo>
                    <a:pt x="219558" y="83851"/>
                    <a:pt x="218796" y="75744"/>
                    <a:pt x="219955" y="70615"/>
                  </a:cubicBezTo>
                  <a:cubicBezTo>
                    <a:pt x="221113" y="65486"/>
                    <a:pt x="221874" y="60688"/>
                    <a:pt x="226904" y="56353"/>
                  </a:cubicBezTo>
                  <a:cubicBezTo>
                    <a:pt x="231933" y="52018"/>
                    <a:pt x="225745" y="50397"/>
                    <a:pt x="223429" y="50794"/>
                  </a:cubicBezTo>
                  <a:close/>
                  <a:moveTo>
                    <a:pt x="250927" y="181601"/>
                  </a:moveTo>
                  <a:cubicBezTo>
                    <a:pt x="248082" y="181336"/>
                    <a:pt x="247320" y="186465"/>
                    <a:pt x="240140" y="190833"/>
                  </a:cubicBezTo>
                  <a:cubicBezTo>
                    <a:pt x="232959" y="195201"/>
                    <a:pt x="240140" y="214923"/>
                    <a:pt x="247320" y="213997"/>
                  </a:cubicBezTo>
                  <a:cubicBezTo>
                    <a:pt x="254501" y="213070"/>
                    <a:pt x="253740" y="181833"/>
                    <a:pt x="250927" y="18160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33602AF-2CCF-7347-B4EC-522EEA6CD19D}"/>
                </a:ext>
              </a:extLst>
            </p:cNvPr>
            <p:cNvSpPr/>
            <p:nvPr/>
          </p:nvSpPr>
          <p:spPr>
            <a:xfrm>
              <a:off x="4242658" y="2312652"/>
              <a:ext cx="225016" cy="162144"/>
            </a:xfrm>
            <a:custGeom>
              <a:avLst/>
              <a:gdLst>
                <a:gd name="connsiteX0" fmla="*/ 221235 w 225015"/>
                <a:gd name="connsiteY0" fmla="*/ 30873 h 162143"/>
                <a:gd name="connsiteX1" fmla="*/ 203366 w 225015"/>
                <a:gd name="connsiteY1" fmla="*/ 30377 h 162143"/>
                <a:gd name="connsiteX2" fmla="*/ 182750 w 225015"/>
                <a:gd name="connsiteY2" fmla="*/ 25380 h 162143"/>
                <a:gd name="connsiteX3" fmla="*/ 174610 w 225015"/>
                <a:gd name="connsiteY3" fmla="*/ 23461 h 162143"/>
                <a:gd name="connsiteX4" fmla="*/ 160845 w 225015"/>
                <a:gd name="connsiteY4" fmla="*/ 24719 h 162143"/>
                <a:gd name="connsiteX5" fmla="*/ 143968 w 225015"/>
                <a:gd name="connsiteY5" fmla="*/ 16611 h 162143"/>
                <a:gd name="connsiteX6" fmla="*/ 134041 w 225015"/>
                <a:gd name="connsiteY6" fmla="*/ 11714 h 162143"/>
                <a:gd name="connsiteX7" fmla="*/ 103962 w 225015"/>
                <a:gd name="connsiteY7" fmla="*/ 8405 h 162143"/>
                <a:gd name="connsiteX8" fmla="*/ 46649 w 225015"/>
                <a:gd name="connsiteY8" fmla="*/ 7875 h 162143"/>
                <a:gd name="connsiteX9" fmla="*/ 25570 w 225015"/>
                <a:gd name="connsiteY9" fmla="*/ 2482 h 162143"/>
                <a:gd name="connsiteX10" fmla="*/ 11176 w 225015"/>
                <a:gd name="connsiteY10" fmla="*/ 11482 h 162143"/>
                <a:gd name="connsiteX11" fmla="*/ 7337 w 225015"/>
                <a:gd name="connsiteY11" fmla="*/ 24090 h 162143"/>
                <a:gd name="connsiteX12" fmla="*/ 10448 w 225015"/>
                <a:gd name="connsiteY12" fmla="*/ 41065 h 162143"/>
                <a:gd name="connsiteX13" fmla="*/ 15081 w 225015"/>
                <a:gd name="connsiteY13" fmla="*/ 39080 h 162143"/>
                <a:gd name="connsiteX14" fmla="*/ 21335 w 225015"/>
                <a:gd name="connsiteY14" fmla="*/ 39709 h 162143"/>
                <a:gd name="connsiteX15" fmla="*/ 31957 w 225015"/>
                <a:gd name="connsiteY15" fmla="*/ 42223 h 162143"/>
                <a:gd name="connsiteX16" fmla="*/ 38840 w 225015"/>
                <a:gd name="connsiteY16" fmla="*/ 42223 h 162143"/>
                <a:gd name="connsiteX17" fmla="*/ 49495 w 225015"/>
                <a:gd name="connsiteY17" fmla="*/ 44110 h 162143"/>
                <a:gd name="connsiteX18" fmla="*/ 53863 w 225015"/>
                <a:gd name="connsiteY18" fmla="*/ 50959 h 162143"/>
                <a:gd name="connsiteX19" fmla="*/ 42579 w 225015"/>
                <a:gd name="connsiteY19" fmla="*/ 60887 h 162143"/>
                <a:gd name="connsiteX20" fmla="*/ 43836 w 225015"/>
                <a:gd name="connsiteY20" fmla="*/ 77134 h 162143"/>
                <a:gd name="connsiteX21" fmla="*/ 40726 w 225015"/>
                <a:gd name="connsiteY21" fmla="*/ 89014 h 162143"/>
                <a:gd name="connsiteX22" fmla="*/ 36325 w 225015"/>
                <a:gd name="connsiteY22" fmla="*/ 95896 h 162143"/>
                <a:gd name="connsiteX23" fmla="*/ 41354 w 225015"/>
                <a:gd name="connsiteY23" fmla="*/ 105261 h 162143"/>
                <a:gd name="connsiteX24" fmla="*/ 36953 w 225015"/>
                <a:gd name="connsiteY24" fmla="*/ 114659 h 162143"/>
                <a:gd name="connsiteX25" fmla="*/ 40726 w 225015"/>
                <a:gd name="connsiteY25" fmla="*/ 123395 h 162143"/>
                <a:gd name="connsiteX26" fmla="*/ 33843 w 225015"/>
                <a:gd name="connsiteY26" fmla="*/ 134017 h 162143"/>
                <a:gd name="connsiteX27" fmla="*/ 36358 w 225015"/>
                <a:gd name="connsiteY27" fmla="*/ 139675 h 162143"/>
                <a:gd name="connsiteX28" fmla="*/ 45623 w 225015"/>
                <a:gd name="connsiteY28" fmla="*/ 140370 h 162143"/>
                <a:gd name="connsiteX29" fmla="*/ 66669 w 225015"/>
                <a:gd name="connsiteY29" fmla="*/ 160423 h 162143"/>
                <a:gd name="connsiteX30" fmla="*/ 70805 w 225015"/>
                <a:gd name="connsiteY30" fmla="*/ 154731 h 162143"/>
                <a:gd name="connsiteX31" fmla="*/ 80732 w 225015"/>
                <a:gd name="connsiteY31" fmla="*/ 154235 h 162143"/>
                <a:gd name="connsiteX32" fmla="*/ 96649 w 225015"/>
                <a:gd name="connsiteY32" fmla="*/ 148080 h 162143"/>
                <a:gd name="connsiteX33" fmla="*/ 118753 w 225015"/>
                <a:gd name="connsiteY33" fmla="*/ 147319 h 162143"/>
                <a:gd name="connsiteX34" fmla="*/ 131328 w 225015"/>
                <a:gd name="connsiteY34" fmla="*/ 141131 h 162143"/>
                <a:gd name="connsiteX35" fmla="*/ 144961 w 225015"/>
                <a:gd name="connsiteY35" fmla="*/ 131899 h 162143"/>
                <a:gd name="connsiteX36" fmla="*/ 151380 w 225015"/>
                <a:gd name="connsiteY36" fmla="*/ 119556 h 162143"/>
                <a:gd name="connsiteX37" fmla="*/ 164220 w 225015"/>
                <a:gd name="connsiteY37" fmla="*/ 106320 h 162143"/>
                <a:gd name="connsiteX38" fmla="*/ 164484 w 225015"/>
                <a:gd name="connsiteY38" fmla="*/ 80873 h 162143"/>
                <a:gd name="connsiteX39" fmla="*/ 178879 w 225015"/>
                <a:gd name="connsiteY39" fmla="*/ 63931 h 162143"/>
                <a:gd name="connsiteX40" fmla="*/ 194828 w 225015"/>
                <a:gd name="connsiteY40" fmla="*/ 55427 h 162143"/>
                <a:gd name="connsiteX41" fmla="*/ 213855 w 225015"/>
                <a:gd name="connsiteY41" fmla="*/ 45500 h 162143"/>
                <a:gd name="connsiteX42" fmla="*/ 221235 w 225015"/>
                <a:gd name="connsiteY42" fmla="*/ 30873 h 162143"/>
                <a:gd name="connsiteX43" fmla="*/ 222757 w 225015"/>
                <a:gd name="connsiteY43" fmla="*/ 87127 h 162143"/>
                <a:gd name="connsiteX44" fmla="*/ 207568 w 225015"/>
                <a:gd name="connsiteY44" fmla="*/ 92256 h 162143"/>
                <a:gd name="connsiteX45" fmla="*/ 222757 w 225015"/>
                <a:gd name="connsiteY45" fmla="*/ 87061 h 16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5015" h="162143">
                  <a:moveTo>
                    <a:pt x="221235" y="30873"/>
                  </a:moveTo>
                  <a:cubicBezTo>
                    <a:pt x="215275" y="31176"/>
                    <a:pt x="209300" y="31010"/>
                    <a:pt x="203366" y="30377"/>
                  </a:cubicBezTo>
                  <a:cubicBezTo>
                    <a:pt x="197740" y="29120"/>
                    <a:pt x="185861" y="28491"/>
                    <a:pt x="182750" y="25380"/>
                  </a:cubicBezTo>
                  <a:cubicBezTo>
                    <a:pt x="179640" y="22270"/>
                    <a:pt x="174610" y="19755"/>
                    <a:pt x="174610" y="23461"/>
                  </a:cubicBezTo>
                  <a:cubicBezTo>
                    <a:pt x="174610" y="27167"/>
                    <a:pt x="165841" y="27862"/>
                    <a:pt x="160845" y="24719"/>
                  </a:cubicBezTo>
                  <a:cubicBezTo>
                    <a:pt x="155848" y="21575"/>
                    <a:pt x="147608" y="19126"/>
                    <a:pt x="143968" y="16611"/>
                  </a:cubicBezTo>
                  <a:cubicBezTo>
                    <a:pt x="141983" y="15288"/>
                    <a:pt x="137946" y="13633"/>
                    <a:pt x="134041" y="11714"/>
                  </a:cubicBezTo>
                  <a:cubicBezTo>
                    <a:pt x="128813" y="12707"/>
                    <a:pt x="113823" y="7214"/>
                    <a:pt x="103962" y="8405"/>
                  </a:cubicBezTo>
                  <a:cubicBezTo>
                    <a:pt x="93406" y="9662"/>
                    <a:pt x="59753" y="6850"/>
                    <a:pt x="46649" y="7875"/>
                  </a:cubicBezTo>
                  <a:cubicBezTo>
                    <a:pt x="33545" y="8901"/>
                    <a:pt x="32751" y="2482"/>
                    <a:pt x="25570" y="2482"/>
                  </a:cubicBezTo>
                  <a:cubicBezTo>
                    <a:pt x="18390" y="2482"/>
                    <a:pt x="21467" y="11218"/>
                    <a:pt x="11176" y="11482"/>
                  </a:cubicBezTo>
                  <a:cubicBezTo>
                    <a:pt x="885" y="11747"/>
                    <a:pt x="-108" y="18101"/>
                    <a:pt x="7337" y="24090"/>
                  </a:cubicBezTo>
                  <a:cubicBezTo>
                    <a:pt x="11573" y="27399"/>
                    <a:pt x="11044" y="34547"/>
                    <a:pt x="10448" y="41065"/>
                  </a:cubicBezTo>
                  <a:cubicBezTo>
                    <a:pt x="12189" y="41020"/>
                    <a:pt x="13847" y="40309"/>
                    <a:pt x="15081" y="39080"/>
                  </a:cubicBezTo>
                  <a:cubicBezTo>
                    <a:pt x="18191" y="35341"/>
                    <a:pt x="21335" y="35936"/>
                    <a:pt x="21335" y="39709"/>
                  </a:cubicBezTo>
                  <a:cubicBezTo>
                    <a:pt x="21335" y="43481"/>
                    <a:pt x="28218" y="42223"/>
                    <a:pt x="31957" y="42223"/>
                  </a:cubicBezTo>
                  <a:cubicBezTo>
                    <a:pt x="35696" y="42223"/>
                    <a:pt x="34472" y="45367"/>
                    <a:pt x="38840" y="42223"/>
                  </a:cubicBezTo>
                  <a:cubicBezTo>
                    <a:pt x="43208" y="39080"/>
                    <a:pt x="49495" y="40337"/>
                    <a:pt x="49495" y="44110"/>
                  </a:cubicBezTo>
                  <a:cubicBezTo>
                    <a:pt x="49495" y="47882"/>
                    <a:pt x="58859" y="45963"/>
                    <a:pt x="53863" y="50959"/>
                  </a:cubicBezTo>
                  <a:cubicBezTo>
                    <a:pt x="48866" y="55956"/>
                    <a:pt x="42579" y="57213"/>
                    <a:pt x="42579" y="60887"/>
                  </a:cubicBezTo>
                  <a:cubicBezTo>
                    <a:pt x="42579" y="64560"/>
                    <a:pt x="48204" y="72733"/>
                    <a:pt x="43836" y="77134"/>
                  </a:cubicBezTo>
                  <a:cubicBezTo>
                    <a:pt x="39468" y="81535"/>
                    <a:pt x="45094" y="89014"/>
                    <a:pt x="40726" y="89014"/>
                  </a:cubicBezTo>
                  <a:cubicBezTo>
                    <a:pt x="36358" y="89014"/>
                    <a:pt x="31328" y="90900"/>
                    <a:pt x="36325" y="95896"/>
                  </a:cubicBezTo>
                  <a:cubicBezTo>
                    <a:pt x="41321" y="100893"/>
                    <a:pt x="45094" y="105261"/>
                    <a:pt x="41354" y="105261"/>
                  </a:cubicBezTo>
                  <a:cubicBezTo>
                    <a:pt x="37615" y="105261"/>
                    <a:pt x="35100" y="112773"/>
                    <a:pt x="36953" y="114659"/>
                  </a:cubicBezTo>
                  <a:cubicBezTo>
                    <a:pt x="38807" y="116545"/>
                    <a:pt x="47609" y="122170"/>
                    <a:pt x="40726" y="123395"/>
                  </a:cubicBezTo>
                  <a:cubicBezTo>
                    <a:pt x="33843" y="124619"/>
                    <a:pt x="33843" y="130278"/>
                    <a:pt x="33843" y="134017"/>
                  </a:cubicBezTo>
                  <a:cubicBezTo>
                    <a:pt x="34213" y="136078"/>
                    <a:pt x="35076" y="138019"/>
                    <a:pt x="36358" y="139675"/>
                  </a:cubicBezTo>
                  <a:cubicBezTo>
                    <a:pt x="39443" y="138936"/>
                    <a:pt x="42683" y="139178"/>
                    <a:pt x="45623" y="140370"/>
                  </a:cubicBezTo>
                  <a:cubicBezTo>
                    <a:pt x="52804" y="143679"/>
                    <a:pt x="56973" y="161614"/>
                    <a:pt x="66669" y="160423"/>
                  </a:cubicBezTo>
                  <a:cubicBezTo>
                    <a:pt x="70805" y="159893"/>
                    <a:pt x="68753" y="156816"/>
                    <a:pt x="70805" y="154731"/>
                  </a:cubicBezTo>
                  <a:cubicBezTo>
                    <a:pt x="72857" y="152647"/>
                    <a:pt x="76695" y="154235"/>
                    <a:pt x="80732" y="154235"/>
                  </a:cubicBezTo>
                  <a:cubicBezTo>
                    <a:pt x="84769" y="154235"/>
                    <a:pt x="86887" y="148312"/>
                    <a:pt x="96649" y="148080"/>
                  </a:cubicBezTo>
                  <a:cubicBezTo>
                    <a:pt x="106411" y="147849"/>
                    <a:pt x="112598" y="147054"/>
                    <a:pt x="118753" y="147319"/>
                  </a:cubicBezTo>
                  <a:cubicBezTo>
                    <a:pt x="124908" y="147584"/>
                    <a:pt x="129806" y="145499"/>
                    <a:pt x="131328" y="141131"/>
                  </a:cubicBezTo>
                  <a:cubicBezTo>
                    <a:pt x="133909" y="135851"/>
                    <a:pt x="139099" y="132336"/>
                    <a:pt x="144961" y="131899"/>
                  </a:cubicBezTo>
                  <a:cubicBezTo>
                    <a:pt x="151910" y="130873"/>
                    <a:pt x="150884" y="123659"/>
                    <a:pt x="151380" y="119556"/>
                  </a:cubicBezTo>
                  <a:cubicBezTo>
                    <a:pt x="151877" y="115453"/>
                    <a:pt x="163492" y="109265"/>
                    <a:pt x="164220" y="106320"/>
                  </a:cubicBezTo>
                  <a:cubicBezTo>
                    <a:pt x="164948" y="103375"/>
                    <a:pt x="157602" y="91429"/>
                    <a:pt x="164484" y="80873"/>
                  </a:cubicBezTo>
                  <a:cubicBezTo>
                    <a:pt x="171367" y="70317"/>
                    <a:pt x="178879" y="69854"/>
                    <a:pt x="178879" y="63931"/>
                  </a:cubicBezTo>
                  <a:cubicBezTo>
                    <a:pt x="178879" y="58504"/>
                    <a:pt x="186093" y="56486"/>
                    <a:pt x="194828" y="55427"/>
                  </a:cubicBezTo>
                  <a:cubicBezTo>
                    <a:pt x="203564" y="54368"/>
                    <a:pt x="206377" y="48511"/>
                    <a:pt x="213855" y="45500"/>
                  </a:cubicBezTo>
                  <a:cubicBezTo>
                    <a:pt x="220143" y="42819"/>
                    <a:pt x="222492" y="38220"/>
                    <a:pt x="221235" y="30873"/>
                  </a:cubicBezTo>
                  <a:close/>
                  <a:moveTo>
                    <a:pt x="222757" y="87127"/>
                  </a:moveTo>
                  <a:cubicBezTo>
                    <a:pt x="221466" y="78358"/>
                    <a:pt x="203796" y="89742"/>
                    <a:pt x="207568" y="92256"/>
                  </a:cubicBezTo>
                  <a:cubicBezTo>
                    <a:pt x="215311" y="97319"/>
                    <a:pt x="224014" y="95797"/>
                    <a:pt x="222757" y="8706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1478FA74-4673-F94C-99FA-54F6233E376F}"/>
                </a:ext>
              </a:extLst>
            </p:cNvPr>
            <p:cNvSpPr/>
            <p:nvPr/>
          </p:nvSpPr>
          <p:spPr>
            <a:xfrm>
              <a:off x="4629007" y="2244153"/>
              <a:ext cx="62872" cy="36400"/>
            </a:xfrm>
            <a:custGeom>
              <a:avLst/>
              <a:gdLst>
                <a:gd name="connsiteX0" fmla="*/ 2555 w 62872"/>
                <a:gd name="connsiteY0" fmla="*/ 30809 h 36399"/>
                <a:gd name="connsiteX1" fmla="*/ 13674 w 62872"/>
                <a:gd name="connsiteY1" fmla="*/ 29386 h 36399"/>
                <a:gd name="connsiteX2" fmla="*/ 16685 w 62872"/>
                <a:gd name="connsiteY2" fmla="*/ 34581 h 36399"/>
                <a:gd name="connsiteX3" fmla="*/ 29028 w 62872"/>
                <a:gd name="connsiteY3" fmla="*/ 32265 h 36399"/>
                <a:gd name="connsiteX4" fmla="*/ 39815 w 62872"/>
                <a:gd name="connsiteY4" fmla="*/ 32662 h 36399"/>
                <a:gd name="connsiteX5" fmla="*/ 46003 w 62872"/>
                <a:gd name="connsiteY5" fmla="*/ 24952 h 36399"/>
                <a:gd name="connsiteX6" fmla="*/ 50239 w 62872"/>
                <a:gd name="connsiteY6" fmla="*/ 16481 h 36399"/>
                <a:gd name="connsiteX7" fmla="*/ 61026 w 62872"/>
                <a:gd name="connsiteY7" fmla="*/ 9135 h 36399"/>
                <a:gd name="connsiteX8" fmla="*/ 56791 w 62872"/>
                <a:gd name="connsiteY8" fmla="*/ 2516 h 36399"/>
                <a:gd name="connsiteX9" fmla="*/ 44845 w 62872"/>
                <a:gd name="connsiteY9" fmla="*/ 6388 h 36399"/>
                <a:gd name="connsiteX10" fmla="*/ 29822 w 62872"/>
                <a:gd name="connsiteY10" fmla="*/ 11782 h 36399"/>
                <a:gd name="connsiteX11" fmla="*/ 10530 w 62872"/>
                <a:gd name="connsiteY11" fmla="*/ 8307 h 36399"/>
                <a:gd name="connsiteX12" fmla="*/ 3581 w 62872"/>
                <a:gd name="connsiteY12" fmla="*/ 7745 h 36399"/>
                <a:gd name="connsiteX13" fmla="*/ 2555 w 62872"/>
                <a:gd name="connsiteY13" fmla="*/ 30809 h 3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872" h="36399">
                  <a:moveTo>
                    <a:pt x="2555" y="30809"/>
                  </a:moveTo>
                  <a:cubicBezTo>
                    <a:pt x="6012" y="29152"/>
                    <a:pt x="9911" y="28653"/>
                    <a:pt x="13674" y="29386"/>
                  </a:cubicBezTo>
                  <a:cubicBezTo>
                    <a:pt x="15659" y="30180"/>
                    <a:pt x="16321" y="32298"/>
                    <a:pt x="16685" y="34581"/>
                  </a:cubicBezTo>
                  <a:cubicBezTo>
                    <a:pt x="20847" y="34086"/>
                    <a:pt x="24970" y="33312"/>
                    <a:pt x="29028" y="32265"/>
                  </a:cubicBezTo>
                  <a:cubicBezTo>
                    <a:pt x="32138" y="31107"/>
                    <a:pt x="38955" y="34978"/>
                    <a:pt x="39815" y="32662"/>
                  </a:cubicBezTo>
                  <a:cubicBezTo>
                    <a:pt x="40676" y="30346"/>
                    <a:pt x="42926" y="24952"/>
                    <a:pt x="46003" y="24952"/>
                  </a:cubicBezTo>
                  <a:cubicBezTo>
                    <a:pt x="49081" y="24952"/>
                    <a:pt x="47162" y="16845"/>
                    <a:pt x="50239" y="16481"/>
                  </a:cubicBezTo>
                  <a:cubicBezTo>
                    <a:pt x="53316" y="16117"/>
                    <a:pt x="61026" y="9135"/>
                    <a:pt x="61026" y="9135"/>
                  </a:cubicBezTo>
                  <a:cubicBezTo>
                    <a:pt x="61026" y="9135"/>
                    <a:pt x="57949" y="2980"/>
                    <a:pt x="56791" y="2516"/>
                  </a:cubicBezTo>
                  <a:cubicBezTo>
                    <a:pt x="55633" y="2053"/>
                    <a:pt x="51761" y="6388"/>
                    <a:pt x="44845" y="6388"/>
                  </a:cubicBezTo>
                  <a:cubicBezTo>
                    <a:pt x="37929" y="6388"/>
                    <a:pt x="32899" y="11782"/>
                    <a:pt x="29822" y="11782"/>
                  </a:cubicBezTo>
                  <a:cubicBezTo>
                    <a:pt x="26745" y="11782"/>
                    <a:pt x="17082" y="8704"/>
                    <a:pt x="10530" y="8307"/>
                  </a:cubicBezTo>
                  <a:cubicBezTo>
                    <a:pt x="8214" y="8307"/>
                    <a:pt x="5831" y="7976"/>
                    <a:pt x="3581" y="7745"/>
                  </a:cubicBezTo>
                  <a:cubicBezTo>
                    <a:pt x="2659" y="15396"/>
                    <a:pt x="2316" y="23106"/>
                    <a:pt x="2555" y="3080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E869B72-4488-974A-955A-43780F50891C}"/>
                </a:ext>
              </a:extLst>
            </p:cNvPr>
            <p:cNvSpPr/>
            <p:nvPr/>
          </p:nvSpPr>
          <p:spPr>
            <a:xfrm>
              <a:off x="4749432" y="2354148"/>
              <a:ext cx="112508" cy="142289"/>
            </a:xfrm>
            <a:custGeom>
              <a:avLst/>
              <a:gdLst>
                <a:gd name="connsiteX0" fmla="*/ 111085 w 112507"/>
                <a:gd name="connsiteY0" fmla="*/ 2482 h 142289"/>
                <a:gd name="connsiteX1" fmla="*/ 102746 w 112507"/>
                <a:gd name="connsiteY1" fmla="*/ 6519 h 142289"/>
                <a:gd name="connsiteX2" fmla="*/ 96128 w 112507"/>
                <a:gd name="connsiteY2" fmla="*/ 10622 h 142289"/>
                <a:gd name="connsiteX3" fmla="*/ 77597 w 112507"/>
                <a:gd name="connsiteY3" fmla="*/ 7512 h 142289"/>
                <a:gd name="connsiteX4" fmla="*/ 54434 w 112507"/>
                <a:gd name="connsiteY4" fmla="*/ 7247 h 142289"/>
                <a:gd name="connsiteX5" fmla="*/ 54136 w 112507"/>
                <a:gd name="connsiteY5" fmla="*/ 8041 h 142289"/>
                <a:gd name="connsiteX6" fmla="*/ 37922 w 112507"/>
                <a:gd name="connsiteY6" fmla="*/ 15486 h 142289"/>
                <a:gd name="connsiteX7" fmla="*/ 29848 w 112507"/>
                <a:gd name="connsiteY7" fmla="*/ 20483 h 142289"/>
                <a:gd name="connsiteX8" fmla="*/ 17902 w 112507"/>
                <a:gd name="connsiteY8" fmla="*/ 22038 h 142289"/>
                <a:gd name="connsiteX9" fmla="*/ 11747 w 112507"/>
                <a:gd name="connsiteY9" fmla="*/ 31965 h 142289"/>
                <a:gd name="connsiteX10" fmla="*/ 7478 w 112507"/>
                <a:gd name="connsiteY10" fmla="*/ 38584 h 142289"/>
                <a:gd name="connsiteX11" fmla="*/ 2482 w 112507"/>
                <a:gd name="connsiteY11" fmla="*/ 47948 h 142289"/>
                <a:gd name="connsiteX12" fmla="*/ 3243 w 112507"/>
                <a:gd name="connsiteY12" fmla="*/ 48345 h 142289"/>
                <a:gd name="connsiteX13" fmla="*/ 12508 w 112507"/>
                <a:gd name="connsiteY13" fmla="*/ 63236 h 142289"/>
                <a:gd name="connsiteX14" fmla="*/ 24851 w 112507"/>
                <a:gd name="connsiteY14" fmla="*/ 67372 h 142289"/>
                <a:gd name="connsiteX15" fmla="*/ 40503 w 112507"/>
                <a:gd name="connsiteY15" fmla="*/ 73031 h 142289"/>
                <a:gd name="connsiteX16" fmla="*/ 22005 w 112507"/>
                <a:gd name="connsiteY16" fmla="*/ 74553 h 142289"/>
                <a:gd name="connsiteX17" fmla="*/ 25612 w 112507"/>
                <a:gd name="connsiteY17" fmla="*/ 89212 h 142289"/>
                <a:gd name="connsiteX18" fmla="*/ 33123 w 112507"/>
                <a:gd name="connsiteY18" fmla="*/ 101073 h 142289"/>
                <a:gd name="connsiteX19" fmla="*/ 34613 w 112507"/>
                <a:gd name="connsiteY19" fmla="*/ 101290 h 142289"/>
                <a:gd name="connsiteX20" fmla="*/ 50794 w 112507"/>
                <a:gd name="connsiteY20" fmla="*/ 109000 h 142289"/>
                <a:gd name="connsiteX21" fmla="*/ 47717 w 112507"/>
                <a:gd name="connsiteY21" fmla="*/ 91528 h 142289"/>
                <a:gd name="connsiteX22" fmla="*/ 59794 w 112507"/>
                <a:gd name="connsiteY22" fmla="*/ 90999 h 142289"/>
                <a:gd name="connsiteX23" fmla="*/ 51820 w 112507"/>
                <a:gd name="connsiteY23" fmla="*/ 84050 h 142289"/>
                <a:gd name="connsiteX24" fmla="*/ 57975 w 112507"/>
                <a:gd name="connsiteY24" fmla="*/ 80741 h 142289"/>
                <a:gd name="connsiteX25" fmla="*/ 70582 w 112507"/>
                <a:gd name="connsiteY25" fmla="*/ 79186 h 142289"/>
                <a:gd name="connsiteX26" fmla="*/ 64924 w 112507"/>
                <a:gd name="connsiteY26" fmla="*/ 65056 h 142289"/>
                <a:gd name="connsiteX27" fmla="*/ 50529 w 112507"/>
                <a:gd name="connsiteY27" fmla="*/ 65552 h 142289"/>
                <a:gd name="connsiteX28" fmla="*/ 56188 w 112507"/>
                <a:gd name="connsiteY28" fmla="*/ 56320 h 142289"/>
                <a:gd name="connsiteX29" fmla="*/ 42058 w 112507"/>
                <a:gd name="connsiteY29" fmla="*/ 36764 h 142289"/>
                <a:gd name="connsiteX30" fmla="*/ 51026 w 112507"/>
                <a:gd name="connsiteY30" fmla="*/ 31899 h 142289"/>
                <a:gd name="connsiteX31" fmla="*/ 64924 w 112507"/>
                <a:gd name="connsiteY31" fmla="*/ 33951 h 142289"/>
                <a:gd name="connsiteX32" fmla="*/ 68233 w 112507"/>
                <a:gd name="connsiteY32" fmla="*/ 20715 h 142289"/>
                <a:gd name="connsiteX33" fmla="*/ 78756 w 112507"/>
                <a:gd name="connsiteY33" fmla="*/ 24024 h 142289"/>
                <a:gd name="connsiteX34" fmla="*/ 91992 w 112507"/>
                <a:gd name="connsiteY34" fmla="*/ 17604 h 142289"/>
                <a:gd name="connsiteX35" fmla="*/ 103739 w 112507"/>
                <a:gd name="connsiteY35" fmla="*/ 23197 h 142289"/>
                <a:gd name="connsiteX36" fmla="*/ 107809 w 112507"/>
                <a:gd name="connsiteY36" fmla="*/ 17207 h 142289"/>
                <a:gd name="connsiteX37" fmla="*/ 112806 w 112507"/>
                <a:gd name="connsiteY37" fmla="*/ 9133 h 142289"/>
                <a:gd name="connsiteX38" fmla="*/ 111085 w 112507"/>
                <a:gd name="connsiteY38" fmla="*/ 2482 h 142289"/>
                <a:gd name="connsiteX39" fmla="*/ 96558 w 112507"/>
                <a:gd name="connsiteY39" fmla="*/ 132164 h 142289"/>
                <a:gd name="connsiteX40" fmla="*/ 69060 w 112507"/>
                <a:gd name="connsiteY40" fmla="*/ 129086 h 142289"/>
                <a:gd name="connsiteX41" fmla="*/ 58537 w 112507"/>
                <a:gd name="connsiteY41" fmla="*/ 133421 h 142289"/>
                <a:gd name="connsiteX42" fmla="*/ 83984 w 112507"/>
                <a:gd name="connsiteY42" fmla="*/ 140039 h 142289"/>
                <a:gd name="connsiteX43" fmla="*/ 107346 w 112507"/>
                <a:gd name="connsiteY43" fmla="*/ 132859 h 142289"/>
                <a:gd name="connsiteX44" fmla="*/ 96558 w 112507"/>
                <a:gd name="connsiteY44" fmla="*/ 132164 h 14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12507" h="142289">
                  <a:moveTo>
                    <a:pt x="111085" y="2482"/>
                  </a:moveTo>
                  <a:cubicBezTo>
                    <a:pt x="107213" y="2912"/>
                    <a:pt x="101853" y="4335"/>
                    <a:pt x="102746" y="6519"/>
                  </a:cubicBezTo>
                  <a:cubicBezTo>
                    <a:pt x="103639" y="8703"/>
                    <a:pt x="100165" y="10622"/>
                    <a:pt x="96128" y="10622"/>
                  </a:cubicBezTo>
                  <a:cubicBezTo>
                    <a:pt x="96128" y="10622"/>
                    <a:pt x="81734" y="9596"/>
                    <a:pt x="77597" y="7512"/>
                  </a:cubicBezTo>
                  <a:cubicBezTo>
                    <a:pt x="74487" y="5989"/>
                    <a:pt x="60754" y="6784"/>
                    <a:pt x="54434" y="7247"/>
                  </a:cubicBezTo>
                  <a:cubicBezTo>
                    <a:pt x="54408" y="7534"/>
                    <a:pt x="54305" y="7808"/>
                    <a:pt x="54136" y="8041"/>
                  </a:cubicBezTo>
                  <a:cubicBezTo>
                    <a:pt x="52581" y="10357"/>
                    <a:pt x="40238" y="16645"/>
                    <a:pt x="37922" y="15486"/>
                  </a:cubicBezTo>
                  <a:cubicBezTo>
                    <a:pt x="35605" y="14328"/>
                    <a:pt x="34613" y="19358"/>
                    <a:pt x="29848" y="20483"/>
                  </a:cubicBezTo>
                  <a:cubicBezTo>
                    <a:pt x="25083" y="21608"/>
                    <a:pt x="18266" y="20119"/>
                    <a:pt x="17902" y="22038"/>
                  </a:cubicBezTo>
                  <a:cubicBezTo>
                    <a:pt x="16520" y="25718"/>
                    <a:pt x="14429" y="29091"/>
                    <a:pt x="11747" y="31965"/>
                  </a:cubicBezTo>
                  <a:cubicBezTo>
                    <a:pt x="9034" y="34646"/>
                    <a:pt x="11350" y="37756"/>
                    <a:pt x="7478" y="38584"/>
                  </a:cubicBezTo>
                  <a:cubicBezTo>
                    <a:pt x="4964" y="39113"/>
                    <a:pt x="3905" y="43812"/>
                    <a:pt x="2482" y="47948"/>
                  </a:cubicBezTo>
                  <a:cubicBezTo>
                    <a:pt x="2729" y="48094"/>
                    <a:pt x="2982" y="48226"/>
                    <a:pt x="3243" y="48345"/>
                  </a:cubicBezTo>
                  <a:cubicBezTo>
                    <a:pt x="9325" y="50665"/>
                    <a:pt x="13114" y="56755"/>
                    <a:pt x="12508" y="63236"/>
                  </a:cubicBezTo>
                  <a:cubicBezTo>
                    <a:pt x="11747" y="69689"/>
                    <a:pt x="20715" y="72005"/>
                    <a:pt x="24851" y="67372"/>
                  </a:cubicBezTo>
                  <a:cubicBezTo>
                    <a:pt x="28987" y="62740"/>
                    <a:pt x="40503" y="69920"/>
                    <a:pt x="40503" y="73031"/>
                  </a:cubicBezTo>
                  <a:cubicBezTo>
                    <a:pt x="40503" y="76141"/>
                    <a:pt x="28689" y="69722"/>
                    <a:pt x="22005" y="74553"/>
                  </a:cubicBezTo>
                  <a:cubicBezTo>
                    <a:pt x="15321" y="79384"/>
                    <a:pt x="27134" y="84050"/>
                    <a:pt x="25612" y="89212"/>
                  </a:cubicBezTo>
                  <a:cubicBezTo>
                    <a:pt x="24411" y="94562"/>
                    <a:pt x="27774" y="99872"/>
                    <a:pt x="33123" y="101073"/>
                  </a:cubicBezTo>
                  <a:cubicBezTo>
                    <a:pt x="33614" y="101183"/>
                    <a:pt x="34112" y="101256"/>
                    <a:pt x="34613" y="101290"/>
                  </a:cubicBezTo>
                  <a:cubicBezTo>
                    <a:pt x="40536" y="101025"/>
                    <a:pt x="47187" y="110787"/>
                    <a:pt x="50794" y="109000"/>
                  </a:cubicBezTo>
                  <a:cubicBezTo>
                    <a:pt x="54401" y="107213"/>
                    <a:pt x="46426" y="93580"/>
                    <a:pt x="47717" y="91528"/>
                  </a:cubicBezTo>
                  <a:cubicBezTo>
                    <a:pt x="49007" y="89477"/>
                    <a:pt x="56188" y="95102"/>
                    <a:pt x="59794" y="90999"/>
                  </a:cubicBezTo>
                  <a:cubicBezTo>
                    <a:pt x="63402" y="86896"/>
                    <a:pt x="57214" y="83818"/>
                    <a:pt x="51820" y="84050"/>
                  </a:cubicBezTo>
                  <a:cubicBezTo>
                    <a:pt x="46426" y="84282"/>
                    <a:pt x="51555" y="76869"/>
                    <a:pt x="57975" y="80741"/>
                  </a:cubicBezTo>
                  <a:cubicBezTo>
                    <a:pt x="64394" y="84613"/>
                    <a:pt x="67505" y="79715"/>
                    <a:pt x="70582" y="79186"/>
                  </a:cubicBezTo>
                  <a:cubicBezTo>
                    <a:pt x="73660" y="78656"/>
                    <a:pt x="74421" y="67637"/>
                    <a:pt x="64924" y="65056"/>
                  </a:cubicBezTo>
                  <a:cubicBezTo>
                    <a:pt x="55427" y="62475"/>
                    <a:pt x="56684" y="72005"/>
                    <a:pt x="50529" y="65552"/>
                  </a:cubicBezTo>
                  <a:cubicBezTo>
                    <a:pt x="44375" y="59100"/>
                    <a:pt x="56188" y="61714"/>
                    <a:pt x="56188" y="56320"/>
                  </a:cubicBezTo>
                  <a:cubicBezTo>
                    <a:pt x="56188" y="50926"/>
                    <a:pt x="46691" y="43084"/>
                    <a:pt x="42058" y="36764"/>
                  </a:cubicBezTo>
                  <a:cubicBezTo>
                    <a:pt x="37426" y="30443"/>
                    <a:pt x="48478" y="27267"/>
                    <a:pt x="51026" y="31899"/>
                  </a:cubicBezTo>
                  <a:cubicBezTo>
                    <a:pt x="53574" y="36532"/>
                    <a:pt x="60556" y="35771"/>
                    <a:pt x="64924" y="33951"/>
                  </a:cubicBezTo>
                  <a:cubicBezTo>
                    <a:pt x="69292" y="32131"/>
                    <a:pt x="60291" y="24024"/>
                    <a:pt x="68233" y="20715"/>
                  </a:cubicBezTo>
                  <a:cubicBezTo>
                    <a:pt x="76175" y="17406"/>
                    <a:pt x="76208" y="23031"/>
                    <a:pt x="78756" y="24024"/>
                  </a:cubicBezTo>
                  <a:cubicBezTo>
                    <a:pt x="81303" y="25016"/>
                    <a:pt x="83653" y="17604"/>
                    <a:pt x="91992" y="17604"/>
                  </a:cubicBezTo>
                  <a:cubicBezTo>
                    <a:pt x="96400" y="18179"/>
                    <a:pt x="100514" y="20137"/>
                    <a:pt x="103739" y="23197"/>
                  </a:cubicBezTo>
                  <a:cubicBezTo>
                    <a:pt x="105989" y="20715"/>
                    <a:pt x="107809" y="19292"/>
                    <a:pt x="107809" y="17207"/>
                  </a:cubicBezTo>
                  <a:cubicBezTo>
                    <a:pt x="107809" y="14527"/>
                    <a:pt x="112806" y="13369"/>
                    <a:pt x="112806" y="9133"/>
                  </a:cubicBezTo>
                  <a:cubicBezTo>
                    <a:pt x="112489" y="6857"/>
                    <a:pt x="111911" y="4626"/>
                    <a:pt x="111085" y="2482"/>
                  </a:cubicBezTo>
                  <a:close/>
                  <a:moveTo>
                    <a:pt x="96558" y="132164"/>
                  </a:moveTo>
                  <a:cubicBezTo>
                    <a:pt x="92455" y="129847"/>
                    <a:pt x="73957" y="133686"/>
                    <a:pt x="69060" y="129086"/>
                  </a:cubicBezTo>
                  <a:cubicBezTo>
                    <a:pt x="64163" y="124487"/>
                    <a:pt x="54202" y="132726"/>
                    <a:pt x="58537" y="133421"/>
                  </a:cubicBezTo>
                  <a:cubicBezTo>
                    <a:pt x="64692" y="134447"/>
                    <a:pt x="73957" y="139874"/>
                    <a:pt x="83984" y="140039"/>
                  </a:cubicBezTo>
                  <a:cubicBezTo>
                    <a:pt x="94010" y="140205"/>
                    <a:pt x="107611" y="135440"/>
                    <a:pt x="107346" y="132859"/>
                  </a:cubicBezTo>
                  <a:cubicBezTo>
                    <a:pt x="107081" y="130278"/>
                    <a:pt x="100529" y="134447"/>
                    <a:pt x="96558" y="13216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70009091-CF14-C042-B116-CF34EE1EDF9C}"/>
                </a:ext>
              </a:extLst>
            </p:cNvPr>
            <p:cNvSpPr/>
            <p:nvPr/>
          </p:nvSpPr>
          <p:spPr>
            <a:xfrm>
              <a:off x="4957258" y="2475443"/>
              <a:ext cx="43018" cy="26472"/>
            </a:xfrm>
            <a:custGeom>
              <a:avLst/>
              <a:gdLst>
                <a:gd name="connsiteX0" fmla="*/ 29830 w 43017"/>
                <a:gd name="connsiteY0" fmla="*/ 18049 h 26472"/>
                <a:gd name="connsiteX1" fmla="*/ 39062 w 43017"/>
                <a:gd name="connsiteY1" fmla="*/ 6997 h 26472"/>
                <a:gd name="connsiteX2" fmla="*/ 38831 w 43017"/>
                <a:gd name="connsiteY2" fmla="*/ 3688 h 26472"/>
                <a:gd name="connsiteX3" fmla="*/ 14145 w 43017"/>
                <a:gd name="connsiteY3" fmla="*/ 11133 h 26472"/>
                <a:gd name="connsiteX4" fmla="*/ 6170 w 43017"/>
                <a:gd name="connsiteY4" fmla="*/ 23476 h 26472"/>
                <a:gd name="connsiteX5" fmla="*/ 29830 w 43017"/>
                <a:gd name="connsiteY5" fmla="*/ 18049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17" h="26472">
                  <a:moveTo>
                    <a:pt x="29830" y="18049"/>
                  </a:moveTo>
                  <a:cubicBezTo>
                    <a:pt x="29301" y="15203"/>
                    <a:pt x="33139" y="9313"/>
                    <a:pt x="39062" y="6997"/>
                  </a:cubicBezTo>
                  <a:cubicBezTo>
                    <a:pt x="44986" y="4681"/>
                    <a:pt x="42669" y="379"/>
                    <a:pt x="38831" y="3688"/>
                  </a:cubicBezTo>
                  <a:cubicBezTo>
                    <a:pt x="34992" y="6997"/>
                    <a:pt x="25595" y="10604"/>
                    <a:pt x="14145" y="11133"/>
                  </a:cubicBezTo>
                  <a:cubicBezTo>
                    <a:pt x="2696" y="11663"/>
                    <a:pt x="-1044" y="19274"/>
                    <a:pt x="6170" y="23476"/>
                  </a:cubicBezTo>
                  <a:cubicBezTo>
                    <a:pt x="15436" y="28837"/>
                    <a:pt x="30326" y="20862"/>
                    <a:pt x="29830" y="18049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637CC172-4002-194C-90DD-545CF0058ADB}"/>
                </a:ext>
              </a:extLst>
            </p:cNvPr>
            <p:cNvSpPr/>
            <p:nvPr/>
          </p:nvSpPr>
          <p:spPr>
            <a:xfrm>
              <a:off x="3982704" y="1749457"/>
              <a:ext cx="188616" cy="92654"/>
            </a:xfrm>
            <a:custGeom>
              <a:avLst/>
              <a:gdLst>
                <a:gd name="connsiteX0" fmla="*/ 158622 w 188616"/>
                <a:gd name="connsiteY0" fmla="*/ 67466 h 92653"/>
                <a:gd name="connsiteX1" fmla="*/ 172520 w 188616"/>
                <a:gd name="connsiteY1" fmla="*/ 56413 h 92653"/>
                <a:gd name="connsiteX2" fmla="*/ 185756 w 188616"/>
                <a:gd name="connsiteY2" fmla="*/ 43574 h 92653"/>
                <a:gd name="connsiteX3" fmla="*/ 176756 w 188616"/>
                <a:gd name="connsiteY3" fmla="*/ 29213 h 92653"/>
                <a:gd name="connsiteX4" fmla="*/ 167259 w 188616"/>
                <a:gd name="connsiteY4" fmla="*/ 20709 h 92653"/>
                <a:gd name="connsiteX5" fmla="*/ 164148 w 188616"/>
                <a:gd name="connsiteY5" fmla="*/ 9921 h 92653"/>
                <a:gd name="connsiteX6" fmla="*/ 152335 w 188616"/>
                <a:gd name="connsiteY6" fmla="*/ 10715 h 92653"/>
                <a:gd name="connsiteX7" fmla="*/ 135790 w 188616"/>
                <a:gd name="connsiteY7" fmla="*/ 2707 h 92653"/>
                <a:gd name="connsiteX8" fmla="*/ 133705 w 188616"/>
                <a:gd name="connsiteY8" fmla="*/ 13263 h 92653"/>
                <a:gd name="connsiteX9" fmla="*/ 123447 w 188616"/>
                <a:gd name="connsiteY9" fmla="*/ 14024 h 92653"/>
                <a:gd name="connsiteX10" fmla="*/ 116498 w 188616"/>
                <a:gd name="connsiteY10" fmla="*/ 14289 h 92653"/>
                <a:gd name="connsiteX11" fmla="*/ 106571 w 188616"/>
                <a:gd name="connsiteY11" fmla="*/ 15811 h 92653"/>
                <a:gd name="connsiteX12" fmla="*/ 97570 w 188616"/>
                <a:gd name="connsiteY12" fmla="*/ 12734 h 92653"/>
                <a:gd name="connsiteX13" fmla="*/ 86021 w 188616"/>
                <a:gd name="connsiteY13" fmla="*/ 20709 h 92653"/>
                <a:gd name="connsiteX14" fmla="*/ 79073 w 188616"/>
                <a:gd name="connsiteY14" fmla="*/ 17135 h 92653"/>
                <a:gd name="connsiteX15" fmla="*/ 71098 w 188616"/>
                <a:gd name="connsiteY15" fmla="*/ 22529 h 92653"/>
                <a:gd name="connsiteX16" fmla="*/ 68815 w 188616"/>
                <a:gd name="connsiteY16" fmla="*/ 30470 h 92653"/>
                <a:gd name="connsiteX17" fmla="*/ 57497 w 188616"/>
                <a:gd name="connsiteY17" fmla="*/ 35632 h 92653"/>
                <a:gd name="connsiteX18" fmla="*/ 52865 w 188616"/>
                <a:gd name="connsiteY18" fmla="*/ 21735 h 92653"/>
                <a:gd name="connsiteX19" fmla="*/ 26392 w 188616"/>
                <a:gd name="connsiteY19" fmla="*/ 4263 h 92653"/>
                <a:gd name="connsiteX20" fmla="*/ 28973 w 188616"/>
                <a:gd name="connsiteY20" fmla="*/ 14024 h 92653"/>
                <a:gd name="connsiteX21" fmla="*/ 22554 w 188616"/>
                <a:gd name="connsiteY21" fmla="*/ 13495 h 92653"/>
                <a:gd name="connsiteX22" fmla="*/ 11237 w 188616"/>
                <a:gd name="connsiteY22" fmla="*/ 17863 h 92653"/>
                <a:gd name="connsiteX23" fmla="*/ 2501 w 188616"/>
                <a:gd name="connsiteY23" fmla="*/ 29445 h 92653"/>
                <a:gd name="connsiteX24" fmla="*/ 19212 w 188616"/>
                <a:gd name="connsiteY24" fmla="*/ 33548 h 92653"/>
                <a:gd name="connsiteX25" fmla="*/ 40291 w 188616"/>
                <a:gd name="connsiteY25" fmla="*/ 33548 h 92653"/>
                <a:gd name="connsiteX26" fmla="*/ 36981 w 188616"/>
                <a:gd name="connsiteY26" fmla="*/ 42052 h 92653"/>
                <a:gd name="connsiteX27" fmla="*/ 28014 w 188616"/>
                <a:gd name="connsiteY27" fmla="*/ 46916 h 92653"/>
                <a:gd name="connsiteX28" fmla="*/ 8160 w 188616"/>
                <a:gd name="connsiteY28" fmla="*/ 52310 h 92653"/>
                <a:gd name="connsiteX29" fmla="*/ 33341 w 188616"/>
                <a:gd name="connsiteY29" fmla="*/ 52840 h 92653"/>
                <a:gd name="connsiteX30" fmla="*/ 39496 w 188616"/>
                <a:gd name="connsiteY30" fmla="*/ 59259 h 92653"/>
                <a:gd name="connsiteX31" fmla="*/ 44625 w 188616"/>
                <a:gd name="connsiteY31" fmla="*/ 65149 h 92653"/>
                <a:gd name="connsiteX32" fmla="*/ 38735 w 188616"/>
                <a:gd name="connsiteY32" fmla="*/ 73124 h 92653"/>
                <a:gd name="connsiteX33" fmla="*/ 29999 w 188616"/>
                <a:gd name="connsiteY33" fmla="*/ 78783 h 92653"/>
                <a:gd name="connsiteX34" fmla="*/ 52071 w 188616"/>
                <a:gd name="connsiteY34" fmla="*/ 78021 h 92653"/>
                <a:gd name="connsiteX35" fmla="*/ 83705 w 188616"/>
                <a:gd name="connsiteY35" fmla="*/ 90596 h 92653"/>
                <a:gd name="connsiteX36" fmla="*/ 113785 w 188616"/>
                <a:gd name="connsiteY36" fmla="*/ 83647 h 92653"/>
                <a:gd name="connsiteX37" fmla="*/ 135360 w 188616"/>
                <a:gd name="connsiteY37" fmla="*/ 76466 h 92653"/>
                <a:gd name="connsiteX38" fmla="*/ 158622 w 188616"/>
                <a:gd name="connsiteY38" fmla="*/ 67466 h 9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8616" h="92653">
                  <a:moveTo>
                    <a:pt x="158622" y="67466"/>
                  </a:moveTo>
                  <a:cubicBezTo>
                    <a:pt x="168549" y="66969"/>
                    <a:pt x="168549" y="55917"/>
                    <a:pt x="172520" y="56413"/>
                  </a:cubicBezTo>
                  <a:cubicBezTo>
                    <a:pt x="176491" y="56910"/>
                    <a:pt x="183308" y="48736"/>
                    <a:pt x="185756" y="43574"/>
                  </a:cubicBezTo>
                  <a:cubicBezTo>
                    <a:pt x="188205" y="38412"/>
                    <a:pt x="182911" y="29213"/>
                    <a:pt x="176756" y="29213"/>
                  </a:cubicBezTo>
                  <a:cubicBezTo>
                    <a:pt x="170601" y="29213"/>
                    <a:pt x="165968" y="24316"/>
                    <a:pt x="167259" y="20709"/>
                  </a:cubicBezTo>
                  <a:cubicBezTo>
                    <a:pt x="168549" y="17102"/>
                    <a:pt x="163950" y="12502"/>
                    <a:pt x="164148" y="9921"/>
                  </a:cubicBezTo>
                  <a:cubicBezTo>
                    <a:pt x="164347" y="7340"/>
                    <a:pt x="156471" y="9656"/>
                    <a:pt x="152335" y="10715"/>
                  </a:cubicBezTo>
                  <a:cubicBezTo>
                    <a:pt x="148199" y="11774"/>
                    <a:pt x="139496" y="788"/>
                    <a:pt x="135790" y="2707"/>
                  </a:cubicBezTo>
                  <a:cubicBezTo>
                    <a:pt x="132084" y="4627"/>
                    <a:pt x="134731" y="10186"/>
                    <a:pt x="133705" y="13263"/>
                  </a:cubicBezTo>
                  <a:cubicBezTo>
                    <a:pt x="132679" y="16341"/>
                    <a:pt x="123447" y="10417"/>
                    <a:pt x="123447" y="14024"/>
                  </a:cubicBezTo>
                  <a:cubicBezTo>
                    <a:pt x="123447" y="17631"/>
                    <a:pt x="119575" y="18128"/>
                    <a:pt x="116498" y="14289"/>
                  </a:cubicBezTo>
                  <a:cubicBezTo>
                    <a:pt x="113421" y="10451"/>
                    <a:pt x="106207" y="12734"/>
                    <a:pt x="106571" y="15811"/>
                  </a:cubicBezTo>
                  <a:cubicBezTo>
                    <a:pt x="106935" y="18889"/>
                    <a:pt x="103493" y="16341"/>
                    <a:pt x="97570" y="12734"/>
                  </a:cubicBezTo>
                  <a:cubicBezTo>
                    <a:pt x="91647" y="9127"/>
                    <a:pt x="85492" y="16870"/>
                    <a:pt x="86021" y="20709"/>
                  </a:cubicBezTo>
                  <a:cubicBezTo>
                    <a:pt x="86551" y="24547"/>
                    <a:pt x="83937" y="25573"/>
                    <a:pt x="79073" y="17135"/>
                  </a:cubicBezTo>
                  <a:cubicBezTo>
                    <a:pt x="74208" y="8697"/>
                    <a:pt x="68550" y="17863"/>
                    <a:pt x="71098" y="22529"/>
                  </a:cubicBezTo>
                  <a:cubicBezTo>
                    <a:pt x="73646" y="27194"/>
                    <a:pt x="72653" y="32787"/>
                    <a:pt x="68815" y="30470"/>
                  </a:cubicBezTo>
                  <a:cubicBezTo>
                    <a:pt x="64976" y="28154"/>
                    <a:pt x="59814" y="32026"/>
                    <a:pt x="57497" y="35632"/>
                  </a:cubicBezTo>
                  <a:cubicBezTo>
                    <a:pt x="55181" y="39239"/>
                    <a:pt x="46942" y="25077"/>
                    <a:pt x="52865" y="21735"/>
                  </a:cubicBezTo>
                  <a:cubicBezTo>
                    <a:pt x="58788" y="18392"/>
                    <a:pt x="34102" y="4263"/>
                    <a:pt x="26392" y="4263"/>
                  </a:cubicBezTo>
                  <a:cubicBezTo>
                    <a:pt x="18682" y="4263"/>
                    <a:pt x="23811" y="9921"/>
                    <a:pt x="28973" y="14024"/>
                  </a:cubicBezTo>
                  <a:cubicBezTo>
                    <a:pt x="34136" y="18128"/>
                    <a:pt x="25367" y="17135"/>
                    <a:pt x="22554" y="13495"/>
                  </a:cubicBezTo>
                  <a:cubicBezTo>
                    <a:pt x="19741" y="9855"/>
                    <a:pt x="14314" y="12734"/>
                    <a:pt x="11237" y="17863"/>
                  </a:cubicBezTo>
                  <a:cubicBezTo>
                    <a:pt x="8160" y="22992"/>
                    <a:pt x="2997" y="25838"/>
                    <a:pt x="2501" y="29445"/>
                  </a:cubicBezTo>
                  <a:cubicBezTo>
                    <a:pt x="2005" y="33051"/>
                    <a:pt x="11237" y="36923"/>
                    <a:pt x="19212" y="33548"/>
                  </a:cubicBezTo>
                  <a:cubicBezTo>
                    <a:pt x="27187" y="30173"/>
                    <a:pt x="36154" y="29709"/>
                    <a:pt x="40291" y="33548"/>
                  </a:cubicBezTo>
                  <a:cubicBezTo>
                    <a:pt x="44427" y="37386"/>
                    <a:pt x="32812" y="38942"/>
                    <a:pt x="36981" y="42052"/>
                  </a:cubicBezTo>
                  <a:cubicBezTo>
                    <a:pt x="41151" y="45163"/>
                    <a:pt x="37776" y="47711"/>
                    <a:pt x="28014" y="46916"/>
                  </a:cubicBezTo>
                  <a:cubicBezTo>
                    <a:pt x="18252" y="46122"/>
                    <a:pt x="6406" y="48968"/>
                    <a:pt x="8160" y="52310"/>
                  </a:cubicBezTo>
                  <a:cubicBezTo>
                    <a:pt x="9913" y="55652"/>
                    <a:pt x="33077" y="49497"/>
                    <a:pt x="33341" y="52840"/>
                  </a:cubicBezTo>
                  <a:cubicBezTo>
                    <a:pt x="33606" y="56182"/>
                    <a:pt x="33341" y="61840"/>
                    <a:pt x="39496" y="59259"/>
                  </a:cubicBezTo>
                  <a:cubicBezTo>
                    <a:pt x="45651" y="56678"/>
                    <a:pt x="41548" y="63892"/>
                    <a:pt x="44625" y="65149"/>
                  </a:cubicBezTo>
                  <a:cubicBezTo>
                    <a:pt x="47703" y="66407"/>
                    <a:pt x="46942" y="72628"/>
                    <a:pt x="38735" y="73124"/>
                  </a:cubicBezTo>
                  <a:cubicBezTo>
                    <a:pt x="30529" y="73620"/>
                    <a:pt x="26492" y="75308"/>
                    <a:pt x="29999" y="78783"/>
                  </a:cubicBezTo>
                  <a:cubicBezTo>
                    <a:pt x="34367" y="83151"/>
                    <a:pt x="43235" y="80073"/>
                    <a:pt x="52071" y="78021"/>
                  </a:cubicBezTo>
                  <a:cubicBezTo>
                    <a:pt x="60906" y="75970"/>
                    <a:pt x="73414" y="86493"/>
                    <a:pt x="83705" y="90596"/>
                  </a:cubicBezTo>
                  <a:cubicBezTo>
                    <a:pt x="93996" y="94699"/>
                    <a:pt x="111700" y="89074"/>
                    <a:pt x="113785" y="83647"/>
                  </a:cubicBezTo>
                  <a:cubicBezTo>
                    <a:pt x="115869" y="78220"/>
                    <a:pt x="129701" y="80338"/>
                    <a:pt x="135360" y="76466"/>
                  </a:cubicBezTo>
                  <a:cubicBezTo>
                    <a:pt x="142121" y="71353"/>
                    <a:pt x="150180" y="68235"/>
                    <a:pt x="158622" y="6746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8C4DD125-0921-CB4D-B9DE-F29768149BA7}"/>
                </a:ext>
              </a:extLst>
            </p:cNvPr>
            <p:cNvSpPr/>
            <p:nvPr/>
          </p:nvSpPr>
          <p:spPr>
            <a:xfrm>
              <a:off x="4223557" y="2052858"/>
              <a:ext cx="76108" cy="89345"/>
            </a:xfrm>
            <a:custGeom>
              <a:avLst/>
              <a:gdLst>
                <a:gd name="connsiteX0" fmla="*/ 70912 w 76108"/>
                <a:gd name="connsiteY0" fmla="*/ 29153 h 89344"/>
                <a:gd name="connsiteX1" fmla="*/ 65155 w 76108"/>
                <a:gd name="connsiteY1" fmla="*/ 23925 h 89344"/>
                <a:gd name="connsiteX2" fmla="*/ 55228 w 76108"/>
                <a:gd name="connsiteY2" fmla="*/ 27035 h 89344"/>
                <a:gd name="connsiteX3" fmla="*/ 44341 w 76108"/>
                <a:gd name="connsiteY3" fmla="*/ 24719 h 89344"/>
                <a:gd name="connsiteX4" fmla="*/ 48246 w 76108"/>
                <a:gd name="connsiteY4" fmla="*/ 14593 h 89344"/>
                <a:gd name="connsiteX5" fmla="*/ 52977 w 76108"/>
                <a:gd name="connsiteY5" fmla="*/ 4666 h 89344"/>
                <a:gd name="connsiteX6" fmla="*/ 50826 w 76108"/>
                <a:gd name="connsiteY6" fmla="*/ 4302 h 89344"/>
                <a:gd name="connsiteX7" fmla="*/ 33355 w 76108"/>
                <a:gd name="connsiteY7" fmla="*/ 7876 h 89344"/>
                <a:gd name="connsiteX8" fmla="*/ 41561 w 76108"/>
                <a:gd name="connsiteY8" fmla="*/ 16115 h 89344"/>
                <a:gd name="connsiteX9" fmla="*/ 27431 w 76108"/>
                <a:gd name="connsiteY9" fmla="*/ 23296 h 89344"/>
                <a:gd name="connsiteX10" fmla="*/ 8934 w 76108"/>
                <a:gd name="connsiteY10" fmla="*/ 23561 h 89344"/>
                <a:gd name="connsiteX11" fmla="*/ 10986 w 76108"/>
                <a:gd name="connsiteY11" fmla="*/ 36797 h 89344"/>
                <a:gd name="connsiteX12" fmla="*/ 18960 w 76108"/>
                <a:gd name="connsiteY12" fmla="*/ 49140 h 89344"/>
                <a:gd name="connsiteX13" fmla="*/ 14328 w 76108"/>
                <a:gd name="connsiteY13" fmla="*/ 63799 h 89344"/>
                <a:gd name="connsiteX14" fmla="*/ 2746 w 76108"/>
                <a:gd name="connsiteY14" fmla="*/ 75083 h 89344"/>
                <a:gd name="connsiteX15" fmla="*/ 19986 w 76108"/>
                <a:gd name="connsiteY15" fmla="*/ 88948 h 89344"/>
                <a:gd name="connsiteX16" fmla="*/ 50065 w 76108"/>
                <a:gd name="connsiteY16" fmla="*/ 76638 h 89344"/>
                <a:gd name="connsiteX17" fmla="*/ 71376 w 76108"/>
                <a:gd name="connsiteY17" fmla="*/ 72270 h 89344"/>
                <a:gd name="connsiteX18" fmla="*/ 71376 w 76108"/>
                <a:gd name="connsiteY18" fmla="*/ 31933 h 89344"/>
                <a:gd name="connsiteX19" fmla="*/ 70912 w 76108"/>
                <a:gd name="connsiteY19" fmla="*/ 29153 h 8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108" h="89344">
                  <a:moveTo>
                    <a:pt x="70912" y="29153"/>
                  </a:moveTo>
                  <a:cubicBezTo>
                    <a:pt x="68807" y="27627"/>
                    <a:pt x="66876" y="25874"/>
                    <a:pt x="65155" y="23925"/>
                  </a:cubicBezTo>
                  <a:cubicBezTo>
                    <a:pt x="58537" y="16148"/>
                    <a:pt x="55823" y="22369"/>
                    <a:pt x="55228" y="27035"/>
                  </a:cubicBezTo>
                  <a:cubicBezTo>
                    <a:pt x="54632" y="31701"/>
                    <a:pt x="48246" y="25480"/>
                    <a:pt x="44341" y="24719"/>
                  </a:cubicBezTo>
                  <a:cubicBezTo>
                    <a:pt x="40436" y="23958"/>
                    <a:pt x="45532" y="16546"/>
                    <a:pt x="48246" y="14593"/>
                  </a:cubicBezTo>
                  <a:cubicBezTo>
                    <a:pt x="50839" y="11872"/>
                    <a:pt x="52496" y="8394"/>
                    <a:pt x="52977" y="4666"/>
                  </a:cubicBezTo>
                  <a:cubicBezTo>
                    <a:pt x="52244" y="4677"/>
                    <a:pt x="51515" y="4554"/>
                    <a:pt x="50826" y="4302"/>
                  </a:cubicBezTo>
                  <a:cubicBezTo>
                    <a:pt x="43613" y="1456"/>
                    <a:pt x="33586" y="1456"/>
                    <a:pt x="33355" y="7876"/>
                  </a:cubicBezTo>
                  <a:cubicBezTo>
                    <a:pt x="33123" y="14295"/>
                    <a:pt x="41296" y="12012"/>
                    <a:pt x="41561" y="16115"/>
                  </a:cubicBezTo>
                  <a:cubicBezTo>
                    <a:pt x="41826" y="20219"/>
                    <a:pt x="33355" y="19193"/>
                    <a:pt x="27431" y="23296"/>
                  </a:cubicBezTo>
                  <a:cubicBezTo>
                    <a:pt x="21508" y="27399"/>
                    <a:pt x="15089" y="20483"/>
                    <a:pt x="8934" y="23561"/>
                  </a:cubicBezTo>
                  <a:cubicBezTo>
                    <a:pt x="2779" y="26638"/>
                    <a:pt x="15552" y="30179"/>
                    <a:pt x="10986" y="36797"/>
                  </a:cubicBezTo>
                  <a:cubicBezTo>
                    <a:pt x="6419" y="43415"/>
                    <a:pt x="11217" y="42952"/>
                    <a:pt x="18960" y="49140"/>
                  </a:cubicBezTo>
                  <a:cubicBezTo>
                    <a:pt x="26704" y="55328"/>
                    <a:pt x="14328" y="56850"/>
                    <a:pt x="14328" y="63799"/>
                  </a:cubicBezTo>
                  <a:cubicBezTo>
                    <a:pt x="14328" y="70748"/>
                    <a:pt x="4798" y="70417"/>
                    <a:pt x="2746" y="75083"/>
                  </a:cubicBezTo>
                  <a:cubicBezTo>
                    <a:pt x="694" y="79749"/>
                    <a:pt x="10986" y="88948"/>
                    <a:pt x="19986" y="88948"/>
                  </a:cubicBezTo>
                  <a:cubicBezTo>
                    <a:pt x="31055" y="88099"/>
                    <a:pt x="41578" y="83793"/>
                    <a:pt x="50065" y="76638"/>
                  </a:cubicBezTo>
                  <a:cubicBezTo>
                    <a:pt x="58768" y="68398"/>
                    <a:pt x="63302" y="76373"/>
                    <a:pt x="71376" y="72270"/>
                  </a:cubicBezTo>
                  <a:cubicBezTo>
                    <a:pt x="79450" y="68167"/>
                    <a:pt x="74453" y="38088"/>
                    <a:pt x="71376" y="31933"/>
                  </a:cubicBezTo>
                  <a:cubicBezTo>
                    <a:pt x="70815" y="31121"/>
                    <a:pt x="70645" y="30102"/>
                    <a:pt x="70912" y="2915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AF332353-CD88-2842-9ACE-3E2E5A1BAA25}"/>
                </a:ext>
              </a:extLst>
            </p:cNvPr>
            <p:cNvSpPr/>
            <p:nvPr/>
          </p:nvSpPr>
          <p:spPr>
            <a:xfrm>
              <a:off x="4263844" y="1911131"/>
              <a:ext cx="175380" cy="268034"/>
            </a:xfrm>
            <a:custGeom>
              <a:avLst/>
              <a:gdLst>
                <a:gd name="connsiteX0" fmla="*/ 34265 w 175379"/>
                <a:gd name="connsiteY0" fmla="*/ 142985 h 268033"/>
                <a:gd name="connsiteX1" fmla="*/ 12525 w 175379"/>
                <a:gd name="connsiteY1" fmla="*/ 146294 h 268033"/>
                <a:gd name="connsiteX2" fmla="*/ 7793 w 175379"/>
                <a:gd name="connsiteY2" fmla="*/ 156222 h 268033"/>
                <a:gd name="connsiteX3" fmla="*/ 3888 w 175379"/>
                <a:gd name="connsiteY3" fmla="*/ 166347 h 268033"/>
                <a:gd name="connsiteX4" fmla="*/ 14775 w 175379"/>
                <a:gd name="connsiteY4" fmla="*/ 168664 h 268033"/>
                <a:gd name="connsiteX5" fmla="*/ 24702 w 175379"/>
                <a:gd name="connsiteY5" fmla="*/ 165553 h 268033"/>
                <a:gd name="connsiteX6" fmla="*/ 30460 w 175379"/>
                <a:gd name="connsiteY6" fmla="*/ 170781 h 268033"/>
                <a:gd name="connsiteX7" fmla="*/ 43696 w 175379"/>
                <a:gd name="connsiteY7" fmla="*/ 162410 h 268033"/>
                <a:gd name="connsiteX8" fmla="*/ 34265 w 175379"/>
                <a:gd name="connsiteY8" fmla="*/ 142985 h 268033"/>
                <a:gd name="connsiteX9" fmla="*/ 174834 w 175379"/>
                <a:gd name="connsiteY9" fmla="*/ 206685 h 268033"/>
                <a:gd name="connsiteX10" fmla="*/ 156568 w 175379"/>
                <a:gd name="connsiteY10" fmla="*/ 197684 h 268033"/>
                <a:gd name="connsiteX11" fmla="*/ 148097 w 175379"/>
                <a:gd name="connsiteY11" fmla="*/ 196691 h 268033"/>
                <a:gd name="connsiteX12" fmla="*/ 147865 w 175379"/>
                <a:gd name="connsiteY12" fmla="*/ 187161 h 268033"/>
                <a:gd name="connsiteX13" fmla="*/ 142207 w 175379"/>
                <a:gd name="connsiteY13" fmla="*/ 177664 h 268033"/>
                <a:gd name="connsiteX14" fmla="*/ 128970 w 175379"/>
                <a:gd name="connsiteY14" fmla="*/ 156586 h 268033"/>
                <a:gd name="connsiteX15" fmla="*/ 117389 w 175379"/>
                <a:gd name="connsiteY15" fmla="*/ 135507 h 268033"/>
                <a:gd name="connsiteX16" fmla="*/ 105840 w 175379"/>
                <a:gd name="connsiteY16" fmla="*/ 126771 h 268033"/>
                <a:gd name="connsiteX17" fmla="*/ 90155 w 175379"/>
                <a:gd name="connsiteY17" fmla="*/ 124223 h 268033"/>
                <a:gd name="connsiteX18" fmla="*/ 96310 w 175379"/>
                <a:gd name="connsiteY18" fmla="*/ 112906 h 268033"/>
                <a:gd name="connsiteX19" fmla="*/ 109546 w 175379"/>
                <a:gd name="connsiteY19" fmla="*/ 82595 h 268033"/>
                <a:gd name="connsiteX20" fmla="*/ 77415 w 175379"/>
                <a:gd name="connsiteY20" fmla="*/ 81040 h 268033"/>
                <a:gd name="connsiteX21" fmla="*/ 71492 w 175379"/>
                <a:gd name="connsiteY21" fmla="*/ 75381 h 268033"/>
                <a:gd name="connsiteX22" fmla="*/ 84728 w 175379"/>
                <a:gd name="connsiteY22" fmla="*/ 60987 h 268033"/>
                <a:gd name="connsiteX23" fmla="*/ 87309 w 175379"/>
                <a:gd name="connsiteY23" fmla="*/ 50729 h 268033"/>
                <a:gd name="connsiteX24" fmla="*/ 79831 w 175379"/>
                <a:gd name="connsiteY24" fmla="*/ 57546 h 268033"/>
                <a:gd name="connsiteX25" fmla="*/ 61036 w 175379"/>
                <a:gd name="connsiteY25" fmla="*/ 57777 h 268033"/>
                <a:gd name="connsiteX26" fmla="*/ 50248 w 175379"/>
                <a:gd name="connsiteY26" fmla="*/ 72436 h 268033"/>
                <a:gd name="connsiteX27" fmla="*/ 42538 w 175379"/>
                <a:gd name="connsiteY27" fmla="*/ 84250 h 268033"/>
                <a:gd name="connsiteX28" fmla="*/ 38203 w 175379"/>
                <a:gd name="connsiteY28" fmla="*/ 89114 h 268033"/>
                <a:gd name="connsiteX29" fmla="*/ 27647 w 175379"/>
                <a:gd name="connsiteY29" fmla="*/ 85275 h 268033"/>
                <a:gd name="connsiteX30" fmla="*/ 40222 w 175379"/>
                <a:gd name="connsiteY30" fmla="*/ 95567 h 268033"/>
                <a:gd name="connsiteX31" fmla="*/ 33802 w 175379"/>
                <a:gd name="connsiteY31" fmla="*/ 108406 h 268033"/>
                <a:gd name="connsiteX32" fmla="*/ 43067 w 175379"/>
                <a:gd name="connsiteY32" fmla="*/ 117638 h 268033"/>
                <a:gd name="connsiteX33" fmla="*/ 28673 w 175379"/>
                <a:gd name="connsiteY33" fmla="*/ 128426 h 268033"/>
                <a:gd name="connsiteX34" fmla="*/ 41016 w 175379"/>
                <a:gd name="connsiteY34" fmla="*/ 124091 h 268033"/>
                <a:gd name="connsiteX35" fmla="*/ 48229 w 175379"/>
                <a:gd name="connsiteY35" fmla="*/ 134613 h 268033"/>
                <a:gd name="connsiteX36" fmla="*/ 58157 w 175379"/>
                <a:gd name="connsiteY36" fmla="*/ 120980 h 268033"/>
                <a:gd name="connsiteX37" fmla="*/ 59447 w 175379"/>
                <a:gd name="connsiteY37" fmla="*/ 133058 h 268033"/>
                <a:gd name="connsiteX38" fmla="*/ 53292 w 175379"/>
                <a:gd name="connsiteY38" fmla="*/ 150563 h 268033"/>
                <a:gd name="connsiteX39" fmla="*/ 78210 w 175379"/>
                <a:gd name="connsiteY39" fmla="*/ 148247 h 268033"/>
                <a:gd name="connsiteX40" fmla="*/ 82842 w 175379"/>
                <a:gd name="connsiteY40" fmla="*/ 153376 h 268033"/>
                <a:gd name="connsiteX41" fmla="*/ 85655 w 175379"/>
                <a:gd name="connsiteY41" fmla="*/ 164163 h 268033"/>
                <a:gd name="connsiteX42" fmla="*/ 90287 w 175379"/>
                <a:gd name="connsiteY42" fmla="*/ 170583 h 268033"/>
                <a:gd name="connsiteX43" fmla="*/ 88732 w 175379"/>
                <a:gd name="connsiteY43" fmla="*/ 186268 h 268033"/>
                <a:gd name="connsiteX44" fmla="*/ 70996 w 175379"/>
                <a:gd name="connsiteY44" fmla="*/ 187029 h 268033"/>
                <a:gd name="connsiteX45" fmla="*/ 65635 w 175379"/>
                <a:gd name="connsiteY45" fmla="*/ 189842 h 268033"/>
                <a:gd name="connsiteX46" fmla="*/ 60473 w 175379"/>
                <a:gd name="connsiteY46" fmla="*/ 200662 h 268033"/>
                <a:gd name="connsiteX47" fmla="*/ 70764 w 175379"/>
                <a:gd name="connsiteY47" fmla="*/ 207280 h 268033"/>
                <a:gd name="connsiteX48" fmla="*/ 54219 w 175379"/>
                <a:gd name="connsiteY48" fmla="*/ 219094 h 268033"/>
                <a:gd name="connsiteX49" fmla="*/ 60837 w 175379"/>
                <a:gd name="connsiteY49" fmla="*/ 226274 h 268033"/>
                <a:gd name="connsiteX50" fmla="*/ 71095 w 175379"/>
                <a:gd name="connsiteY50" fmla="*/ 228591 h 268033"/>
                <a:gd name="connsiteX51" fmla="*/ 89361 w 175379"/>
                <a:gd name="connsiteY51" fmla="*/ 231172 h 268033"/>
                <a:gd name="connsiteX52" fmla="*/ 90916 w 175379"/>
                <a:gd name="connsiteY52" fmla="*/ 235540 h 268033"/>
                <a:gd name="connsiteX53" fmla="*/ 71625 w 175379"/>
                <a:gd name="connsiteY53" fmla="*/ 238088 h 268033"/>
                <a:gd name="connsiteX54" fmla="*/ 49520 w 175379"/>
                <a:gd name="connsiteY54" fmla="*/ 265354 h 268033"/>
                <a:gd name="connsiteX55" fmla="*/ 62359 w 175379"/>
                <a:gd name="connsiteY55" fmla="*/ 258140 h 268033"/>
                <a:gd name="connsiteX56" fmla="*/ 75231 w 175379"/>
                <a:gd name="connsiteY56" fmla="*/ 260722 h 268033"/>
                <a:gd name="connsiteX57" fmla="*/ 82941 w 175379"/>
                <a:gd name="connsiteY57" fmla="*/ 253011 h 268033"/>
                <a:gd name="connsiteX58" fmla="*/ 95516 w 175379"/>
                <a:gd name="connsiteY58" fmla="*/ 251225 h 268033"/>
                <a:gd name="connsiteX59" fmla="*/ 109149 w 175379"/>
                <a:gd name="connsiteY59" fmla="*/ 247353 h 268033"/>
                <a:gd name="connsiteX60" fmla="*/ 123014 w 175379"/>
                <a:gd name="connsiteY60" fmla="*/ 250662 h 268033"/>
                <a:gd name="connsiteX61" fmla="*/ 142571 w 175379"/>
                <a:gd name="connsiteY61" fmla="*/ 247055 h 268033"/>
                <a:gd name="connsiteX62" fmla="*/ 166694 w 175379"/>
                <a:gd name="connsiteY62" fmla="*/ 237128 h 268033"/>
                <a:gd name="connsiteX63" fmla="*/ 159248 w 175379"/>
                <a:gd name="connsiteY63" fmla="*/ 233554 h 268033"/>
                <a:gd name="connsiteX64" fmla="*/ 160539 w 175379"/>
                <a:gd name="connsiteY64" fmla="*/ 223263 h 268033"/>
                <a:gd name="connsiteX65" fmla="*/ 174834 w 175379"/>
                <a:gd name="connsiteY65" fmla="*/ 206685 h 268033"/>
                <a:gd name="connsiteX66" fmla="*/ 20400 w 175379"/>
                <a:gd name="connsiteY66" fmla="*/ 77632 h 268033"/>
                <a:gd name="connsiteX67" fmla="*/ 31949 w 175379"/>
                <a:gd name="connsiteY67" fmla="*/ 62211 h 268033"/>
                <a:gd name="connsiteX68" fmla="*/ 20268 w 175379"/>
                <a:gd name="connsiteY68" fmla="*/ 77698 h 268033"/>
                <a:gd name="connsiteX69" fmla="*/ 119837 w 175379"/>
                <a:gd name="connsiteY69" fmla="*/ 21874 h 268033"/>
                <a:gd name="connsiteX70" fmla="*/ 122683 w 175379"/>
                <a:gd name="connsiteY70" fmla="*/ 2615 h 268033"/>
                <a:gd name="connsiteX71" fmla="*/ 119837 w 175379"/>
                <a:gd name="connsiteY71" fmla="*/ 21940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75379" h="268033">
                  <a:moveTo>
                    <a:pt x="34265" y="142985"/>
                  </a:moveTo>
                  <a:cubicBezTo>
                    <a:pt x="27647" y="136698"/>
                    <a:pt x="19374" y="146526"/>
                    <a:pt x="12525" y="146294"/>
                  </a:cubicBezTo>
                  <a:cubicBezTo>
                    <a:pt x="12043" y="150023"/>
                    <a:pt x="10386" y="153500"/>
                    <a:pt x="7793" y="156222"/>
                  </a:cubicBezTo>
                  <a:cubicBezTo>
                    <a:pt x="5079" y="158174"/>
                    <a:pt x="17" y="165553"/>
                    <a:pt x="3888" y="166347"/>
                  </a:cubicBezTo>
                  <a:cubicBezTo>
                    <a:pt x="7760" y="167141"/>
                    <a:pt x="13981" y="173329"/>
                    <a:pt x="14775" y="168664"/>
                  </a:cubicBezTo>
                  <a:cubicBezTo>
                    <a:pt x="15569" y="163998"/>
                    <a:pt x="18283" y="157777"/>
                    <a:pt x="24702" y="165553"/>
                  </a:cubicBezTo>
                  <a:cubicBezTo>
                    <a:pt x="26423" y="167502"/>
                    <a:pt x="28354" y="169256"/>
                    <a:pt x="30460" y="170781"/>
                  </a:cubicBezTo>
                  <a:cubicBezTo>
                    <a:pt x="31519" y="167241"/>
                    <a:pt x="39626" y="166645"/>
                    <a:pt x="43696" y="162410"/>
                  </a:cubicBezTo>
                  <a:cubicBezTo>
                    <a:pt x="49156" y="157347"/>
                    <a:pt x="41479" y="149901"/>
                    <a:pt x="34265" y="142985"/>
                  </a:cubicBezTo>
                  <a:close/>
                  <a:moveTo>
                    <a:pt x="174834" y="206685"/>
                  </a:moveTo>
                  <a:cubicBezTo>
                    <a:pt x="175363" y="198975"/>
                    <a:pt x="158289" y="193448"/>
                    <a:pt x="156568" y="197684"/>
                  </a:cubicBezTo>
                  <a:cubicBezTo>
                    <a:pt x="154847" y="201920"/>
                    <a:pt x="150942" y="201291"/>
                    <a:pt x="148097" y="196691"/>
                  </a:cubicBezTo>
                  <a:cubicBezTo>
                    <a:pt x="145251" y="192092"/>
                    <a:pt x="150678" y="187691"/>
                    <a:pt x="147865" y="187161"/>
                  </a:cubicBezTo>
                  <a:cubicBezTo>
                    <a:pt x="145052" y="186632"/>
                    <a:pt x="141412" y="180212"/>
                    <a:pt x="142207" y="177664"/>
                  </a:cubicBezTo>
                  <a:cubicBezTo>
                    <a:pt x="143001" y="175116"/>
                    <a:pt x="137839" y="158637"/>
                    <a:pt x="128970" y="156586"/>
                  </a:cubicBezTo>
                  <a:cubicBezTo>
                    <a:pt x="120102" y="154534"/>
                    <a:pt x="119043" y="142191"/>
                    <a:pt x="117389" y="135507"/>
                  </a:cubicBezTo>
                  <a:cubicBezTo>
                    <a:pt x="115734" y="128823"/>
                    <a:pt x="110175" y="132429"/>
                    <a:pt x="105840" y="126771"/>
                  </a:cubicBezTo>
                  <a:cubicBezTo>
                    <a:pt x="101505" y="121112"/>
                    <a:pt x="93994" y="123958"/>
                    <a:pt x="90155" y="124223"/>
                  </a:cubicBezTo>
                  <a:cubicBezTo>
                    <a:pt x="86317" y="124488"/>
                    <a:pt x="90155" y="117009"/>
                    <a:pt x="96310" y="112906"/>
                  </a:cubicBezTo>
                  <a:cubicBezTo>
                    <a:pt x="102465" y="108803"/>
                    <a:pt x="109546" y="86963"/>
                    <a:pt x="109546" y="82595"/>
                  </a:cubicBezTo>
                  <a:cubicBezTo>
                    <a:pt x="109546" y="78227"/>
                    <a:pt x="82577" y="78459"/>
                    <a:pt x="77415" y="81040"/>
                  </a:cubicBezTo>
                  <a:cubicBezTo>
                    <a:pt x="72253" y="83621"/>
                    <a:pt x="67157" y="77201"/>
                    <a:pt x="71492" y="75381"/>
                  </a:cubicBezTo>
                  <a:cubicBezTo>
                    <a:pt x="75827" y="73561"/>
                    <a:pt x="85125" y="64594"/>
                    <a:pt x="84728" y="60987"/>
                  </a:cubicBezTo>
                  <a:cubicBezTo>
                    <a:pt x="84331" y="57380"/>
                    <a:pt x="91148" y="54071"/>
                    <a:pt x="87309" y="50729"/>
                  </a:cubicBezTo>
                  <a:cubicBezTo>
                    <a:pt x="83471" y="47387"/>
                    <a:pt x="83140" y="55097"/>
                    <a:pt x="79831" y="57546"/>
                  </a:cubicBezTo>
                  <a:cubicBezTo>
                    <a:pt x="76522" y="59994"/>
                    <a:pt x="69010" y="59332"/>
                    <a:pt x="61036" y="57777"/>
                  </a:cubicBezTo>
                  <a:cubicBezTo>
                    <a:pt x="53061" y="56222"/>
                    <a:pt x="50016" y="67539"/>
                    <a:pt x="50248" y="72436"/>
                  </a:cubicBezTo>
                  <a:cubicBezTo>
                    <a:pt x="50480" y="77334"/>
                    <a:pt x="41016" y="80146"/>
                    <a:pt x="42538" y="84250"/>
                  </a:cubicBezTo>
                  <a:cubicBezTo>
                    <a:pt x="44060" y="88353"/>
                    <a:pt x="40751" y="91430"/>
                    <a:pt x="38203" y="89114"/>
                  </a:cubicBezTo>
                  <a:cubicBezTo>
                    <a:pt x="35655" y="86798"/>
                    <a:pt x="32776" y="81172"/>
                    <a:pt x="27647" y="85275"/>
                  </a:cubicBezTo>
                  <a:cubicBezTo>
                    <a:pt x="22518" y="89379"/>
                    <a:pt x="33570" y="94806"/>
                    <a:pt x="40222" y="95567"/>
                  </a:cubicBezTo>
                  <a:cubicBezTo>
                    <a:pt x="46873" y="96328"/>
                    <a:pt x="35092" y="101225"/>
                    <a:pt x="33802" y="108406"/>
                  </a:cubicBezTo>
                  <a:cubicBezTo>
                    <a:pt x="32511" y="115586"/>
                    <a:pt x="42538" y="112509"/>
                    <a:pt x="43067" y="117638"/>
                  </a:cubicBezTo>
                  <a:cubicBezTo>
                    <a:pt x="43597" y="122767"/>
                    <a:pt x="28673" y="123561"/>
                    <a:pt x="28673" y="128426"/>
                  </a:cubicBezTo>
                  <a:cubicBezTo>
                    <a:pt x="28673" y="133290"/>
                    <a:pt x="37144" y="126142"/>
                    <a:pt x="41016" y="124091"/>
                  </a:cubicBezTo>
                  <a:cubicBezTo>
                    <a:pt x="44887" y="122039"/>
                    <a:pt x="38964" y="136136"/>
                    <a:pt x="48229" y="134613"/>
                  </a:cubicBezTo>
                  <a:cubicBezTo>
                    <a:pt x="57495" y="133091"/>
                    <a:pt x="54848" y="120484"/>
                    <a:pt x="58157" y="120980"/>
                  </a:cubicBezTo>
                  <a:cubicBezTo>
                    <a:pt x="61466" y="121477"/>
                    <a:pt x="56634" y="127598"/>
                    <a:pt x="59447" y="133058"/>
                  </a:cubicBezTo>
                  <a:cubicBezTo>
                    <a:pt x="62260" y="138518"/>
                    <a:pt x="52829" y="146692"/>
                    <a:pt x="53292" y="150563"/>
                  </a:cubicBezTo>
                  <a:cubicBezTo>
                    <a:pt x="53756" y="154435"/>
                    <a:pt x="72286" y="154402"/>
                    <a:pt x="78210" y="148247"/>
                  </a:cubicBezTo>
                  <a:cubicBezTo>
                    <a:pt x="84133" y="142092"/>
                    <a:pt x="86945" y="148743"/>
                    <a:pt x="82842" y="153376"/>
                  </a:cubicBezTo>
                  <a:cubicBezTo>
                    <a:pt x="78739" y="158008"/>
                    <a:pt x="80526" y="162376"/>
                    <a:pt x="85655" y="164163"/>
                  </a:cubicBezTo>
                  <a:cubicBezTo>
                    <a:pt x="90784" y="165950"/>
                    <a:pt x="92604" y="166480"/>
                    <a:pt x="90287" y="170583"/>
                  </a:cubicBezTo>
                  <a:cubicBezTo>
                    <a:pt x="87971" y="174686"/>
                    <a:pt x="90023" y="182396"/>
                    <a:pt x="88732" y="186268"/>
                  </a:cubicBezTo>
                  <a:cubicBezTo>
                    <a:pt x="87442" y="190139"/>
                    <a:pt x="71525" y="189577"/>
                    <a:pt x="70996" y="187029"/>
                  </a:cubicBezTo>
                  <a:cubicBezTo>
                    <a:pt x="70466" y="184481"/>
                    <a:pt x="63815" y="186268"/>
                    <a:pt x="65635" y="189842"/>
                  </a:cubicBezTo>
                  <a:cubicBezTo>
                    <a:pt x="67455" y="193415"/>
                    <a:pt x="59943" y="197320"/>
                    <a:pt x="60473" y="200662"/>
                  </a:cubicBezTo>
                  <a:cubicBezTo>
                    <a:pt x="61002" y="204004"/>
                    <a:pt x="70400" y="203210"/>
                    <a:pt x="70764" y="207280"/>
                  </a:cubicBezTo>
                  <a:cubicBezTo>
                    <a:pt x="71128" y="211350"/>
                    <a:pt x="63815" y="216248"/>
                    <a:pt x="54219" y="219094"/>
                  </a:cubicBezTo>
                  <a:cubicBezTo>
                    <a:pt x="44623" y="221939"/>
                    <a:pt x="56270" y="229616"/>
                    <a:pt x="60837" y="226274"/>
                  </a:cubicBezTo>
                  <a:cubicBezTo>
                    <a:pt x="65403" y="222932"/>
                    <a:pt x="64444" y="228591"/>
                    <a:pt x="71095" y="228591"/>
                  </a:cubicBezTo>
                  <a:cubicBezTo>
                    <a:pt x="77746" y="228591"/>
                    <a:pt x="81916" y="233984"/>
                    <a:pt x="89361" y="231172"/>
                  </a:cubicBezTo>
                  <a:cubicBezTo>
                    <a:pt x="96806" y="228359"/>
                    <a:pt x="96542" y="231172"/>
                    <a:pt x="90916" y="235540"/>
                  </a:cubicBezTo>
                  <a:cubicBezTo>
                    <a:pt x="85291" y="239908"/>
                    <a:pt x="76754" y="235275"/>
                    <a:pt x="71625" y="238088"/>
                  </a:cubicBezTo>
                  <a:cubicBezTo>
                    <a:pt x="66495" y="240900"/>
                    <a:pt x="45582" y="260523"/>
                    <a:pt x="49520" y="265354"/>
                  </a:cubicBezTo>
                  <a:cubicBezTo>
                    <a:pt x="51836" y="268167"/>
                    <a:pt x="54914" y="261218"/>
                    <a:pt x="62359" y="258140"/>
                  </a:cubicBezTo>
                  <a:cubicBezTo>
                    <a:pt x="69804" y="255063"/>
                    <a:pt x="71095" y="260192"/>
                    <a:pt x="75231" y="260722"/>
                  </a:cubicBezTo>
                  <a:cubicBezTo>
                    <a:pt x="79368" y="261251"/>
                    <a:pt x="79599" y="252250"/>
                    <a:pt x="82941" y="253011"/>
                  </a:cubicBezTo>
                  <a:cubicBezTo>
                    <a:pt x="86284" y="253773"/>
                    <a:pt x="89361" y="250166"/>
                    <a:pt x="95516" y="251225"/>
                  </a:cubicBezTo>
                  <a:cubicBezTo>
                    <a:pt x="100414" y="252104"/>
                    <a:pt x="105444" y="250675"/>
                    <a:pt x="109149" y="247353"/>
                  </a:cubicBezTo>
                  <a:cubicBezTo>
                    <a:pt x="112226" y="244805"/>
                    <a:pt x="120433" y="252482"/>
                    <a:pt x="123014" y="250662"/>
                  </a:cubicBezTo>
                  <a:cubicBezTo>
                    <a:pt x="125595" y="248842"/>
                    <a:pt x="136912" y="246790"/>
                    <a:pt x="142571" y="247055"/>
                  </a:cubicBezTo>
                  <a:cubicBezTo>
                    <a:pt x="148229" y="247320"/>
                    <a:pt x="162855" y="240636"/>
                    <a:pt x="166694" y="237128"/>
                  </a:cubicBezTo>
                  <a:cubicBezTo>
                    <a:pt x="170532" y="233620"/>
                    <a:pt x="164377" y="232793"/>
                    <a:pt x="159248" y="233554"/>
                  </a:cubicBezTo>
                  <a:cubicBezTo>
                    <a:pt x="154119" y="234315"/>
                    <a:pt x="155145" y="228392"/>
                    <a:pt x="160539" y="223263"/>
                  </a:cubicBezTo>
                  <a:cubicBezTo>
                    <a:pt x="165933" y="218134"/>
                    <a:pt x="174304" y="214395"/>
                    <a:pt x="174834" y="206685"/>
                  </a:cubicBezTo>
                  <a:close/>
                  <a:moveTo>
                    <a:pt x="20400" y="77632"/>
                  </a:moveTo>
                  <a:cubicBezTo>
                    <a:pt x="27316" y="77367"/>
                    <a:pt x="35291" y="65554"/>
                    <a:pt x="31949" y="62211"/>
                  </a:cubicBezTo>
                  <a:cubicBezTo>
                    <a:pt x="28607" y="58869"/>
                    <a:pt x="15205" y="77896"/>
                    <a:pt x="20268" y="77698"/>
                  </a:cubicBezTo>
                  <a:close/>
                  <a:moveTo>
                    <a:pt x="119837" y="21874"/>
                  </a:moveTo>
                  <a:cubicBezTo>
                    <a:pt x="124205" y="17506"/>
                    <a:pt x="129334" y="828"/>
                    <a:pt x="122683" y="2615"/>
                  </a:cubicBezTo>
                  <a:cubicBezTo>
                    <a:pt x="116032" y="4402"/>
                    <a:pt x="117951" y="23859"/>
                    <a:pt x="119837" y="219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ACED0746-E3B9-D643-9A0B-1091F35E1B80}"/>
                </a:ext>
              </a:extLst>
            </p:cNvPr>
            <p:cNvSpPr/>
            <p:nvPr/>
          </p:nvSpPr>
          <p:spPr>
            <a:xfrm>
              <a:off x="4263844" y="1911131"/>
              <a:ext cx="175380" cy="268034"/>
            </a:xfrm>
            <a:custGeom>
              <a:avLst/>
              <a:gdLst>
                <a:gd name="connsiteX0" fmla="*/ 34265 w 175379"/>
                <a:gd name="connsiteY0" fmla="*/ 142985 h 268033"/>
                <a:gd name="connsiteX1" fmla="*/ 12525 w 175379"/>
                <a:gd name="connsiteY1" fmla="*/ 146294 h 268033"/>
                <a:gd name="connsiteX2" fmla="*/ 7793 w 175379"/>
                <a:gd name="connsiteY2" fmla="*/ 156222 h 268033"/>
                <a:gd name="connsiteX3" fmla="*/ 3888 w 175379"/>
                <a:gd name="connsiteY3" fmla="*/ 166347 h 268033"/>
                <a:gd name="connsiteX4" fmla="*/ 14775 w 175379"/>
                <a:gd name="connsiteY4" fmla="*/ 168664 h 268033"/>
                <a:gd name="connsiteX5" fmla="*/ 24702 w 175379"/>
                <a:gd name="connsiteY5" fmla="*/ 165553 h 268033"/>
                <a:gd name="connsiteX6" fmla="*/ 30460 w 175379"/>
                <a:gd name="connsiteY6" fmla="*/ 170781 h 268033"/>
                <a:gd name="connsiteX7" fmla="*/ 43696 w 175379"/>
                <a:gd name="connsiteY7" fmla="*/ 162410 h 268033"/>
                <a:gd name="connsiteX8" fmla="*/ 34265 w 175379"/>
                <a:gd name="connsiteY8" fmla="*/ 142985 h 268033"/>
                <a:gd name="connsiteX9" fmla="*/ 174834 w 175379"/>
                <a:gd name="connsiteY9" fmla="*/ 206685 h 268033"/>
                <a:gd name="connsiteX10" fmla="*/ 156568 w 175379"/>
                <a:gd name="connsiteY10" fmla="*/ 197684 h 268033"/>
                <a:gd name="connsiteX11" fmla="*/ 148097 w 175379"/>
                <a:gd name="connsiteY11" fmla="*/ 196691 h 268033"/>
                <a:gd name="connsiteX12" fmla="*/ 147865 w 175379"/>
                <a:gd name="connsiteY12" fmla="*/ 187161 h 268033"/>
                <a:gd name="connsiteX13" fmla="*/ 142207 w 175379"/>
                <a:gd name="connsiteY13" fmla="*/ 177664 h 268033"/>
                <a:gd name="connsiteX14" fmla="*/ 128970 w 175379"/>
                <a:gd name="connsiteY14" fmla="*/ 156586 h 268033"/>
                <a:gd name="connsiteX15" fmla="*/ 117389 w 175379"/>
                <a:gd name="connsiteY15" fmla="*/ 135507 h 268033"/>
                <a:gd name="connsiteX16" fmla="*/ 105840 w 175379"/>
                <a:gd name="connsiteY16" fmla="*/ 126771 h 268033"/>
                <a:gd name="connsiteX17" fmla="*/ 90155 w 175379"/>
                <a:gd name="connsiteY17" fmla="*/ 124223 h 268033"/>
                <a:gd name="connsiteX18" fmla="*/ 96310 w 175379"/>
                <a:gd name="connsiteY18" fmla="*/ 112906 h 268033"/>
                <a:gd name="connsiteX19" fmla="*/ 109546 w 175379"/>
                <a:gd name="connsiteY19" fmla="*/ 82595 h 268033"/>
                <a:gd name="connsiteX20" fmla="*/ 77415 w 175379"/>
                <a:gd name="connsiteY20" fmla="*/ 81040 h 268033"/>
                <a:gd name="connsiteX21" fmla="*/ 71492 w 175379"/>
                <a:gd name="connsiteY21" fmla="*/ 75381 h 268033"/>
                <a:gd name="connsiteX22" fmla="*/ 84728 w 175379"/>
                <a:gd name="connsiteY22" fmla="*/ 60987 h 268033"/>
                <a:gd name="connsiteX23" fmla="*/ 87309 w 175379"/>
                <a:gd name="connsiteY23" fmla="*/ 50729 h 268033"/>
                <a:gd name="connsiteX24" fmla="*/ 79831 w 175379"/>
                <a:gd name="connsiteY24" fmla="*/ 57546 h 268033"/>
                <a:gd name="connsiteX25" fmla="*/ 61036 w 175379"/>
                <a:gd name="connsiteY25" fmla="*/ 57777 h 268033"/>
                <a:gd name="connsiteX26" fmla="*/ 50248 w 175379"/>
                <a:gd name="connsiteY26" fmla="*/ 72436 h 268033"/>
                <a:gd name="connsiteX27" fmla="*/ 42538 w 175379"/>
                <a:gd name="connsiteY27" fmla="*/ 84250 h 268033"/>
                <a:gd name="connsiteX28" fmla="*/ 38203 w 175379"/>
                <a:gd name="connsiteY28" fmla="*/ 89114 h 268033"/>
                <a:gd name="connsiteX29" fmla="*/ 27647 w 175379"/>
                <a:gd name="connsiteY29" fmla="*/ 85275 h 268033"/>
                <a:gd name="connsiteX30" fmla="*/ 40222 w 175379"/>
                <a:gd name="connsiteY30" fmla="*/ 95567 h 268033"/>
                <a:gd name="connsiteX31" fmla="*/ 33802 w 175379"/>
                <a:gd name="connsiteY31" fmla="*/ 108406 h 268033"/>
                <a:gd name="connsiteX32" fmla="*/ 43067 w 175379"/>
                <a:gd name="connsiteY32" fmla="*/ 117638 h 268033"/>
                <a:gd name="connsiteX33" fmla="*/ 28673 w 175379"/>
                <a:gd name="connsiteY33" fmla="*/ 128426 h 268033"/>
                <a:gd name="connsiteX34" fmla="*/ 41016 w 175379"/>
                <a:gd name="connsiteY34" fmla="*/ 124091 h 268033"/>
                <a:gd name="connsiteX35" fmla="*/ 48229 w 175379"/>
                <a:gd name="connsiteY35" fmla="*/ 134613 h 268033"/>
                <a:gd name="connsiteX36" fmla="*/ 58157 w 175379"/>
                <a:gd name="connsiteY36" fmla="*/ 120980 h 268033"/>
                <a:gd name="connsiteX37" fmla="*/ 59447 w 175379"/>
                <a:gd name="connsiteY37" fmla="*/ 133058 h 268033"/>
                <a:gd name="connsiteX38" fmla="*/ 53292 w 175379"/>
                <a:gd name="connsiteY38" fmla="*/ 150563 h 268033"/>
                <a:gd name="connsiteX39" fmla="*/ 78210 w 175379"/>
                <a:gd name="connsiteY39" fmla="*/ 148247 h 268033"/>
                <a:gd name="connsiteX40" fmla="*/ 82842 w 175379"/>
                <a:gd name="connsiteY40" fmla="*/ 153376 h 268033"/>
                <a:gd name="connsiteX41" fmla="*/ 85655 w 175379"/>
                <a:gd name="connsiteY41" fmla="*/ 164163 h 268033"/>
                <a:gd name="connsiteX42" fmla="*/ 90287 w 175379"/>
                <a:gd name="connsiteY42" fmla="*/ 170583 h 268033"/>
                <a:gd name="connsiteX43" fmla="*/ 88732 w 175379"/>
                <a:gd name="connsiteY43" fmla="*/ 186268 h 268033"/>
                <a:gd name="connsiteX44" fmla="*/ 70996 w 175379"/>
                <a:gd name="connsiteY44" fmla="*/ 187029 h 268033"/>
                <a:gd name="connsiteX45" fmla="*/ 65635 w 175379"/>
                <a:gd name="connsiteY45" fmla="*/ 189842 h 268033"/>
                <a:gd name="connsiteX46" fmla="*/ 60473 w 175379"/>
                <a:gd name="connsiteY46" fmla="*/ 200662 h 268033"/>
                <a:gd name="connsiteX47" fmla="*/ 70764 w 175379"/>
                <a:gd name="connsiteY47" fmla="*/ 207280 h 268033"/>
                <a:gd name="connsiteX48" fmla="*/ 54219 w 175379"/>
                <a:gd name="connsiteY48" fmla="*/ 219094 h 268033"/>
                <a:gd name="connsiteX49" fmla="*/ 60837 w 175379"/>
                <a:gd name="connsiteY49" fmla="*/ 226274 h 268033"/>
                <a:gd name="connsiteX50" fmla="*/ 71095 w 175379"/>
                <a:gd name="connsiteY50" fmla="*/ 228591 h 268033"/>
                <a:gd name="connsiteX51" fmla="*/ 89361 w 175379"/>
                <a:gd name="connsiteY51" fmla="*/ 231172 h 268033"/>
                <a:gd name="connsiteX52" fmla="*/ 90916 w 175379"/>
                <a:gd name="connsiteY52" fmla="*/ 235540 h 268033"/>
                <a:gd name="connsiteX53" fmla="*/ 71625 w 175379"/>
                <a:gd name="connsiteY53" fmla="*/ 238088 h 268033"/>
                <a:gd name="connsiteX54" fmla="*/ 49520 w 175379"/>
                <a:gd name="connsiteY54" fmla="*/ 265354 h 268033"/>
                <a:gd name="connsiteX55" fmla="*/ 62359 w 175379"/>
                <a:gd name="connsiteY55" fmla="*/ 258140 h 268033"/>
                <a:gd name="connsiteX56" fmla="*/ 75231 w 175379"/>
                <a:gd name="connsiteY56" fmla="*/ 260722 h 268033"/>
                <a:gd name="connsiteX57" fmla="*/ 82941 w 175379"/>
                <a:gd name="connsiteY57" fmla="*/ 253011 h 268033"/>
                <a:gd name="connsiteX58" fmla="*/ 95516 w 175379"/>
                <a:gd name="connsiteY58" fmla="*/ 251225 h 268033"/>
                <a:gd name="connsiteX59" fmla="*/ 109149 w 175379"/>
                <a:gd name="connsiteY59" fmla="*/ 247353 h 268033"/>
                <a:gd name="connsiteX60" fmla="*/ 123014 w 175379"/>
                <a:gd name="connsiteY60" fmla="*/ 250662 h 268033"/>
                <a:gd name="connsiteX61" fmla="*/ 142571 w 175379"/>
                <a:gd name="connsiteY61" fmla="*/ 247055 h 268033"/>
                <a:gd name="connsiteX62" fmla="*/ 166694 w 175379"/>
                <a:gd name="connsiteY62" fmla="*/ 237128 h 268033"/>
                <a:gd name="connsiteX63" fmla="*/ 159248 w 175379"/>
                <a:gd name="connsiteY63" fmla="*/ 233554 h 268033"/>
                <a:gd name="connsiteX64" fmla="*/ 160539 w 175379"/>
                <a:gd name="connsiteY64" fmla="*/ 223263 h 268033"/>
                <a:gd name="connsiteX65" fmla="*/ 174834 w 175379"/>
                <a:gd name="connsiteY65" fmla="*/ 206685 h 268033"/>
                <a:gd name="connsiteX66" fmla="*/ 20400 w 175379"/>
                <a:gd name="connsiteY66" fmla="*/ 77632 h 268033"/>
                <a:gd name="connsiteX67" fmla="*/ 31949 w 175379"/>
                <a:gd name="connsiteY67" fmla="*/ 62211 h 268033"/>
                <a:gd name="connsiteX68" fmla="*/ 20268 w 175379"/>
                <a:gd name="connsiteY68" fmla="*/ 77698 h 268033"/>
                <a:gd name="connsiteX69" fmla="*/ 119837 w 175379"/>
                <a:gd name="connsiteY69" fmla="*/ 21874 h 268033"/>
                <a:gd name="connsiteX70" fmla="*/ 122683 w 175379"/>
                <a:gd name="connsiteY70" fmla="*/ 2615 h 268033"/>
                <a:gd name="connsiteX71" fmla="*/ 119837 w 175379"/>
                <a:gd name="connsiteY71" fmla="*/ 21940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75379" h="268033">
                  <a:moveTo>
                    <a:pt x="34265" y="142985"/>
                  </a:moveTo>
                  <a:cubicBezTo>
                    <a:pt x="27647" y="136698"/>
                    <a:pt x="19374" y="146526"/>
                    <a:pt x="12525" y="146294"/>
                  </a:cubicBezTo>
                  <a:cubicBezTo>
                    <a:pt x="12043" y="150023"/>
                    <a:pt x="10386" y="153500"/>
                    <a:pt x="7793" y="156222"/>
                  </a:cubicBezTo>
                  <a:cubicBezTo>
                    <a:pt x="5079" y="158174"/>
                    <a:pt x="17" y="165553"/>
                    <a:pt x="3888" y="166347"/>
                  </a:cubicBezTo>
                  <a:cubicBezTo>
                    <a:pt x="7760" y="167141"/>
                    <a:pt x="13981" y="173329"/>
                    <a:pt x="14775" y="168664"/>
                  </a:cubicBezTo>
                  <a:cubicBezTo>
                    <a:pt x="15569" y="163998"/>
                    <a:pt x="18283" y="157777"/>
                    <a:pt x="24702" y="165553"/>
                  </a:cubicBezTo>
                  <a:cubicBezTo>
                    <a:pt x="26423" y="167502"/>
                    <a:pt x="28354" y="169256"/>
                    <a:pt x="30460" y="170781"/>
                  </a:cubicBezTo>
                  <a:cubicBezTo>
                    <a:pt x="31519" y="167241"/>
                    <a:pt x="39626" y="166645"/>
                    <a:pt x="43696" y="162410"/>
                  </a:cubicBezTo>
                  <a:cubicBezTo>
                    <a:pt x="49156" y="157347"/>
                    <a:pt x="41479" y="149901"/>
                    <a:pt x="34265" y="142985"/>
                  </a:cubicBezTo>
                  <a:close/>
                  <a:moveTo>
                    <a:pt x="174834" y="206685"/>
                  </a:moveTo>
                  <a:cubicBezTo>
                    <a:pt x="175363" y="198975"/>
                    <a:pt x="158289" y="193448"/>
                    <a:pt x="156568" y="197684"/>
                  </a:cubicBezTo>
                  <a:cubicBezTo>
                    <a:pt x="154847" y="201920"/>
                    <a:pt x="150942" y="201291"/>
                    <a:pt x="148097" y="196691"/>
                  </a:cubicBezTo>
                  <a:cubicBezTo>
                    <a:pt x="145251" y="192092"/>
                    <a:pt x="150678" y="187691"/>
                    <a:pt x="147865" y="187161"/>
                  </a:cubicBezTo>
                  <a:cubicBezTo>
                    <a:pt x="145052" y="186632"/>
                    <a:pt x="141412" y="180212"/>
                    <a:pt x="142207" y="177664"/>
                  </a:cubicBezTo>
                  <a:cubicBezTo>
                    <a:pt x="143001" y="175116"/>
                    <a:pt x="137839" y="158637"/>
                    <a:pt x="128970" y="156586"/>
                  </a:cubicBezTo>
                  <a:cubicBezTo>
                    <a:pt x="120102" y="154534"/>
                    <a:pt x="119043" y="142191"/>
                    <a:pt x="117389" y="135507"/>
                  </a:cubicBezTo>
                  <a:cubicBezTo>
                    <a:pt x="115734" y="128823"/>
                    <a:pt x="110175" y="132429"/>
                    <a:pt x="105840" y="126771"/>
                  </a:cubicBezTo>
                  <a:cubicBezTo>
                    <a:pt x="101505" y="121112"/>
                    <a:pt x="93994" y="123958"/>
                    <a:pt x="90155" y="124223"/>
                  </a:cubicBezTo>
                  <a:cubicBezTo>
                    <a:pt x="86317" y="124488"/>
                    <a:pt x="90155" y="117009"/>
                    <a:pt x="96310" y="112906"/>
                  </a:cubicBezTo>
                  <a:cubicBezTo>
                    <a:pt x="102465" y="108803"/>
                    <a:pt x="109546" y="86963"/>
                    <a:pt x="109546" y="82595"/>
                  </a:cubicBezTo>
                  <a:cubicBezTo>
                    <a:pt x="109546" y="78227"/>
                    <a:pt x="82577" y="78459"/>
                    <a:pt x="77415" y="81040"/>
                  </a:cubicBezTo>
                  <a:cubicBezTo>
                    <a:pt x="72253" y="83621"/>
                    <a:pt x="67157" y="77201"/>
                    <a:pt x="71492" y="75381"/>
                  </a:cubicBezTo>
                  <a:cubicBezTo>
                    <a:pt x="75827" y="73561"/>
                    <a:pt x="85125" y="64594"/>
                    <a:pt x="84728" y="60987"/>
                  </a:cubicBezTo>
                  <a:cubicBezTo>
                    <a:pt x="84331" y="57380"/>
                    <a:pt x="91148" y="54071"/>
                    <a:pt x="87309" y="50729"/>
                  </a:cubicBezTo>
                  <a:cubicBezTo>
                    <a:pt x="83471" y="47387"/>
                    <a:pt x="83140" y="55097"/>
                    <a:pt x="79831" y="57546"/>
                  </a:cubicBezTo>
                  <a:cubicBezTo>
                    <a:pt x="76522" y="59994"/>
                    <a:pt x="69010" y="59332"/>
                    <a:pt x="61036" y="57777"/>
                  </a:cubicBezTo>
                  <a:cubicBezTo>
                    <a:pt x="53061" y="56222"/>
                    <a:pt x="50016" y="67539"/>
                    <a:pt x="50248" y="72436"/>
                  </a:cubicBezTo>
                  <a:cubicBezTo>
                    <a:pt x="50480" y="77334"/>
                    <a:pt x="41016" y="80146"/>
                    <a:pt x="42538" y="84250"/>
                  </a:cubicBezTo>
                  <a:cubicBezTo>
                    <a:pt x="44060" y="88353"/>
                    <a:pt x="40751" y="91430"/>
                    <a:pt x="38203" y="89114"/>
                  </a:cubicBezTo>
                  <a:cubicBezTo>
                    <a:pt x="35655" y="86798"/>
                    <a:pt x="32776" y="81172"/>
                    <a:pt x="27647" y="85275"/>
                  </a:cubicBezTo>
                  <a:cubicBezTo>
                    <a:pt x="22518" y="89379"/>
                    <a:pt x="33570" y="94806"/>
                    <a:pt x="40222" y="95567"/>
                  </a:cubicBezTo>
                  <a:cubicBezTo>
                    <a:pt x="46873" y="96328"/>
                    <a:pt x="35092" y="101225"/>
                    <a:pt x="33802" y="108406"/>
                  </a:cubicBezTo>
                  <a:cubicBezTo>
                    <a:pt x="32511" y="115586"/>
                    <a:pt x="42538" y="112509"/>
                    <a:pt x="43067" y="117638"/>
                  </a:cubicBezTo>
                  <a:cubicBezTo>
                    <a:pt x="43597" y="122767"/>
                    <a:pt x="28673" y="123561"/>
                    <a:pt x="28673" y="128426"/>
                  </a:cubicBezTo>
                  <a:cubicBezTo>
                    <a:pt x="28673" y="133290"/>
                    <a:pt x="37144" y="126142"/>
                    <a:pt x="41016" y="124091"/>
                  </a:cubicBezTo>
                  <a:cubicBezTo>
                    <a:pt x="44887" y="122039"/>
                    <a:pt x="38964" y="136136"/>
                    <a:pt x="48229" y="134613"/>
                  </a:cubicBezTo>
                  <a:cubicBezTo>
                    <a:pt x="57495" y="133091"/>
                    <a:pt x="54848" y="120484"/>
                    <a:pt x="58157" y="120980"/>
                  </a:cubicBezTo>
                  <a:cubicBezTo>
                    <a:pt x="61466" y="121477"/>
                    <a:pt x="56634" y="127598"/>
                    <a:pt x="59447" y="133058"/>
                  </a:cubicBezTo>
                  <a:cubicBezTo>
                    <a:pt x="62260" y="138518"/>
                    <a:pt x="52829" y="146692"/>
                    <a:pt x="53292" y="150563"/>
                  </a:cubicBezTo>
                  <a:cubicBezTo>
                    <a:pt x="53756" y="154435"/>
                    <a:pt x="72286" y="154402"/>
                    <a:pt x="78210" y="148247"/>
                  </a:cubicBezTo>
                  <a:cubicBezTo>
                    <a:pt x="84133" y="142092"/>
                    <a:pt x="86945" y="148743"/>
                    <a:pt x="82842" y="153376"/>
                  </a:cubicBezTo>
                  <a:cubicBezTo>
                    <a:pt x="78739" y="158008"/>
                    <a:pt x="80526" y="162376"/>
                    <a:pt x="85655" y="164163"/>
                  </a:cubicBezTo>
                  <a:cubicBezTo>
                    <a:pt x="90784" y="165950"/>
                    <a:pt x="92604" y="166480"/>
                    <a:pt x="90287" y="170583"/>
                  </a:cubicBezTo>
                  <a:cubicBezTo>
                    <a:pt x="87971" y="174686"/>
                    <a:pt x="90023" y="182396"/>
                    <a:pt x="88732" y="186268"/>
                  </a:cubicBezTo>
                  <a:cubicBezTo>
                    <a:pt x="87442" y="190139"/>
                    <a:pt x="71525" y="189577"/>
                    <a:pt x="70996" y="187029"/>
                  </a:cubicBezTo>
                  <a:cubicBezTo>
                    <a:pt x="70466" y="184481"/>
                    <a:pt x="63815" y="186268"/>
                    <a:pt x="65635" y="189842"/>
                  </a:cubicBezTo>
                  <a:cubicBezTo>
                    <a:pt x="67455" y="193415"/>
                    <a:pt x="59943" y="197320"/>
                    <a:pt x="60473" y="200662"/>
                  </a:cubicBezTo>
                  <a:cubicBezTo>
                    <a:pt x="61002" y="204004"/>
                    <a:pt x="70400" y="203210"/>
                    <a:pt x="70764" y="207280"/>
                  </a:cubicBezTo>
                  <a:cubicBezTo>
                    <a:pt x="71128" y="211350"/>
                    <a:pt x="63815" y="216248"/>
                    <a:pt x="54219" y="219094"/>
                  </a:cubicBezTo>
                  <a:cubicBezTo>
                    <a:pt x="44623" y="221939"/>
                    <a:pt x="56270" y="229616"/>
                    <a:pt x="60837" y="226274"/>
                  </a:cubicBezTo>
                  <a:cubicBezTo>
                    <a:pt x="65403" y="222932"/>
                    <a:pt x="64444" y="228591"/>
                    <a:pt x="71095" y="228591"/>
                  </a:cubicBezTo>
                  <a:cubicBezTo>
                    <a:pt x="77746" y="228591"/>
                    <a:pt x="81916" y="233984"/>
                    <a:pt x="89361" y="231172"/>
                  </a:cubicBezTo>
                  <a:cubicBezTo>
                    <a:pt x="96806" y="228359"/>
                    <a:pt x="96542" y="231172"/>
                    <a:pt x="90916" y="235540"/>
                  </a:cubicBezTo>
                  <a:cubicBezTo>
                    <a:pt x="85291" y="239908"/>
                    <a:pt x="76754" y="235275"/>
                    <a:pt x="71625" y="238088"/>
                  </a:cubicBezTo>
                  <a:cubicBezTo>
                    <a:pt x="66495" y="240900"/>
                    <a:pt x="45582" y="260523"/>
                    <a:pt x="49520" y="265354"/>
                  </a:cubicBezTo>
                  <a:cubicBezTo>
                    <a:pt x="51836" y="268167"/>
                    <a:pt x="54914" y="261218"/>
                    <a:pt x="62359" y="258140"/>
                  </a:cubicBezTo>
                  <a:cubicBezTo>
                    <a:pt x="69804" y="255063"/>
                    <a:pt x="71095" y="260192"/>
                    <a:pt x="75231" y="260722"/>
                  </a:cubicBezTo>
                  <a:cubicBezTo>
                    <a:pt x="79368" y="261251"/>
                    <a:pt x="79599" y="252250"/>
                    <a:pt x="82941" y="253011"/>
                  </a:cubicBezTo>
                  <a:cubicBezTo>
                    <a:pt x="86284" y="253773"/>
                    <a:pt x="89361" y="250166"/>
                    <a:pt x="95516" y="251225"/>
                  </a:cubicBezTo>
                  <a:cubicBezTo>
                    <a:pt x="100414" y="252104"/>
                    <a:pt x="105444" y="250675"/>
                    <a:pt x="109149" y="247353"/>
                  </a:cubicBezTo>
                  <a:cubicBezTo>
                    <a:pt x="112226" y="244805"/>
                    <a:pt x="120433" y="252482"/>
                    <a:pt x="123014" y="250662"/>
                  </a:cubicBezTo>
                  <a:cubicBezTo>
                    <a:pt x="125595" y="248842"/>
                    <a:pt x="136912" y="246790"/>
                    <a:pt x="142571" y="247055"/>
                  </a:cubicBezTo>
                  <a:cubicBezTo>
                    <a:pt x="148229" y="247320"/>
                    <a:pt x="162855" y="240636"/>
                    <a:pt x="166694" y="237128"/>
                  </a:cubicBezTo>
                  <a:cubicBezTo>
                    <a:pt x="170532" y="233620"/>
                    <a:pt x="164377" y="232793"/>
                    <a:pt x="159248" y="233554"/>
                  </a:cubicBezTo>
                  <a:cubicBezTo>
                    <a:pt x="154119" y="234315"/>
                    <a:pt x="155145" y="228392"/>
                    <a:pt x="160539" y="223263"/>
                  </a:cubicBezTo>
                  <a:cubicBezTo>
                    <a:pt x="165933" y="218134"/>
                    <a:pt x="174304" y="214395"/>
                    <a:pt x="174834" y="206685"/>
                  </a:cubicBezTo>
                  <a:close/>
                  <a:moveTo>
                    <a:pt x="20400" y="77632"/>
                  </a:moveTo>
                  <a:cubicBezTo>
                    <a:pt x="27316" y="77367"/>
                    <a:pt x="35291" y="65554"/>
                    <a:pt x="31949" y="62211"/>
                  </a:cubicBezTo>
                  <a:cubicBezTo>
                    <a:pt x="28607" y="58869"/>
                    <a:pt x="15205" y="77896"/>
                    <a:pt x="20268" y="77698"/>
                  </a:cubicBezTo>
                  <a:close/>
                  <a:moveTo>
                    <a:pt x="119837" y="21874"/>
                  </a:moveTo>
                  <a:cubicBezTo>
                    <a:pt x="124205" y="17506"/>
                    <a:pt x="129334" y="828"/>
                    <a:pt x="122683" y="2615"/>
                  </a:cubicBezTo>
                  <a:cubicBezTo>
                    <a:pt x="116032" y="4402"/>
                    <a:pt x="117951" y="23859"/>
                    <a:pt x="119837" y="219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C915B862-17C1-DF4D-ACAD-7611397833EF}"/>
                </a:ext>
              </a:extLst>
            </p:cNvPr>
            <p:cNvSpPr/>
            <p:nvPr/>
          </p:nvSpPr>
          <p:spPr>
            <a:xfrm>
              <a:off x="4545525" y="1988443"/>
              <a:ext cx="82726" cy="79417"/>
            </a:xfrm>
            <a:custGeom>
              <a:avLst/>
              <a:gdLst>
                <a:gd name="connsiteX0" fmla="*/ 43484 w 82726"/>
                <a:gd name="connsiteY0" fmla="*/ 30464 h 79417"/>
                <a:gd name="connsiteX1" fmla="*/ 42954 w 82726"/>
                <a:gd name="connsiteY1" fmla="*/ 18386 h 79417"/>
                <a:gd name="connsiteX2" fmla="*/ 44774 w 82726"/>
                <a:gd name="connsiteY2" fmla="*/ 3462 h 79417"/>
                <a:gd name="connsiteX3" fmla="*/ 32167 w 82726"/>
                <a:gd name="connsiteY3" fmla="*/ 10412 h 79417"/>
                <a:gd name="connsiteX4" fmla="*/ 21909 w 82726"/>
                <a:gd name="connsiteY4" fmla="*/ 15805 h 79417"/>
                <a:gd name="connsiteX5" fmla="*/ 22670 w 82726"/>
                <a:gd name="connsiteY5" fmla="*/ 23515 h 79417"/>
                <a:gd name="connsiteX6" fmla="*/ 12742 w 82726"/>
                <a:gd name="connsiteY6" fmla="*/ 18386 h 79417"/>
                <a:gd name="connsiteX7" fmla="*/ 4007 w 82726"/>
                <a:gd name="connsiteY7" fmla="*/ 30961 h 79417"/>
                <a:gd name="connsiteX8" fmla="*/ 4007 w 82726"/>
                <a:gd name="connsiteY8" fmla="*/ 50815 h 79417"/>
                <a:gd name="connsiteX9" fmla="*/ 10625 w 82726"/>
                <a:gd name="connsiteY9" fmla="*/ 65971 h 79417"/>
                <a:gd name="connsiteX10" fmla="*/ 13272 w 82726"/>
                <a:gd name="connsiteY10" fmla="*/ 73681 h 79417"/>
                <a:gd name="connsiteX11" fmla="*/ 29122 w 82726"/>
                <a:gd name="connsiteY11" fmla="*/ 75236 h 79417"/>
                <a:gd name="connsiteX12" fmla="*/ 35740 w 82726"/>
                <a:gd name="connsiteY12" fmla="*/ 75070 h 79417"/>
                <a:gd name="connsiteX13" fmla="*/ 28792 w 82726"/>
                <a:gd name="connsiteY13" fmla="*/ 65739 h 79417"/>
                <a:gd name="connsiteX14" fmla="*/ 37792 w 82726"/>
                <a:gd name="connsiteY14" fmla="*/ 67526 h 79417"/>
                <a:gd name="connsiteX15" fmla="*/ 50102 w 82726"/>
                <a:gd name="connsiteY15" fmla="*/ 67261 h 79417"/>
                <a:gd name="connsiteX16" fmla="*/ 43947 w 82726"/>
                <a:gd name="connsiteY16" fmla="*/ 56474 h 79417"/>
                <a:gd name="connsiteX17" fmla="*/ 35972 w 82726"/>
                <a:gd name="connsiteY17" fmla="*/ 55448 h 79417"/>
                <a:gd name="connsiteX18" fmla="*/ 40869 w 82726"/>
                <a:gd name="connsiteY18" fmla="*/ 44660 h 79417"/>
                <a:gd name="connsiteX19" fmla="*/ 51922 w 82726"/>
                <a:gd name="connsiteY19" fmla="*/ 38737 h 79417"/>
                <a:gd name="connsiteX20" fmla="*/ 43484 w 82726"/>
                <a:gd name="connsiteY20" fmla="*/ 30464 h 79417"/>
                <a:gd name="connsiteX21" fmla="*/ 82299 w 82726"/>
                <a:gd name="connsiteY21" fmla="*/ 46116 h 79417"/>
                <a:gd name="connsiteX22" fmla="*/ 76376 w 82726"/>
                <a:gd name="connsiteY22" fmla="*/ 50253 h 79417"/>
                <a:gd name="connsiteX23" fmla="*/ 70486 w 82726"/>
                <a:gd name="connsiteY23" fmla="*/ 46116 h 79417"/>
                <a:gd name="connsiteX24" fmla="*/ 59169 w 82726"/>
                <a:gd name="connsiteY24" fmla="*/ 51014 h 79417"/>
                <a:gd name="connsiteX25" fmla="*/ 65787 w 82726"/>
                <a:gd name="connsiteY25" fmla="*/ 66963 h 79417"/>
                <a:gd name="connsiteX26" fmla="*/ 60889 w 82726"/>
                <a:gd name="connsiteY26" fmla="*/ 71563 h 79417"/>
                <a:gd name="connsiteX27" fmla="*/ 65522 w 82726"/>
                <a:gd name="connsiteY27" fmla="*/ 79273 h 79417"/>
                <a:gd name="connsiteX28" fmla="*/ 78129 w 82726"/>
                <a:gd name="connsiteY28" fmla="*/ 64879 h 79417"/>
                <a:gd name="connsiteX29" fmla="*/ 82299 w 82726"/>
                <a:gd name="connsiteY29" fmla="*/ 46116 h 7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2726" h="79417">
                  <a:moveTo>
                    <a:pt x="43484" y="30464"/>
                  </a:moveTo>
                  <a:cubicBezTo>
                    <a:pt x="40903" y="29174"/>
                    <a:pt x="39877" y="20934"/>
                    <a:pt x="42954" y="18386"/>
                  </a:cubicBezTo>
                  <a:cubicBezTo>
                    <a:pt x="46032" y="15838"/>
                    <a:pt x="47355" y="6044"/>
                    <a:pt x="44774" y="3462"/>
                  </a:cubicBezTo>
                  <a:cubicBezTo>
                    <a:pt x="42193" y="881"/>
                    <a:pt x="32928" y="3462"/>
                    <a:pt x="32167" y="10412"/>
                  </a:cubicBezTo>
                  <a:cubicBezTo>
                    <a:pt x="31406" y="17361"/>
                    <a:pt x="23960" y="14250"/>
                    <a:pt x="21909" y="15805"/>
                  </a:cubicBezTo>
                  <a:cubicBezTo>
                    <a:pt x="19857" y="17361"/>
                    <a:pt x="26012" y="20438"/>
                    <a:pt x="22670" y="23515"/>
                  </a:cubicBezTo>
                  <a:cubicBezTo>
                    <a:pt x="19328" y="26593"/>
                    <a:pt x="18037" y="18883"/>
                    <a:pt x="12742" y="18386"/>
                  </a:cubicBezTo>
                  <a:cubicBezTo>
                    <a:pt x="7448" y="17890"/>
                    <a:pt x="6852" y="26593"/>
                    <a:pt x="4007" y="30961"/>
                  </a:cubicBezTo>
                  <a:cubicBezTo>
                    <a:pt x="1161" y="35329"/>
                    <a:pt x="2981" y="44594"/>
                    <a:pt x="4007" y="50815"/>
                  </a:cubicBezTo>
                  <a:cubicBezTo>
                    <a:pt x="5033" y="57036"/>
                    <a:pt x="12478" y="60742"/>
                    <a:pt x="10625" y="65971"/>
                  </a:cubicBezTo>
                  <a:cubicBezTo>
                    <a:pt x="9798" y="68386"/>
                    <a:pt x="11485" y="71067"/>
                    <a:pt x="13272" y="73681"/>
                  </a:cubicBezTo>
                  <a:cubicBezTo>
                    <a:pt x="18598" y="73583"/>
                    <a:pt x="23917" y="74105"/>
                    <a:pt x="29122" y="75236"/>
                  </a:cubicBezTo>
                  <a:cubicBezTo>
                    <a:pt x="31319" y="75593"/>
                    <a:pt x="33564" y="75537"/>
                    <a:pt x="35740" y="75070"/>
                  </a:cubicBezTo>
                  <a:cubicBezTo>
                    <a:pt x="33457" y="71397"/>
                    <a:pt x="28394" y="68452"/>
                    <a:pt x="28792" y="65739"/>
                  </a:cubicBezTo>
                  <a:cubicBezTo>
                    <a:pt x="29288" y="62132"/>
                    <a:pt x="34185" y="64415"/>
                    <a:pt x="37792" y="67526"/>
                  </a:cubicBezTo>
                  <a:cubicBezTo>
                    <a:pt x="41399" y="70636"/>
                    <a:pt x="49341" y="71133"/>
                    <a:pt x="50102" y="67261"/>
                  </a:cubicBezTo>
                  <a:cubicBezTo>
                    <a:pt x="50598" y="64879"/>
                    <a:pt x="48844" y="54025"/>
                    <a:pt x="43947" y="56474"/>
                  </a:cubicBezTo>
                  <a:cubicBezTo>
                    <a:pt x="39050" y="58922"/>
                    <a:pt x="37792" y="58029"/>
                    <a:pt x="35972" y="55448"/>
                  </a:cubicBezTo>
                  <a:cubicBezTo>
                    <a:pt x="34152" y="52867"/>
                    <a:pt x="39579" y="48830"/>
                    <a:pt x="40869" y="44660"/>
                  </a:cubicBezTo>
                  <a:cubicBezTo>
                    <a:pt x="42160" y="40491"/>
                    <a:pt x="50797" y="42079"/>
                    <a:pt x="51922" y="38737"/>
                  </a:cubicBezTo>
                  <a:cubicBezTo>
                    <a:pt x="53047" y="35395"/>
                    <a:pt x="46032" y="31755"/>
                    <a:pt x="43484" y="30464"/>
                  </a:cubicBezTo>
                  <a:close/>
                  <a:moveTo>
                    <a:pt x="82299" y="46116"/>
                  </a:moveTo>
                  <a:cubicBezTo>
                    <a:pt x="80247" y="44826"/>
                    <a:pt x="78692" y="49723"/>
                    <a:pt x="76376" y="50253"/>
                  </a:cubicBezTo>
                  <a:cubicBezTo>
                    <a:pt x="74059" y="50782"/>
                    <a:pt x="71511" y="40325"/>
                    <a:pt x="70486" y="46116"/>
                  </a:cubicBezTo>
                  <a:cubicBezTo>
                    <a:pt x="69460" y="51907"/>
                    <a:pt x="64298" y="43800"/>
                    <a:pt x="59169" y="51014"/>
                  </a:cubicBezTo>
                  <a:cubicBezTo>
                    <a:pt x="54040" y="58227"/>
                    <a:pt x="62246" y="64614"/>
                    <a:pt x="65787" y="66963"/>
                  </a:cubicBezTo>
                  <a:cubicBezTo>
                    <a:pt x="69327" y="69313"/>
                    <a:pt x="65522" y="72589"/>
                    <a:pt x="60889" y="71563"/>
                  </a:cubicBezTo>
                  <a:cubicBezTo>
                    <a:pt x="56257" y="70537"/>
                    <a:pt x="59102" y="78181"/>
                    <a:pt x="65522" y="79273"/>
                  </a:cubicBezTo>
                  <a:cubicBezTo>
                    <a:pt x="71942" y="80365"/>
                    <a:pt x="78758" y="67989"/>
                    <a:pt x="78129" y="64879"/>
                  </a:cubicBezTo>
                  <a:cubicBezTo>
                    <a:pt x="77501" y="61768"/>
                    <a:pt x="84748" y="47638"/>
                    <a:pt x="82299" y="4611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86D50657-2BE8-6C49-A63E-CE467797251D}"/>
                </a:ext>
              </a:extLst>
            </p:cNvPr>
            <p:cNvSpPr/>
            <p:nvPr/>
          </p:nvSpPr>
          <p:spPr>
            <a:xfrm>
              <a:off x="4601090" y="1671959"/>
              <a:ext cx="218398" cy="377232"/>
            </a:xfrm>
            <a:custGeom>
              <a:avLst/>
              <a:gdLst>
                <a:gd name="connsiteX0" fmla="*/ 216905 w 218397"/>
                <a:gd name="connsiteY0" fmla="*/ 89273 h 377232"/>
                <a:gd name="connsiteX1" fmla="*/ 213596 w 218397"/>
                <a:gd name="connsiteY1" fmla="*/ 80206 h 377232"/>
                <a:gd name="connsiteX2" fmla="*/ 214423 w 218397"/>
                <a:gd name="connsiteY2" fmla="*/ 65381 h 377232"/>
                <a:gd name="connsiteX3" fmla="*/ 210287 w 218397"/>
                <a:gd name="connsiteY3" fmla="*/ 49663 h 377232"/>
                <a:gd name="connsiteX4" fmla="*/ 209493 w 218397"/>
                <a:gd name="connsiteY4" fmla="*/ 33118 h 377232"/>
                <a:gd name="connsiteX5" fmla="*/ 184708 w 218397"/>
                <a:gd name="connsiteY5" fmla="*/ 18260 h 377232"/>
                <a:gd name="connsiteX6" fmla="*/ 164059 w 218397"/>
                <a:gd name="connsiteY6" fmla="*/ 3403 h 377232"/>
                <a:gd name="connsiteX7" fmla="*/ 154132 w 218397"/>
                <a:gd name="connsiteY7" fmla="*/ 16639 h 377232"/>
                <a:gd name="connsiteX8" fmla="*/ 142584 w 218397"/>
                <a:gd name="connsiteY8" fmla="*/ 19948 h 377232"/>
                <a:gd name="connsiteX9" fmla="*/ 124417 w 218397"/>
                <a:gd name="connsiteY9" fmla="*/ 16639 h 377232"/>
                <a:gd name="connsiteX10" fmla="*/ 120314 w 218397"/>
                <a:gd name="connsiteY10" fmla="*/ 29015 h 377232"/>
                <a:gd name="connsiteX11" fmla="*/ 107078 w 218397"/>
                <a:gd name="connsiteY11" fmla="*/ 33979 h 377232"/>
                <a:gd name="connsiteX12" fmla="*/ 93841 w 218397"/>
                <a:gd name="connsiteY12" fmla="*/ 43906 h 377232"/>
                <a:gd name="connsiteX13" fmla="*/ 88878 w 218397"/>
                <a:gd name="connsiteY13" fmla="*/ 56315 h 377232"/>
                <a:gd name="connsiteX14" fmla="*/ 84741 w 218397"/>
                <a:gd name="connsiteY14" fmla="*/ 65415 h 377232"/>
                <a:gd name="connsiteX15" fmla="*/ 75675 w 218397"/>
                <a:gd name="connsiteY15" fmla="*/ 78651 h 377232"/>
                <a:gd name="connsiteX16" fmla="*/ 72365 w 218397"/>
                <a:gd name="connsiteY16" fmla="*/ 88578 h 377232"/>
                <a:gd name="connsiteX17" fmla="*/ 59129 w 218397"/>
                <a:gd name="connsiteY17" fmla="*/ 91887 h 377232"/>
                <a:gd name="connsiteX18" fmla="*/ 58302 w 218397"/>
                <a:gd name="connsiteY18" fmla="*/ 107605 h 377232"/>
                <a:gd name="connsiteX19" fmla="*/ 46753 w 218397"/>
                <a:gd name="connsiteY19" fmla="*/ 129875 h 377232"/>
                <a:gd name="connsiteX20" fmla="*/ 50890 w 218397"/>
                <a:gd name="connsiteY20" fmla="*/ 138942 h 377232"/>
                <a:gd name="connsiteX21" fmla="*/ 50890 w 218397"/>
                <a:gd name="connsiteY21" fmla="*/ 148869 h 377232"/>
                <a:gd name="connsiteX22" fmla="*/ 39308 w 218397"/>
                <a:gd name="connsiteY22" fmla="*/ 149696 h 377232"/>
                <a:gd name="connsiteX23" fmla="*/ 21969 w 218397"/>
                <a:gd name="connsiteY23" fmla="*/ 161245 h 377232"/>
                <a:gd name="connsiteX24" fmla="*/ 20314 w 218397"/>
                <a:gd name="connsiteY24" fmla="*/ 178584 h 377232"/>
                <a:gd name="connsiteX25" fmla="*/ 20314 w 218397"/>
                <a:gd name="connsiteY25" fmla="*/ 195924 h 377232"/>
                <a:gd name="connsiteX26" fmla="*/ 19520 w 218397"/>
                <a:gd name="connsiteY26" fmla="*/ 212469 h 377232"/>
                <a:gd name="connsiteX27" fmla="*/ 31069 w 218397"/>
                <a:gd name="connsiteY27" fmla="*/ 224845 h 377232"/>
                <a:gd name="connsiteX28" fmla="*/ 24450 w 218397"/>
                <a:gd name="connsiteY28" fmla="*/ 233912 h 377232"/>
                <a:gd name="connsiteX29" fmla="*/ 25278 w 218397"/>
                <a:gd name="connsiteY29" fmla="*/ 242151 h 377232"/>
                <a:gd name="connsiteX30" fmla="*/ 26105 w 218397"/>
                <a:gd name="connsiteY30" fmla="*/ 258696 h 377232"/>
                <a:gd name="connsiteX31" fmla="*/ 14556 w 218397"/>
                <a:gd name="connsiteY31" fmla="*/ 262800 h 377232"/>
                <a:gd name="connsiteX32" fmla="*/ 12075 w 218397"/>
                <a:gd name="connsiteY32" fmla="*/ 276863 h 377232"/>
                <a:gd name="connsiteX33" fmla="*/ 7938 w 218397"/>
                <a:gd name="connsiteY33" fmla="*/ 288379 h 377232"/>
                <a:gd name="connsiteX34" fmla="*/ 2511 w 218397"/>
                <a:gd name="connsiteY34" fmla="*/ 287618 h 377232"/>
                <a:gd name="connsiteX35" fmla="*/ 2511 w 218397"/>
                <a:gd name="connsiteY35" fmla="*/ 289272 h 377232"/>
                <a:gd name="connsiteX36" fmla="*/ 10288 w 218397"/>
                <a:gd name="connsiteY36" fmla="*/ 306645 h 377232"/>
                <a:gd name="connsiteX37" fmla="*/ 16443 w 218397"/>
                <a:gd name="connsiteY37" fmla="*/ 324646 h 377232"/>
                <a:gd name="connsiteX38" fmla="*/ 25179 w 218397"/>
                <a:gd name="connsiteY38" fmla="*/ 340331 h 377232"/>
                <a:gd name="connsiteX39" fmla="*/ 28785 w 218397"/>
                <a:gd name="connsiteY39" fmla="*/ 353567 h 377232"/>
                <a:gd name="connsiteX40" fmla="*/ 33650 w 218397"/>
                <a:gd name="connsiteY40" fmla="*/ 361509 h 377232"/>
                <a:gd name="connsiteX41" fmla="*/ 33947 w 218397"/>
                <a:gd name="connsiteY41" fmla="*/ 376168 h 377232"/>
                <a:gd name="connsiteX42" fmla="*/ 47548 w 218397"/>
                <a:gd name="connsiteY42" fmla="*/ 375936 h 377232"/>
                <a:gd name="connsiteX43" fmla="*/ 53967 w 218397"/>
                <a:gd name="connsiteY43" fmla="*/ 365645 h 377232"/>
                <a:gd name="connsiteX44" fmla="*/ 59361 w 218397"/>
                <a:gd name="connsiteY44" fmla="*/ 359987 h 377232"/>
                <a:gd name="connsiteX45" fmla="*/ 73755 w 218397"/>
                <a:gd name="connsiteY45" fmla="*/ 358696 h 377232"/>
                <a:gd name="connsiteX46" fmla="*/ 83683 w 218397"/>
                <a:gd name="connsiteY46" fmla="*/ 350721 h 377232"/>
                <a:gd name="connsiteX47" fmla="*/ 89837 w 218397"/>
                <a:gd name="connsiteY47" fmla="*/ 353302 h 377232"/>
                <a:gd name="connsiteX48" fmla="*/ 99599 w 218397"/>
                <a:gd name="connsiteY48" fmla="*/ 336757 h 377232"/>
                <a:gd name="connsiteX49" fmla="*/ 93444 w 218397"/>
                <a:gd name="connsiteY49" fmla="*/ 337783 h 377232"/>
                <a:gd name="connsiteX50" fmla="*/ 93180 w 218397"/>
                <a:gd name="connsiteY50" fmla="*/ 325705 h 377232"/>
                <a:gd name="connsiteX51" fmla="*/ 96025 w 218397"/>
                <a:gd name="connsiteY51" fmla="*/ 301052 h 377232"/>
                <a:gd name="connsiteX52" fmla="*/ 105787 w 218397"/>
                <a:gd name="connsiteY52" fmla="*/ 290496 h 377232"/>
                <a:gd name="connsiteX53" fmla="*/ 121472 w 218397"/>
                <a:gd name="connsiteY53" fmla="*/ 275871 h 377232"/>
                <a:gd name="connsiteX54" fmla="*/ 131730 w 218397"/>
                <a:gd name="connsiteY54" fmla="*/ 261741 h 377232"/>
                <a:gd name="connsiteX55" fmla="*/ 115185 w 218397"/>
                <a:gd name="connsiteY55" fmla="*/ 243475 h 377232"/>
                <a:gd name="connsiteX56" fmla="*/ 102842 w 218397"/>
                <a:gd name="connsiteY56" fmla="*/ 240166 h 377232"/>
                <a:gd name="connsiteX57" fmla="*/ 100790 w 218397"/>
                <a:gd name="connsiteY57" fmla="*/ 220609 h 377232"/>
                <a:gd name="connsiteX58" fmla="*/ 107210 w 218397"/>
                <a:gd name="connsiteY58" fmla="*/ 203667 h 377232"/>
                <a:gd name="connsiteX59" fmla="*/ 111843 w 218397"/>
                <a:gd name="connsiteY59" fmla="*/ 190431 h 377232"/>
                <a:gd name="connsiteX60" fmla="*/ 120082 w 218397"/>
                <a:gd name="connsiteY60" fmla="*/ 182456 h 377232"/>
                <a:gd name="connsiteX61" fmla="*/ 132160 w 218397"/>
                <a:gd name="connsiteY61" fmla="*/ 168856 h 377232"/>
                <a:gd name="connsiteX62" fmla="*/ 148705 w 218397"/>
                <a:gd name="connsiteY62" fmla="*/ 159359 h 377232"/>
                <a:gd name="connsiteX63" fmla="*/ 175443 w 218397"/>
                <a:gd name="connsiteY63" fmla="*/ 139306 h 377232"/>
                <a:gd name="connsiteX64" fmla="*/ 173623 w 218397"/>
                <a:gd name="connsiteY64" fmla="*/ 122595 h 377232"/>
                <a:gd name="connsiteX65" fmla="*/ 180241 w 218397"/>
                <a:gd name="connsiteY65" fmla="*/ 108465 h 377232"/>
                <a:gd name="connsiteX66" fmla="*/ 191558 w 218397"/>
                <a:gd name="connsiteY66" fmla="*/ 99465 h 377232"/>
                <a:gd name="connsiteX67" fmla="*/ 209790 w 218397"/>
                <a:gd name="connsiteY67" fmla="*/ 97678 h 377232"/>
                <a:gd name="connsiteX68" fmla="*/ 219188 w 218397"/>
                <a:gd name="connsiteY68" fmla="*/ 98108 h 377232"/>
                <a:gd name="connsiteX69" fmla="*/ 216905 w 218397"/>
                <a:gd name="connsiteY69" fmla="*/ 89273 h 377232"/>
                <a:gd name="connsiteX70" fmla="*/ 130042 w 218397"/>
                <a:gd name="connsiteY70" fmla="*/ 315314 h 377232"/>
                <a:gd name="connsiteX71" fmla="*/ 118196 w 218397"/>
                <a:gd name="connsiteY71" fmla="*/ 337948 h 377232"/>
                <a:gd name="connsiteX72" fmla="*/ 130042 w 218397"/>
                <a:gd name="connsiteY72" fmla="*/ 315314 h 37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18397" h="377232">
                  <a:moveTo>
                    <a:pt x="216905" y="89273"/>
                  </a:moveTo>
                  <a:cubicBezTo>
                    <a:pt x="214423" y="86824"/>
                    <a:pt x="209493" y="80206"/>
                    <a:pt x="213596" y="80206"/>
                  </a:cubicBezTo>
                  <a:cubicBezTo>
                    <a:pt x="217699" y="80206"/>
                    <a:pt x="219387" y="67863"/>
                    <a:pt x="214423" y="65381"/>
                  </a:cubicBezTo>
                  <a:cubicBezTo>
                    <a:pt x="209460" y="62900"/>
                    <a:pt x="214423" y="52145"/>
                    <a:pt x="210287" y="49663"/>
                  </a:cubicBezTo>
                  <a:cubicBezTo>
                    <a:pt x="206151" y="47182"/>
                    <a:pt x="208632" y="38942"/>
                    <a:pt x="209493" y="33118"/>
                  </a:cubicBezTo>
                  <a:cubicBezTo>
                    <a:pt x="210353" y="27294"/>
                    <a:pt x="193775" y="22397"/>
                    <a:pt x="184708" y="18260"/>
                  </a:cubicBezTo>
                  <a:cubicBezTo>
                    <a:pt x="175641" y="14124"/>
                    <a:pt x="171472" y="7539"/>
                    <a:pt x="164059" y="3403"/>
                  </a:cubicBezTo>
                  <a:cubicBezTo>
                    <a:pt x="156647" y="-734"/>
                    <a:pt x="154132" y="10021"/>
                    <a:pt x="154132" y="16639"/>
                  </a:cubicBezTo>
                  <a:cubicBezTo>
                    <a:pt x="154132" y="23257"/>
                    <a:pt x="147514" y="24084"/>
                    <a:pt x="142584" y="19948"/>
                  </a:cubicBezTo>
                  <a:cubicBezTo>
                    <a:pt x="137653" y="15812"/>
                    <a:pt x="131862" y="19948"/>
                    <a:pt x="124417" y="16639"/>
                  </a:cubicBezTo>
                  <a:cubicBezTo>
                    <a:pt x="116972" y="13330"/>
                    <a:pt x="120314" y="24084"/>
                    <a:pt x="120314" y="29015"/>
                  </a:cubicBezTo>
                  <a:cubicBezTo>
                    <a:pt x="120314" y="33945"/>
                    <a:pt x="112041" y="33979"/>
                    <a:pt x="107078" y="33979"/>
                  </a:cubicBezTo>
                  <a:cubicBezTo>
                    <a:pt x="102114" y="33979"/>
                    <a:pt x="93841" y="38115"/>
                    <a:pt x="93841" y="43906"/>
                  </a:cubicBezTo>
                  <a:cubicBezTo>
                    <a:pt x="93841" y="49697"/>
                    <a:pt x="86429" y="53006"/>
                    <a:pt x="88878" y="56315"/>
                  </a:cubicBezTo>
                  <a:cubicBezTo>
                    <a:pt x="91326" y="59624"/>
                    <a:pt x="88051" y="62933"/>
                    <a:pt x="84741" y="65415"/>
                  </a:cubicBezTo>
                  <a:cubicBezTo>
                    <a:pt x="81432" y="67896"/>
                    <a:pt x="78123" y="76103"/>
                    <a:pt x="75675" y="78651"/>
                  </a:cubicBezTo>
                  <a:cubicBezTo>
                    <a:pt x="73226" y="81199"/>
                    <a:pt x="77329" y="85269"/>
                    <a:pt x="72365" y="88578"/>
                  </a:cubicBezTo>
                  <a:cubicBezTo>
                    <a:pt x="67402" y="91887"/>
                    <a:pt x="61644" y="89372"/>
                    <a:pt x="59129" y="91887"/>
                  </a:cubicBezTo>
                  <a:cubicBezTo>
                    <a:pt x="56615" y="94402"/>
                    <a:pt x="59129" y="100160"/>
                    <a:pt x="58302" y="107605"/>
                  </a:cubicBezTo>
                  <a:cubicBezTo>
                    <a:pt x="57475" y="115050"/>
                    <a:pt x="51684" y="123290"/>
                    <a:pt x="46753" y="129875"/>
                  </a:cubicBezTo>
                  <a:cubicBezTo>
                    <a:pt x="41823" y="136460"/>
                    <a:pt x="48408" y="138148"/>
                    <a:pt x="50890" y="138942"/>
                  </a:cubicBezTo>
                  <a:cubicBezTo>
                    <a:pt x="53372" y="139736"/>
                    <a:pt x="53338" y="143938"/>
                    <a:pt x="50890" y="148869"/>
                  </a:cubicBezTo>
                  <a:cubicBezTo>
                    <a:pt x="48441" y="153799"/>
                    <a:pt x="42617" y="150523"/>
                    <a:pt x="39308" y="149696"/>
                  </a:cubicBezTo>
                  <a:cubicBezTo>
                    <a:pt x="35999" y="148869"/>
                    <a:pt x="26932" y="153005"/>
                    <a:pt x="21969" y="161245"/>
                  </a:cubicBezTo>
                  <a:cubicBezTo>
                    <a:pt x="18254" y="166274"/>
                    <a:pt x="17617" y="172943"/>
                    <a:pt x="20314" y="178584"/>
                  </a:cubicBezTo>
                  <a:cubicBezTo>
                    <a:pt x="21969" y="182721"/>
                    <a:pt x="16211" y="187684"/>
                    <a:pt x="20314" y="195924"/>
                  </a:cubicBezTo>
                  <a:cubicBezTo>
                    <a:pt x="24417" y="204163"/>
                    <a:pt x="18660" y="205851"/>
                    <a:pt x="19520" y="212469"/>
                  </a:cubicBezTo>
                  <a:cubicBezTo>
                    <a:pt x="20380" y="219087"/>
                    <a:pt x="30241" y="218227"/>
                    <a:pt x="31069" y="224845"/>
                  </a:cubicBezTo>
                  <a:cubicBezTo>
                    <a:pt x="31896" y="231463"/>
                    <a:pt x="27759" y="233912"/>
                    <a:pt x="24450" y="233912"/>
                  </a:cubicBezTo>
                  <a:cubicBezTo>
                    <a:pt x="21141" y="233912"/>
                    <a:pt x="21969" y="240530"/>
                    <a:pt x="25278" y="242151"/>
                  </a:cubicBezTo>
                  <a:cubicBezTo>
                    <a:pt x="28587" y="243773"/>
                    <a:pt x="27759" y="255387"/>
                    <a:pt x="26105" y="258696"/>
                  </a:cubicBezTo>
                  <a:cubicBezTo>
                    <a:pt x="24450" y="262006"/>
                    <a:pt x="13729" y="258696"/>
                    <a:pt x="14556" y="262800"/>
                  </a:cubicBezTo>
                  <a:cubicBezTo>
                    <a:pt x="15384" y="266903"/>
                    <a:pt x="12075" y="273521"/>
                    <a:pt x="12075" y="276863"/>
                  </a:cubicBezTo>
                  <a:cubicBezTo>
                    <a:pt x="12075" y="280205"/>
                    <a:pt x="11247" y="290894"/>
                    <a:pt x="7938" y="288379"/>
                  </a:cubicBezTo>
                  <a:cubicBezTo>
                    <a:pt x="6281" y="287478"/>
                    <a:pt x="4353" y="287208"/>
                    <a:pt x="2511" y="287618"/>
                  </a:cubicBezTo>
                  <a:lnTo>
                    <a:pt x="2511" y="289272"/>
                  </a:lnTo>
                  <a:cubicBezTo>
                    <a:pt x="2154" y="295977"/>
                    <a:pt x="5049" y="302444"/>
                    <a:pt x="10288" y="306645"/>
                  </a:cubicBezTo>
                  <a:cubicBezTo>
                    <a:pt x="15946" y="311277"/>
                    <a:pt x="11578" y="318226"/>
                    <a:pt x="16443" y="324646"/>
                  </a:cubicBezTo>
                  <a:cubicBezTo>
                    <a:pt x="21307" y="331066"/>
                    <a:pt x="19752" y="335698"/>
                    <a:pt x="25179" y="340331"/>
                  </a:cubicBezTo>
                  <a:cubicBezTo>
                    <a:pt x="30605" y="344963"/>
                    <a:pt x="31102" y="347512"/>
                    <a:pt x="28785" y="353567"/>
                  </a:cubicBezTo>
                  <a:cubicBezTo>
                    <a:pt x="26469" y="359623"/>
                    <a:pt x="33418" y="357935"/>
                    <a:pt x="33650" y="361509"/>
                  </a:cubicBezTo>
                  <a:cubicBezTo>
                    <a:pt x="33881" y="365083"/>
                    <a:pt x="32127" y="372561"/>
                    <a:pt x="33947" y="376168"/>
                  </a:cubicBezTo>
                  <a:cubicBezTo>
                    <a:pt x="35767" y="379775"/>
                    <a:pt x="39341" y="376168"/>
                    <a:pt x="47548" y="375936"/>
                  </a:cubicBezTo>
                  <a:cubicBezTo>
                    <a:pt x="55754" y="375705"/>
                    <a:pt x="53703" y="370509"/>
                    <a:pt x="53967" y="365645"/>
                  </a:cubicBezTo>
                  <a:cubicBezTo>
                    <a:pt x="54232" y="360781"/>
                    <a:pt x="58335" y="363064"/>
                    <a:pt x="59361" y="359987"/>
                  </a:cubicBezTo>
                  <a:cubicBezTo>
                    <a:pt x="60387" y="356909"/>
                    <a:pt x="67832" y="356148"/>
                    <a:pt x="73755" y="358696"/>
                  </a:cubicBezTo>
                  <a:cubicBezTo>
                    <a:pt x="79679" y="361244"/>
                    <a:pt x="82723" y="356909"/>
                    <a:pt x="83683" y="350721"/>
                  </a:cubicBezTo>
                  <a:cubicBezTo>
                    <a:pt x="84642" y="344533"/>
                    <a:pt x="88051" y="352012"/>
                    <a:pt x="89837" y="353302"/>
                  </a:cubicBezTo>
                  <a:cubicBezTo>
                    <a:pt x="91624" y="354593"/>
                    <a:pt x="97051" y="343805"/>
                    <a:pt x="99599" y="336757"/>
                  </a:cubicBezTo>
                  <a:cubicBezTo>
                    <a:pt x="102147" y="329709"/>
                    <a:pt x="99334" y="331099"/>
                    <a:pt x="93444" y="337783"/>
                  </a:cubicBezTo>
                  <a:cubicBezTo>
                    <a:pt x="87554" y="344467"/>
                    <a:pt x="90863" y="331165"/>
                    <a:pt x="93180" y="325705"/>
                  </a:cubicBezTo>
                  <a:cubicBezTo>
                    <a:pt x="95496" y="320245"/>
                    <a:pt x="95231" y="304626"/>
                    <a:pt x="96025" y="301052"/>
                  </a:cubicBezTo>
                  <a:cubicBezTo>
                    <a:pt x="96528" y="295736"/>
                    <a:pt x="100526" y="291413"/>
                    <a:pt x="105787" y="290496"/>
                  </a:cubicBezTo>
                  <a:cubicBezTo>
                    <a:pt x="113232" y="288974"/>
                    <a:pt x="122994" y="279709"/>
                    <a:pt x="121472" y="275871"/>
                  </a:cubicBezTo>
                  <a:cubicBezTo>
                    <a:pt x="119950" y="272032"/>
                    <a:pt x="131730" y="265612"/>
                    <a:pt x="131730" y="261741"/>
                  </a:cubicBezTo>
                  <a:cubicBezTo>
                    <a:pt x="131730" y="257869"/>
                    <a:pt x="119387" y="246056"/>
                    <a:pt x="115185" y="243475"/>
                  </a:cubicBezTo>
                  <a:cubicBezTo>
                    <a:pt x="110982" y="240894"/>
                    <a:pt x="101948" y="242978"/>
                    <a:pt x="102842" y="240166"/>
                  </a:cubicBezTo>
                  <a:cubicBezTo>
                    <a:pt x="103735" y="237353"/>
                    <a:pt x="101816" y="226268"/>
                    <a:pt x="100790" y="220609"/>
                  </a:cubicBezTo>
                  <a:cubicBezTo>
                    <a:pt x="99765" y="214951"/>
                    <a:pt x="107210" y="209061"/>
                    <a:pt x="107210" y="203667"/>
                  </a:cubicBezTo>
                  <a:cubicBezTo>
                    <a:pt x="107210" y="198273"/>
                    <a:pt x="106945" y="192085"/>
                    <a:pt x="111843" y="190431"/>
                  </a:cubicBezTo>
                  <a:cubicBezTo>
                    <a:pt x="116740" y="188776"/>
                    <a:pt x="113629" y="184011"/>
                    <a:pt x="120082" y="182456"/>
                  </a:cubicBezTo>
                  <a:cubicBezTo>
                    <a:pt x="126535" y="180901"/>
                    <a:pt x="125211" y="171668"/>
                    <a:pt x="132160" y="168856"/>
                  </a:cubicBezTo>
                  <a:cubicBezTo>
                    <a:pt x="139109" y="166043"/>
                    <a:pt x="139572" y="163693"/>
                    <a:pt x="148705" y="159359"/>
                  </a:cubicBezTo>
                  <a:cubicBezTo>
                    <a:pt x="157838" y="155024"/>
                    <a:pt x="172862" y="144699"/>
                    <a:pt x="175443" y="139306"/>
                  </a:cubicBezTo>
                  <a:cubicBezTo>
                    <a:pt x="178024" y="133912"/>
                    <a:pt x="166177" y="128253"/>
                    <a:pt x="173623" y="122595"/>
                  </a:cubicBezTo>
                  <a:cubicBezTo>
                    <a:pt x="181068" y="116937"/>
                    <a:pt x="174913" y="110517"/>
                    <a:pt x="180241" y="108465"/>
                  </a:cubicBezTo>
                  <a:cubicBezTo>
                    <a:pt x="185568" y="106414"/>
                    <a:pt x="187686" y="103568"/>
                    <a:pt x="191558" y="99465"/>
                  </a:cubicBezTo>
                  <a:cubicBezTo>
                    <a:pt x="195429" y="95361"/>
                    <a:pt x="200525" y="99233"/>
                    <a:pt x="209790" y="97678"/>
                  </a:cubicBezTo>
                  <a:cubicBezTo>
                    <a:pt x="212919" y="97164"/>
                    <a:pt x="216120" y="97311"/>
                    <a:pt x="219188" y="98108"/>
                  </a:cubicBezTo>
                  <a:cubicBezTo>
                    <a:pt x="219239" y="95011"/>
                    <a:pt x="218450" y="91957"/>
                    <a:pt x="216905" y="89273"/>
                  </a:cubicBezTo>
                  <a:close/>
                  <a:moveTo>
                    <a:pt x="130042" y="315314"/>
                  </a:moveTo>
                  <a:cubicBezTo>
                    <a:pt x="120115" y="315612"/>
                    <a:pt x="115714" y="334805"/>
                    <a:pt x="118196" y="337948"/>
                  </a:cubicBezTo>
                  <a:cubicBezTo>
                    <a:pt x="120281" y="340529"/>
                    <a:pt x="139672" y="315083"/>
                    <a:pt x="130042" y="31531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20CFD803-9FC1-3E49-85D0-14D4B3975FBF}"/>
                </a:ext>
              </a:extLst>
            </p:cNvPr>
            <p:cNvSpPr/>
            <p:nvPr/>
          </p:nvSpPr>
          <p:spPr>
            <a:xfrm>
              <a:off x="4781227" y="1938796"/>
              <a:ext cx="109199" cy="56254"/>
            </a:xfrm>
            <a:custGeom>
              <a:avLst/>
              <a:gdLst>
                <a:gd name="connsiteX0" fmla="*/ 102288 w 109198"/>
                <a:gd name="connsiteY0" fmla="*/ 15718 h 56253"/>
                <a:gd name="connsiteX1" fmla="*/ 105828 w 109198"/>
                <a:gd name="connsiteY1" fmla="*/ 4301 h 56253"/>
                <a:gd name="connsiteX2" fmla="*/ 102023 w 109198"/>
                <a:gd name="connsiteY2" fmla="*/ 6088 h 56253"/>
                <a:gd name="connsiteX3" fmla="*/ 69131 w 109198"/>
                <a:gd name="connsiteY3" fmla="*/ 2779 h 56253"/>
                <a:gd name="connsiteX4" fmla="*/ 36768 w 109198"/>
                <a:gd name="connsiteY4" fmla="*/ 9199 h 56253"/>
                <a:gd name="connsiteX5" fmla="*/ 26213 w 109198"/>
                <a:gd name="connsiteY5" fmla="*/ 19126 h 56253"/>
                <a:gd name="connsiteX6" fmla="*/ 29819 w 109198"/>
                <a:gd name="connsiteY6" fmla="*/ 30178 h 56253"/>
                <a:gd name="connsiteX7" fmla="*/ 40111 w 109198"/>
                <a:gd name="connsiteY7" fmla="*/ 36101 h 56253"/>
                <a:gd name="connsiteX8" fmla="*/ 43685 w 109198"/>
                <a:gd name="connsiteY8" fmla="*/ 43017 h 56253"/>
                <a:gd name="connsiteX9" fmla="*/ 43486 w 109198"/>
                <a:gd name="connsiteY9" fmla="*/ 43315 h 56253"/>
                <a:gd name="connsiteX10" fmla="*/ 62182 w 109198"/>
                <a:gd name="connsiteY10" fmla="*/ 43017 h 56253"/>
                <a:gd name="connsiteX11" fmla="*/ 79687 w 109198"/>
                <a:gd name="connsiteY11" fmla="*/ 53308 h 56253"/>
                <a:gd name="connsiteX12" fmla="*/ 96232 w 109198"/>
                <a:gd name="connsiteY12" fmla="*/ 54400 h 56253"/>
                <a:gd name="connsiteX13" fmla="*/ 96861 w 109198"/>
                <a:gd name="connsiteY13" fmla="*/ 49569 h 56253"/>
                <a:gd name="connsiteX14" fmla="*/ 101461 w 109198"/>
                <a:gd name="connsiteY14" fmla="*/ 43811 h 56253"/>
                <a:gd name="connsiteX15" fmla="*/ 97622 w 109198"/>
                <a:gd name="connsiteY15" fmla="*/ 34546 h 56253"/>
                <a:gd name="connsiteX16" fmla="*/ 96464 w 109198"/>
                <a:gd name="connsiteY16" fmla="*/ 24619 h 56253"/>
                <a:gd name="connsiteX17" fmla="*/ 102288 w 109198"/>
                <a:gd name="connsiteY17" fmla="*/ 15718 h 56253"/>
                <a:gd name="connsiteX18" fmla="*/ 11289 w 109198"/>
                <a:gd name="connsiteY18" fmla="*/ 28193 h 56253"/>
                <a:gd name="connsiteX19" fmla="*/ 4373 w 109198"/>
                <a:gd name="connsiteY19" fmla="*/ 43381 h 56253"/>
                <a:gd name="connsiteX20" fmla="*/ 22374 w 109198"/>
                <a:gd name="connsiteY20" fmla="*/ 31535 h 56253"/>
                <a:gd name="connsiteX21" fmla="*/ 11289 w 109198"/>
                <a:gd name="connsiteY21" fmla="*/ 28193 h 56253"/>
                <a:gd name="connsiteX22" fmla="*/ 18999 w 109198"/>
                <a:gd name="connsiteY22" fmla="*/ 20747 h 56253"/>
                <a:gd name="connsiteX23" fmla="*/ 7980 w 109198"/>
                <a:gd name="connsiteY23" fmla="*/ 22038 h 56253"/>
                <a:gd name="connsiteX24" fmla="*/ 18627 w 109198"/>
                <a:gd name="connsiteY24" fmla="*/ 21343 h 56253"/>
                <a:gd name="connsiteX25" fmla="*/ 19098 w 109198"/>
                <a:gd name="connsiteY25" fmla="*/ 20747 h 5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198" h="56253">
                  <a:moveTo>
                    <a:pt x="102288" y="15718"/>
                  </a:moveTo>
                  <a:cubicBezTo>
                    <a:pt x="104406" y="11151"/>
                    <a:pt x="109998" y="10357"/>
                    <a:pt x="105828" y="4301"/>
                  </a:cubicBezTo>
                  <a:cubicBezTo>
                    <a:pt x="104702" y="5162"/>
                    <a:pt x="103404" y="5771"/>
                    <a:pt x="102023" y="6088"/>
                  </a:cubicBezTo>
                  <a:cubicBezTo>
                    <a:pt x="94578" y="8173"/>
                    <a:pt x="78397" y="959"/>
                    <a:pt x="69131" y="2779"/>
                  </a:cubicBezTo>
                  <a:cubicBezTo>
                    <a:pt x="59866" y="4599"/>
                    <a:pt x="41137" y="4566"/>
                    <a:pt x="36768" y="9199"/>
                  </a:cubicBezTo>
                  <a:cubicBezTo>
                    <a:pt x="32401" y="13831"/>
                    <a:pt x="21348" y="15122"/>
                    <a:pt x="26213" y="19126"/>
                  </a:cubicBezTo>
                  <a:cubicBezTo>
                    <a:pt x="31077" y="23130"/>
                    <a:pt x="26213" y="25314"/>
                    <a:pt x="29819" y="30178"/>
                  </a:cubicBezTo>
                  <a:cubicBezTo>
                    <a:pt x="33426" y="35042"/>
                    <a:pt x="35213" y="37127"/>
                    <a:pt x="40111" y="36101"/>
                  </a:cubicBezTo>
                  <a:cubicBezTo>
                    <a:pt x="45008" y="35076"/>
                    <a:pt x="48846" y="37624"/>
                    <a:pt x="43685" y="43017"/>
                  </a:cubicBezTo>
                  <a:cubicBezTo>
                    <a:pt x="43626" y="43122"/>
                    <a:pt x="43560" y="43221"/>
                    <a:pt x="43486" y="43315"/>
                  </a:cubicBezTo>
                  <a:cubicBezTo>
                    <a:pt x="51692" y="42554"/>
                    <a:pt x="60858" y="42025"/>
                    <a:pt x="62182" y="43017"/>
                  </a:cubicBezTo>
                  <a:cubicBezTo>
                    <a:pt x="64267" y="44573"/>
                    <a:pt x="76576" y="54334"/>
                    <a:pt x="79687" y="53308"/>
                  </a:cubicBezTo>
                  <a:cubicBezTo>
                    <a:pt x="85226" y="53069"/>
                    <a:pt x="90774" y="53435"/>
                    <a:pt x="96232" y="54400"/>
                  </a:cubicBezTo>
                  <a:cubicBezTo>
                    <a:pt x="95371" y="52824"/>
                    <a:pt x="95625" y="50872"/>
                    <a:pt x="96861" y="49569"/>
                  </a:cubicBezTo>
                  <a:cubicBezTo>
                    <a:pt x="99177" y="47650"/>
                    <a:pt x="104174" y="47650"/>
                    <a:pt x="101461" y="43811"/>
                  </a:cubicBezTo>
                  <a:cubicBezTo>
                    <a:pt x="99114" y="41281"/>
                    <a:pt x="97752" y="37994"/>
                    <a:pt x="97622" y="34546"/>
                  </a:cubicBezTo>
                  <a:cubicBezTo>
                    <a:pt x="96932" y="31280"/>
                    <a:pt x="96544" y="27957"/>
                    <a:pt x="96464" y="24619"/>
                  </a:cubicBezTo>
                  <a:cubicBezTo>
                    <a:pt x="96894" y="21508"/>
                    <a:pt x="99971" y="20747"/>
                    <a:pt x="102288" y="15718"/>
                  </a:cubicBezTo>
                  <a:close/>
                  <a:moveTo>
                    <a:pt x="11289" y="28193"/>
                  </a:moveTo>
                  <a:cubicBezTo>
                    <a:pt x="2056" y="30774"/>
                    <a:pt x="700" y="43547"/>
                    <a:pt x="4373" y="43381"/>
                  </a:cubicBezTo>
                  <a:cubicBezTo>
                    <a:pt x="9005" y="43083"/>
                    <a:pt x="19528" y="34348"/>
                    <a:pt x="22374" y="31535"/>
                  </a:cubicBezTo>
                  <a:cubicBezTo>
                    <a:pt x="25220" y="28722"/>
                    <a:pt x="20554" y="25612"/>
                    <a:pt x="11289" y="28193"/>
                  </a:cubicBezTo>
                  <a:close/>
                  <a:moveTo>
                    <a:pt x="18999" y="20747"/>
                  </a:moveTo>
                  <a:cubicBezTo>
                    <a:pt x="21083" y="16876"/>
                    <a:pt x="4174" y="18563"/>
                    <a:pt x="7980" y="22038"/>
                  </a:cubicBezTo>
                  <a:cubicBezTo>
                    <a:pt x="11112" y="24786"/>
                    <a:pt x="15879" y="24475"/>
                    <a:pt x="18627" y="21343"/>
                  </a:cubicBezTo>
                  <a:cubicBezTo>
                    <a:pt x="18794" y="21152"/>
                    <a:pt x="18951" y="20954"/>
                    <a:pt x="19098" y="2074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25333167-24D3-654C-B30B-BD1A1FE4D08B}"/>
                </a:ext>
              </a:extLst>
            </p:cNvPr>
            <p:cNvSpPr/>
            <p:nvPr/>
          </p:nvSpPr>
          <p:spPr>
            <a:xfrm>
              <a:off x="4492372" y="1269419"/>
              <a:ext cx="450032" cy="714756"/>
            </a:xfrm>
            <a:custGeom>
              <a:avLst/>
              <a:gdLst>
                <a:gd name="connsiteX0" fmla="*/ 436377 w 450031"/>
                <a:gd name="connsiteY0" fmla="*/ 382051 h 714756"/>
                <a:gd name="connsiteX1" fmla="*/ 428667 w 450031"/>
                <a:gd name="connsiteY1" fmla="*/ 381256 h 714756"/>
                <a:gd name="connsiteX2" fmla="*/ 417350 w 450031"/>
                <a:gd name="connsiteY2" fmla="*/ 372521 h 714756"/>
                <a:gd name="connsiteX3" fmla="*/ 426086 w 450031"/>
                <a:gd name="connsiteY3" fmla="*/ 373282 h 714756"/>
                <a:gd name="connsiteX4" fmla="*/ 437667 w 450031"/>
                <a:gd name="connsiteY4" fmla="*/ 369708 h 714756"/>
                <a:gd name="connsiteX5" fmla="*/ 449481 w 450031"/>
                <a:gd name="connsiteY5" fmla="*/ 365075 h 714756"/>
                <a:gd name="connsiteX6" fmla="*/ 440480 w 450031"/>
                <a:gd name="connsiteY6" fmla="*/ 356339 h 714756"/>
                <a:gd name="connsiteX7" fmla="*/ 427244 w 450031"/>
                <a:gd name="connsiteY7" fmla="*/ 351971 h 714756"/>
                <a:gd name="connsiteX8" fmla="*/ 417979 w 450031"/>
                <a:gd name="connsiteY8" fmla="*/ 347603 h 714756"/>
                <a:gd name="connsiteX9" fmla="*/ 404378 w 450031"/>
                <a:gd name="connsiteY9" fmla="*/ 356869 h 714756"/>
                <a:gd name="connsiteX10" fmla="*/ 400242 w 450031"/>
                <a:gd name="connsiteY10" fmla="*/ 358391 h 714756"/>
                <a:gd name="connsiteX11" fmla="*/ 402327 w 450031"/>
                <a:gd name="connsiteY11" fmla="*/ 348464 h 714756"/>
                <a:gd name="connsiteX12" fmla="*/ 395113 w 450031"/>
                <a:gd name="connsiteY12" fmla="*/ 338702 h 714756"/>
                <a:gd name="connsiteX13" fmla="*/ 384325 w 450031"/>
                <a:gd name="connsiteY13" fmla="*/ 348464 h 714756"/>
                <a:gd name="connsiteX14" fmla="*/ 374034 w 450031"/>
                <a:gd name="connsiteY14" fmla="*/ 362097 h 714756"/>
                <a:gd name="connsiteX15" fmla="*/ 374299 w 450031"/>
                <a:gd name="connsiteY15" fmla="*/ 347438 h 714756"/>
                <a:gd name="connsiteX16" fmla="*/ 363247 w 450031"/>
                <a:gd name="connsiteY16" fmla="*/ 353361 h 714756"/>
                <a:gd name="connsiteX17" fmla="*/ 346701 w 450031"/>
                <a:gd name="connsiteY17" fmla="*/ 369906 h 714756"/>
                <a:gd name="connsiteX18" fmla="*/ 349779 w 450031"/>
                <a:gd name="connsiteY18" fmla="*/ 358854 h 714756"/>
                <a:gd name="connsiteX19" fmla="*/ 361063 w 450031"/>
                <a:gd name="connsiteY19" fmla="*/ 345618 h 714756"/>
                <a:gd name="connsiteX20" fmla="*/ 359011 w 450031"/>
                <a:gd name="connsiteY20" fmla="*/ 339000 h 714756"/>
                <a:gd name="connsiteX21" fmla="*/ 349514 w 450031"/>
                <a:gd name="connsiteY21" fmla="*/ 346710 h 714756"/>
                <a:gd name="connsiteX22" fmla="*/ 337171 w 450031"/>
                <a:gd name="connsiteY22" fmla="*/ 345155 h 714756"/>
                <a:gd name="connsiteX23" fmla="*/ 334094 w 450031"/>
                <a:gd name="connsiteY23" fmla="*/ 351773 h 714756"/>
                <a:gd name="connsiteX24" fmla="*/ 330222 w 450031"/>
                <a:gd name="connsiteY24" fmla="*/ 354354 h 714756"/>
                <a:gd name="connsiteX25" fmla="*/ 318177 w 450031"/>
                <a:gd name="connsiteY25" fmla="*/ 358457 h 714756"/>
                <a:gd name="connsiteX26" fmla="*/ 314041 w 450031"/>
                <a:gd name="connsiteY26" fmla="*/ 365075 h 714756"/>
                <a:gd name="connsiteX27" fmla="*/ 314504 w 450031"/>
                <a:gd name="connsiteY27" fmla="*/ 373439 h 714756"/>
                <a:gd name="connsiteX28" fmla="*/ 312254 w 450031"/>
                <a:gd name="connsiteY28" fmla="*/ 375002 h 714756"/>
                <a:gd name="connsiteX29" fmla="*/ 305835 w 450031"/>
                <a:gd name="connsiteY29" fmla="*/ 363685 h 714756"/>
                <a:gd name="connsiteX30" fmla="*/ 309408 w 450031"/>
                <a:gd name="connsiteY30" fmla="*/ 357067 h 714756"/>
                <a:gd name="connsiteX31" fmla="*/ 318674 w 450031"/>
                <a:gd name="connsiteY31" fmla="*/ 348100 h 714756"/>
                <a:gd name="connsiteX32" fmla="*/ 312519 w 450031"/>
                <a:gd name="connsiteY32" fmla="*/ 349622 h 714756"/>
                <a:gd name="connsiteX33" fmla="*/ 298389 w 450031"/>
                <a:gd name="connsiteY33" fmla="*/ 352468 h 714756"/>
                <a:gd name="connsiteX34" fmla="*/ 299382 w 450031"/>
                <a:gd name="connsiteY34" fmla="*/ 364016 h 714756"/>
                <a:gd name="connsiteX35" fmla="*/ 294517 w 450031"/>
                <a:gd name="connsiteY35" fmla="*/ 367623 h 714756"/>
                <a:gd name="connsiteX36" fmla="*/ 281281 w 450031"/>
                <a:gd name="connsiteY36" fmla="*/ 367855 h 714756"/>
                <a:gd name="connsiteX37" fmla="*/ 291043 w 450031"/>
                <a:gd name="connsiteY37" fmla="*/ 376624 h 714756"/>
                <a:gd name="connsiteX38" fmla="*/ 282804 w 450031"/>
                <a:gd name="connsiteY38" fmla="*/ 375598 h 714756"/>
                <a:gd name="connsiteX39" fmla="*/ 273571 w 450031"/>
                <a:gd name="connsiteY39" fmla="*/ 369939 h 714756"/>
                <a:gd name="connsiteX40" fmla="*/ 267913 w 450031"/>
                <a:gd name="connsiteY40" fmla="*/ 373249 h 714756"/>
                <a:gd name="connsiteX41" fmla="*/ 272016 w 450031"/>
                <a:gd name="connsiteY41" fmla="*/ 384566 h 714756"/>
                <a:gd name="connsiteX42" fmla="*/ 266126 w 450031"/>
                <a:gd name="connsiteY42" fmla="*/ 380992 h 714756"/>
                <a:gd name="connsiteX43" fmla="*/ 256364 w 450031"/>
                <a:gd name="connsiteY43" fmla="*/ 380198 h 714756"/>
                <a:gd name="connsiteX44" fmla="*/ 255074 w 450031"/>
                <a:gd name="connsiteY44" fmla="*/ 370270 h 714756"/>
                <a:gd name="connsiteX45" fmla="*/ 242963 w 450031"/>
                <a:gd name="connsiteY45" fmla="*/ 371329 h 714756"/>
                <a:gd name="connsiteX46" fmla="*/ 238098 w 450031"/>
                <a:gd name="connsiteY46" fmla="*/ 376194 h 714756"/>
                <a:gd name="connsiteX47" fmla="*/ 236543 w 450031"/>
                <a:gd name="connsiteY47" fmla="*/ 384168 h 714756"/>
                <a:gd name="connsiteX48" fmla="*/ 230885 w 450031"/>
                <a:gd name="connsiteY48" fmla="*/ 388272 h 714756"/>
                <a:gd name="connsiteX49" fmla="*/ 224730 w 450031"/>
                <a:gd name="connsiteY49" fmla="*/ 389033 h 714756"/>
                <a:gd name="connsiteX50" fmla="*/ 212916 w 450031"/>
                <a:gd name="connsiteY50" fmla="*/ 390588 h 714756"/>
                <a:gd name="connsiteX51" fmla="*/ 203916 w 450031"/>
                <a:gd name="connsiteY51" fmla="*/ 402401 h 714756"/>
                <a:gd name="connsiteX52" fmla="*/ 214968 w 450031"/>
                <a:gd name="connsiteY52" fmla="*/ 401640 h 714756"/>
                <a:gd name="connsiteX53" fmla="*/ 217284 w 450031"/>
                <a:gd name="connsiteY53" fmla="*/ 407795 h 714756"/>
                <a:gd name="connsiteX54" fmla="*/ 215729 w 450031"/>
                <a:gd name="connsiteY54" fmla="*/ 412428 h 714756"/>
                <a:gd name="connsiteX55" fmla="*/ 206728 w 450031"/>
                <a:gd name="connsiteY55" fmla="*/ 413454 h 714756"/>
                <a:gd name="connsiteX56" fmla="*/ 199018 w 450031"/>
                <a:gd name="connsiteY56" fmla="*/ 408821 h 714756"/>
                <a:gd name="connsiteX57" fmla="*/ 189521 w 450031"/>
                <a:gd name="connsiteY57" fmla="*/ 413454 h 714756"/>
                <a:gd name="connsiteX58" fmla="*/ 193625 w 450031"/>
                <a:gd name="connsiteY58" fmla="*/ 399059 h 714756"/>
                <a:gd name="connsiteX59" fmla="*/ 183366 w 450031"/>
                <a:gd name="connsiteY59" fmla="*/ 407299 h 714756"/>
                <a:gd name="connsiteX60" fmla="*/ 172314 w 450031"/>
                <a:gd name="connsiteY60" fmla="*/ 415770 h 714756"/>
                <a:gd name="connsiteX61" fmla="*/ 164869 w 450031"/>
                <a:gd name="connsiteY61" fmla="*/ 425002 h 714756"/>
                <a:gd name="connsiteX62" fmla="*/ 143525 w 450031"/>
                <a:gd name="connsiteY62" fmla="*/ 436849 h 714756"/>
                <a:gd name="connsiteX63" fmla="*/ 149449 w 450031"/>
                <a:gd name="connsiteY63" fmla="*/ 437345 h 714756"/>
                <a:gd name="connsiteX64" fmla="*/ 162288 w 450031"/>
                <a:gd name="connsiteY64" fmla="*/ 430925 h 714756"/>
                <a:gd name="connsiteX65" fmla="*/ 179263 w 450031"/>
                <a:gd name="connsiteY65" fmla="*/ 424737 h 714756"/>
                <a:gd name="connsiteX66" fmla="*/ 188924 w 450031"/>
                <a:gd name="connsiteY66" fmla="*/ 424021 h 714756"/>
                <a:gd name="connsiteX67" fmla="*/ 189521 w 450031"/>
                <a:gd name="connsiteY67" fmla="*/ 423215 h 714756"/>
                <a:gd name="connsiteX68" fmla="*/ 200309 w 450031"/>
                <a:gd name="connsiteY68" fmla="*/ 422454 h 714756"/>
                <a:gd name="connsiteX69" fmla="*/ 198787 w 450031"/>
                <a:gd name="connsiteY69" fmla="*/ 431686 h 714756"/>
                <a:gd name="connsiteX70" fmla="*/ 193889 w 450031"/>
                <a:gd name="connsiteY70" fmla="*/ 434532 h 714756"/>
                <a:gd name="connsiteX71" fmla="*/ 186973 w 450031"/>
                <a:gd name="connsiteY71" fmla="*/ 431223 h 714756"/>
                <a:gd name="connsiteX72" fmla="*/ 178734 w 450031"/>
                <a:gd name="connsiteY72" fmla="*/ 438404 h 714756"/>
                <a:gd name="connsiteX73" fmla="*/ 171818 w 450031"/>
                <a:gd name="connsiteY73" fmla="*/ 451011 h 714756"/>
                <a:gd name="connsiteX74" fmla="*/ 165398 w 450031"/>
                <a:gd name="connsiteY74" fmla="*/ 456405 h 714756"/>
                <a:gd name="connsiteX75" fmla="*/ 149449 w 450031"/>
                <a:gd name="connsiteY75" fmla="*/ 478212 h 714756"/>
                <a:gd name="connsiteX76" fmla="*/ 146603 w 450031"/>
                <a:gd name="connsiteY76" fmla="*/ 491084 h 714756"/>
                <a:gd name="connsiteX77" fmla="*/ 133003 w 450031"/>
                <a:gd name="connsiteY77" fmla="*/ 493400 h 714756"/>
                <a:gd name="connsiteX78" fmla="*/ 130686 w 450031"/>
                <a:gd name="connsiteY78" fmla="*/ 509350 h 714756"/>
                <a:gd name="connsiteX79" fmla="*/ 130686 w 450031"/>
                <a:gd name="connsiteY79" fmla="*/ 521163 h 714756"/>
                <a:gd name="connsiteX80" fmla="*/ 119899 w 450031"/>
                <a:gd name="connsiteY80" fmla="*/ 522686 h 714756"/>
                <a:gd name="connsiteX81" fmla="*/ 107821 w 450031"/>
                <a:gd name="connsiteY81" fmla="*/ 526557 h 714756"/>
                <a:gd name="connsiteX82" fmla="*/ 117748 w 450031"/>
                <a:gd name="connsiteY82" fmla="*/ 537345 h 714756"/>
                <a:gd name="connsiteX83" fmla="*/ 112354 w 450031"/>
                <a:gd name="connsiteY83" fmla="*/ 539661 h 714756"/>
                <a:gd name="connsiteX84" fmla="*/ 96934 w 450031"/>
                <a:gd name="connsiteY84" fmla="*/ 545816 h 714756"/>
                <a:gd name="connsiteX85" fmla="*/ 86146 w 450031"/>
                <a:gd name="connsiteY85" fmla="*/ 556868 h 714756"/>
                <a:gd name="connsiteX86" fmla="*/ 77675 w 450031"/>
                <a:gd name="connsiteY86" fmla="*/ 570104 h 714756"/>
                <a:gd name="connsiteX87" fmla="*/ 68145 w 450031"/>
                <a:gd name="connsiteY87" fmla="*/ 562659 h 714756"/>
                <a:gd name="connsiteX88" fmla="*/ 66094 w 450031"/>
                <a:gd name="connsiteY88" fmla="*/ 572586 h 714756"/>
                <a:gd name="connsiteX89" fmla="*/ 56597 w 450031"/>
                <a:gd name="connsiteY89" fmla="*/ 578509 h 714756"/>
                <a:gd name="connsiteX90" fmla="*/ 40051 w 450031"/>
                <a:gd name="connsiteY90" fmla="*/ 584664 h 714756"/>
                <a:gd name="connsiteX91" fmla="*/ 49284 w 450031"/>
                <a:gd name="connsiteY91" fmla="*/ 591580 h 714756"/>
                <a:gd name="connsiteX92" fmla="*/ 34393 w 450031"/>
                <a:gd name="connsiteY92" fmla="*/ 591845 h 714756"/>
                <a:gd name="connsiteX93" fmla="*/ 25128 w 450031"/>
                <a:gd name="connsiteY93" fmla="*/ 598033 h 714756"/>
                <a:gd name="connsiteX94" fmla="*/ 17186 w 450031"/>
                <a:gd name="connsiteY94" fmla="*/ 606008 h 714756"/>
                <a:gd name="connsiteX95" fmla="*/ 10568 w 450031"/>
                <a:gd name="connsiteY95" fmla="*/ 607794 h 714756"/>
                <a:gd name="connsiteX96" fmla="*/ 2626 w 450031"/>
                <a:gd name="connsiteY96" fmla="*/ 615505 h 714756"/>
                <a:gd name="connsiteX97" fmla="*/ 9244 w 450031"/>
                <a:gd name="connsiteY97" fmla="*/ 624207 h 714756"/>
                <a:gd name="connsiteX98" fmla="*/ 7159 w 450031"/>
                <a:gd name="connsiteY98" fmla="*/ 630660 h 714756"/>
                <a:gd name="connsiteX99" fmla="*/ 5372 w 450031"/>
                <a:gd name="connsiteY99" fmla="*/ 637080 h 714756"/>
                <a:gd name="connsiteX100" fmla="*/ 5372 w 450031"/>
                <a:gd name="connsiteY100" fmla="*/ 645286 h 714756"/>
                <a:gd name="connsiteX101" fmla="*/ 4082 w 450031"/>
                <a:gd name="connsiteY101" fmla="*/ 655842 h 714756"/>
                <a:gd name="connsiteX102" fmla="*/ 13083 w 450031"/>
                <a:gd name="connsiteY102" fmla="*/ 658655 h 714756"/>
                <a:gd name="connsiteX103" fmla="*/ 25425 w 450031"/>
                <a:gd name="connsiteY103" fmla="*/ 654022 h 714756"/>
                <a:gd name="connsiteX104" fmla="*/ 28503 w 450031"/>
                <a:gd name="connsiteY104" fmla="*/ 659449 h 714756"/>
                <a:gd name="connsiteX105" fmla="*/ 19502 w 450031"/>
                <a:gd name="connsiteY105" fmla="*/ 666629 h 714756"/>
                <a:gd name="connsiteX106" fmla="*/ 12586 w 450031"/>
                <a:gd name="connsiteY106" fmla="*/ 664809 h 714756"/>
                <a:gd name="connsiteX107" fmla="*/ 6663 w 450031"/>
                <a:gd name="connsiteY107" fmla="*/ 669972 h 714756"/>
                <a:gd name="connsiteX108" fmla="*/ 5372 w 450031"/>
                <a:gd name="connsiteY108" fmla="*/ 680230 h 714756"/>
                <a:gd name="connsiteX109" fmla="*/ 15134 w 450031"/>
                <a:gd name="connsiteY109" fmla="*/ 678939 h 714756"/>
                <a:gd name="connsiteX110" fmla="*/ 24399 w 450031"/>
                <a:gd name="connsiteY110" fmla="*/ 679998 h 714756"/>
                <a:gd name="connsiteX111" fmla="*/ 20032 w 450031"/>
                <a:gd name="connsiteY111" fmla="*/ 686914 h 714756"/>
                <a:gd name="connsiteX112" fmla="*/ 12818 w 450031"/>
                <a:gd name="connsiteY112" fmla="*/ 692308 h 714756"/>
                <a:gd name="connsiteX113" fmla="*/ 31084 w 450031"/>
                <a:gd name="connsiteY113" fmla="*/ 706702 h 714756"/>
                <a:gd name="connsiteX114" fmla="*/ 51368 w 450031"/>
                <a:gd name="connsiteY114" fmla="*/ 712096 h 714756"/>
                <a:gd name="connsiteX115" fmla="*/ 83764 w 450031"/>
                <a:gd name="connsiteY115" fmla="*/ 688204 h 714756"/>
                <a:gd name="connsiteX116" fmla="*/ 95842 w 450031"/>
                <a:gd name="connsiteY116" fmla="*/ 685623 h 714756"/>
                <a:gd name="connsiteX117" fmla="*/ 100210 w 450031"/>
                <a:gd name="connsiteY117" fmla="*/ 673049 h 714756"/>
                <a:gd name="connsiteX118" fmla="*/ 107159 w 450031"/>
                <a:gd name="connsiteY118" fmla="*/ 682546 h 714756"/>
                <a:gd name="connsiteX119" fmla="*/ 111262 w 450031"/>
                <a:gd name="connsiteY119" fmla="*/ 690422 h 714756"/>
                <a:gd name="connsiteX120" fmla="*/ 116689 w 450031"/>
                <a:gd name="connsiteY120" fmla="*/ 691183 h 714756"/>
                <a:gd name="connsiteX121" fmla="*/ 120825 w 450031"/>
                <a:gd name="connsiteY121" fmla="*/ 679667 h 714756"/>
                <a:gd name="connsiteX122" fmla="*/ 123307 w 450031"/>
                <a:gd name="connsiteY122" fmla="*/ 665604 h 714756"/>
                <a:gd name="connsiteX123" fmla="*/ 134856 w 450031"/>
                <a:gd name="connsiteY123" fmla="*/ 661500 h 714756"/>
                <a:gd name="connsiteX124" fmla="*/ 134029 w 450031"/>
                <a:gd name="connsiteY124" fmla="*/ 644955 h 714756"/>
                <a:gd name="connsiteX125" fmla="*/ 133234 w 450031"/>
                <a:gd name="connsiteY125" fmla="*/ 636385 h 714756"/>
                <a:gd name="connsiteX126" fmla="*/ 139852 w 450031"/>
                <a:gd name="connsiteY126" fmla="*/ 627318 h 714756"/>
                <a:gd name="connsiteX127" fmla="*/ 128304 w 450031"/>
                <a:gd name="connsiteY127" fmla="*/ 614942 h 714756"/>
                <a:gd name="connsiteX128" fmla="*/ 129098 w 450031"/>
                <a:gd name="connsiteY128" fmla="*/ 598397 h 714756"/>
                <a:gd name="connsiteX129" fmla="*/ 129098 w 450031"/>
                <a:gd name="connsiteY129" fmla="*/ 581057 h 714756"/>
                <a:gd name="connsiteX130" fmla="*/ 130753 w 450031"/>
                <a:gd name="connsiteY130" fmla="*/ 563718 h 714756"/>
                <a:gd name="connsiteX131" fmla="*/ 148092 w 450031"/>
                <a:gd name="connsiteY131" fmla="*/ 552169 h 714756"/>
                <a:gd name="connsiteX132" fmla="*/ 159674 w 450031"/>
                <a:gd name="connsiteY132" fmla="*/ 551342 h 714756"/>
                <a:gd name="connsiteX133" fmla="*/ 159674 w 450031"/>
                <a:gd name="connsiteY133" fmla="*/ 541415 h 714756"/>
                <a:gd name="connsiteX134" fmla="*/ 155537 w 450031"/>
                <a:gd name="connsiteY134" fmla="*/ 532348 h 714756"/>
                <a:gd name="connsiteX135" fmla="*/ 167086 w 450031"/>
                <a:gd name="connsiteY135" fmla="*/ 510078 h 714756"/>
                <a:gd name="connsiteX136" fmla="*/ 167913 w 450031"/>
                <a:gd name="connsiteY136" fmla="*/ 494360 h 714756"/>
                <a:gd name="connsiteX137" fmla="*/ 181149 w 450031"/>
                <a:gd name="connsiteY137" fmla="*/ 491051 h 714756"/>
                <a:gd name="connsiteX138" fmla="*/ 184458 w 450031"/>
                <a:gd name="connsiteY138" fmla="*/ 481124 h 714756"/>
                <a:gd name="connsiteX139" fmla="*/ 193525 w 450031"/>
                <a:gd name="connsiteY139" fmla="*/ 467888 h 714756"/>
                <a:gd name="connsiteX140" fmla="*/ 197662 w 450031"/>
                <a:gd name="connsiteY140" fmla="*/ 458788 h 714756"/>
                <a:gd name="connsiteX141" fmla="*/ 202625 w 450031"/>
                <a:gd name="connsiteY141" fmla="*/ 446379 h 714756"/>
                <a:gd name="connsiteX142" fmla="*/ 215861 w 450031"/>
                <a:gd name="connsiteY142" fmla="*/ 436452 h 714756"/>
                <a:gd name="connsiteX143" fmla="*/ 229098 w 450031"/>
                <a:gd name="connsiteY143" fmla="*/ 431488 h 714756"/>
                <a:gd name="connsiteX144" fmla="*/ 233201 w 450031"/>
                <a:gd name="connsiteY144" fmla="*/ 419112 h 714756"/>
                <a:gd name="connsiteX145" fmla="*/ 251368 w 450031"/>
                <a:gd name="connsiteY145" fmla="*/ 422421 h 714756"/>
                <a:gd name="connsiteX146" fmla="*/ 262916 w 450031"/>
                <a:gd name="connsiteY146" fmla="*/ 419112 h 714756"/>
                <a:gd name="connsiteX147" fmla="*/ 272843 w 450031"/>
                <a:gd name="connsiteY147" fmla="*/ 405876 h 714756"/>
                <a:gd name="connsiteX148" fmla="*/ 274531 w 450031"/>
                <a:gd name="connsiteY148" fmla="*/ 406935 h 714756"/>
                <a:gd name="connsiteX149" fmla="*/ 286047 w 450031"/>
                <a:gd name="connsiteY149" fmla="*/ 398430 h 714756"/>
                <a:gd name="connsiteX150" fmla="*/ 305040 w 450031"/>
                <a:gd name="connsiteY150" fmla="*/ 412461 h 714756"/>
                <a:gd name="connsiteX151" fmla="*/ 324034 w 450031"/>
                <a:gd name="connsiteY151" fmla="*/ 413288 h 714756"/>
                <a:gd name="connsiteX152" fmla="*/ 337271 w 450031"/>
                <a:gd name="connsiteY152" fmla="*/ 414115 h 714756"/>
                <a:gd name="connsiteX153" fmla="*/ 347198 w 450031"/>
                <a:gd name="connsiteY153" fmla="*/ 416597 h 714756"/>
                <a:gd name="connsiteX154" fmla="*/ 354610 w 450031"/>
                <a:gd name="connsiteY154" fmla="*/ 406670 h 714756"/>
                <a:gd name="connsiteX155" fmla="*/ 357919 w 450031"/>
                <a:gd name="connsiteY155" fmla="*/ 391812 h 714756"/>
                <a:gd name="connsiteX156" fmla="*/ 368674 w 450031"/>
                <a:gd name="connsiteY156" fmla="*/ 380264 h 714756"/>
                <a:gd name="connsiteX157" fmla="*/ 385980 w 450031"/>
                <a:gd name="connsiteY157" fmla="*/ 376127 h 714756"/>
                <a:gd name="connsiteX158" fmla="*/ 400043 w 450031"/>
                <a:gd name="connsiteY158" fmla="*/ 376127 h 714756"/>
                <a:gd name="connsiteX159" fmla="*/ 418210 w 450031"/>
                <a:gd name="connsiteY159" fmla="*/ 388503 h 714756"/>
                <a:gd name="connsiteX160" fmla="*/ 418210 w 450031"/>
                <a:gd name="connsiteY160" fmla="*/ 398199 h 714756"/>
                <a:gd name="connsiteX161" fmla="*/ 426185 w 450031"/>
                <a:gd name="connsiteY161" fmla="*/ 394228 h 714756"/>
                <a:gd name="connsiteX162" fmla="*/ 440579 w 450031"/>
                <a:gd name="connsiteY162" fmla="*/ 387610 h 714756"/>
                <a:gd name="connsiteX163" fmla="*/ 449415 w 450031"/>
                <a:gd name="connsiteY163" fmla="*/ 381389 h 714756"/>
                <a:gd name="connsiteX164" fmla="*/ 436377 w 450031"/>
                <a:gd name="connsiteY164" fmla="*/ 382051 h 714756"/>
                <a:gd name="connsiteX165" fmla="*/ 125557 w 450031"/>
                <a:gd name="connsiteY165" fmla="*/ 52634 h 714756"/>
                <a:gd name="connsiteX166" fmla="*/ 115630 w 450031"/>
                <a:gd name="connsiteY166" fmla="*/ 69577 h 714756"/>
                <a:gd name="connsiteX167" fmla="*/ 132970 w 450031"/>
                <a:gd name="connsiteY167" fmla="*/ 88835 h 714756"/>
                <a:gd name="connsiteX168" fmla="*/ 157622 w 450031"/>
                <a:gd name="connsiteY168" fmla="*/ 90390 h 714756"/>
                <a:gd name="connsiteX169" fmla="*/ 167549 w 450031"/>
                <a:gd name="connsiteY169" fmla="*/ 76890 h 714756"/>
                <a:gd name="connsiteX170" fmla="*/ 176020 w 450031"/>
                <a:gd name="connsiteY170" fmla="*/ 69179 h 714756"/>
                <a:gd name="connsiteX171" fmla="*/ 177543 w 450031"/>
                <a:gd name="connsiteY171" fmla="*/ 79603 h 714756"/>
                <a:gd name="connsiteX172" fmla="*/ 192566 w 450031"/>
                <a:gd name="connsiteY172" fmla="*/ 78048 h 714756"/>
                <a:gd name="connsiteX173" fmla="*/ 199515 w 450031"/>
                <a:gd name="connsiteY173" fmla="*/ 83839 h 714756"/>
                <a:gd name="connsiteX174" fmla="*/ 178701 w 450031"/>
                <a:gd name="connsiteY174" fmla="*/ 93468 h 714756"/>
                <a:gd name="connsiteX175" fmla="*/ 151335 w 450031"/>
                <a:gd name="connsiteY175" fmla="*/ 102733 h 714756"/>
                <a:gd name="connsiteX176" fmla="*/ 167152 w 450031"/>
                <a:gd name="connsiteY176" fmla="*/ 108888 h 714756"/>
                <a:gd name="connsiteX177" fmla="*/ 201831 w 450031"/>
                <a:gd name="connsiteY177" fmla="*/ 107333 h 714756"/>
                <a:gd name="connsiteX178" fmla="*/ 186014 w 450031"/>
                <a:gd name="connsiteY178" fmla="*/ 111204 h 714756"/>
                <a:gd name="connsiteX179" fmla="*/ 170991 w 450031"/>
                <a:gd name="connsiteY179" fmla="*/ 117823 h 714756"/>
                <a:gd name="connsiteX180" fmla="*/ 154048 w 450031"/>
                <a:gd name="connsiteY180" fmla="*/ 121132 h 714756"/>
                <a:gd name="connsiteX181" fmla="*/ 171388 w 450031"/>
                <a:gd name="connsiteY181" fmla="*/ 134997 h 714756"/>
                <a:gd name="connsiteX182" fmla="*/ 188330 w 450031"/>
                <a:gd name="connsiteY182" fmla="*/ 136916 h 714756"/>
                <a:gd name="connsiteX183" fmla="*/ 179859 w 450031"/>
                <a:gd name="connsiteY183" fmla="*/ 143534 h 714756"/>
                <a:gd name="connsiteX184" fmla="*/ 194121 w 450031"/>
                <a:gd name="connsiteY184" fmla="*/ 152038 h 714756"/>
                <a:gd name="connsiteX185" fmla="*/ 205670 w 450031"/>
                <a:gd name="connsiteY185" fmla="*/ 148729 h 714756"/>
                <a:gd name="connsiteX186" fmla="*/ 225723 w 450031"/>
                <a:gd name="connsiteY186" fmla="*/ 117492 h 714756"/>
                <a:gd name="connsiteX187" fmla="*/ 232341 w 450031"/>
                <a:gd name="connsiteY187" fmla="*/ 102866 h 714756"/>
                <a:gd name="connsiteX188" fmla="*/ 240448 w 450031"/>
                <a:gd name="connsiteY188" fmla="*/ 96248 h 714756"/>
                <a:gd name="connsiteX189" fmla="*/ 246603 w 450031"/>
                <a:gd name="connsiteY189" fmla="*/ 81588 h 714756"/>
                <a:gd name="connsiteX190" fmla="*/ 267417 w 450031"/>
                <a:gd name="connsiteY190" fmla="*/ 75434 h 714756"/>
                <a:gd name="connsiteX191" fmla="*/ 270924 w 450031"/>
                <a:gd name="connsiteY191" fmla="*/ 79272 h 714756"/>
                <a:gd name="connsiteX192" fmla="*/ 273604 w 450031"/>
                <a:gd name="connsiteY192" fmla="*/ 92508 h 714756"/>
                <a:gd name="connsiteX193" fmla="*/ 279759 w 450031"/>
                <a:gd name="connsiteY193" fmla="*/ 98696 h 714756"/>
                <a:gd name="connsiteX194" fmla="*/ 276682 w 450031"/>
                <a:gd name="connsiteY194" fmla="*/ 115241 h 714756"/>
                <a:gd name="connsiteX195" fmla="*/ 293227 w 450031"/>
                <a:gd name="connsiteY195" fmla="*/ 118716 h 714756"/>
                <a:gd name="connsiteX196" fmla="*/ 302856 w 450031"/>
                <a:gd name="connsiteY196" fmla="*/ 127584 h 714756"/>
                <a:gd name="connsiteX197" fmla="*/ 324829 w 450031"/>
                <a:gd name="connsiteY197" fmla="*/ 117194 h 714756"/>
                <a:gd name="connsiteX198" fmla="*/ 339852 w 450031"/>
                <a:gd name="connsiteY198" fmla="*/ 107267 h 714756"/>
                <a:gd name="connsiteX199" fmla="*/ 327542 w 450031"/>
                <a:gd name="connsiteY199" fmla="*/ 104189 h 714756"/>
                <a:gd name="connsiteX200" fmla="*/ 313247 w 450031"/>
                <a:gd name="connsiteY200" fmla="*/ 100715 h 714756"/>
                <a:gd name="connsiteX201" fmla="*/ 310203 w 450031"/>
                <a:gd name="connsiteY201" fmla="*/ 93766 h 714756"/>
                <a:gd name="connsiteX202" fmla="*/ 296702 w 450031"/>
                <a:gd name="connsiteY202" fmla="*/ 88769 h 714756"/>
                <a:gd name="connsiteX203" fmla="*/ 287072 w 450031"/>
                <a:gd name="connsiteY203" fmla="*/ 79140 h 714756"/>
                <a:gd name="connsiteX204" fmla="*/ 283598 w 450031"/>
                <a:gd name="connsiteY204" fmla="*/ 69213 h 714756"/>
                <a:gd name="connsiteX205" fmla="*/ 271255 w 450031"/>
                <a:gd name="connsiteY205" fmla="*/ 61502 h 714756"/>
                <a:gd name="connsiteX206" fmla="*/ 262387 w 450031"/>
                <a:gd name="connsiteY206" fmla="*/ 59550 h 714756"/>
                <a:gd name="connsiteX207" fmla="*/ 257349 w 450031"/>
                <a:gd name="connsiteY207" fmla="*/ 60996 h 714756"/>
                <a:gd name="connsiteX208" fmla="*/ 255471 w 450031"/>
                <a:gd name="connsiteY208" fmla="*/ 57267 h 714756"/>
                <a:gd name="connsiteX209" fmla="*/ 239256 w 450031"/>
                <a:gd name="connsiteY209" fmla="*/ 54156 h 714756"/>
                <a:gd name="connsiteX210" fmla="*/ 232307 w 450031"/>
                <a:gd name="connsiteY210" fmla="*/ 40688 h 714756"/>
                <a:gd name="connsiteX211" fmla="*/ 218045 w 450031"/>
                <a:gd name="connsiteY211" fmla="*/ 46843 h 714756"/>
                <a:gd name="connsiteX212" fmla="*/ 222678 w 450031"/>
                <a:gd name="connsiteY212" fmla="*/ 34534 h 714756"/>
                <a:gd name="connsiteX213" fmla="*/ 204578 w 450031"/>
                <a:gd name="connsiteY213" fmla="*/ 28346 h 714756"/>
                <a:gd name="connsiteX214" fmla="*/ 195312 w 450031"/>
                <a:gd name="connsiteY214" fmla="*/ 20239 h 714756"/>
                <a:gd name="connsiteX215" fmla="*/ 191077 w 450031"/>
                <a:gd name="connsiteY215" fmla="*/ 28743 h 714756"/>
                <a:gd name="connsiteX216" fmla="*/ 188760 w 450031"/>
                <a:gd name="connsiteY216" fmla="*/ 36817 h 714756"/>
                <a:gd name="connsiteX217" fmla="*/ 199548 w 450031"/>
                <a:gd name="connsiteY217" fmla="*/ 63025 h 714756"/>
                <a:gd name="connsiteX218" fmla="*/ 180289 w 450031"/>
                <a:gd name="connsiteY218" fmla="*/ 41052 h 714756"/>
                <a:gd name="connsiteX219" fmla="*/ 168343 w 450031"/>
                <a:gd name="connsiteY219" fmla="*/ 32217 h 714756"/>
                <a:gd name="connsiteX220" fmla="*/ 161394 w 450031"/>
                <a:gd name="connsiteY220" fmla="*/ 46082 h 714756"/>
                <a:gd name="connsiteX221" fmla="*/ 156762 w 450031"/>
                <a:gd name="connsiteY221" fmla="*/ 49160 h 714756"/>
                <a:gd name="connsiteX222" fmla="*/ 143525 w 450031"/>
                <a:gd name="connsiteY222" fmla="*/ 38769 h 714756"/>
                <a:gd name="connsiteX223" fmla="*/ 158185 w 450031"/>
                <a:gd name="connsiteY223" fmla="*/ 33342 h 714756"/>
                <a:gd name="connsiteX224" fmla="*/ 148257 w 450031"/>
                <a:gd name="connsiteY224" fmla="*/ 30033 h 714756"/>
                <a:gd name="connsiteX225" fmla="*/ 133631 w 450031"/>
                <a:gd name="connsiteY225" fmla="*/ 32350 h 714756"/>
                <a:gd name="connsiteX226" fmla="*/ 121289 w 450031"/>
                <a:gd name="connsiteY226" fmla="*/ 31191 h 714756"/>
                <a:gd name="connsiteX227" fmla="*/ 107391 w 450031"/>
                <a:gd name="connsiteY227" fmla="*/ 37346 h 714756"/>
                <a:gd name="connsiteX228" fmla="*/ 107391 w 450031"/>
                <a:gd name="connsiteY228" fmla="*/ 54686 h 714756"/>
                <a:gd name="connsiteX229" fmla="*/ 125557 w 450031"/>
                <a:gd name="connsiteY229" fmla="*/ 52634 h 714756"/>
                <a:gd name="connsiteX230" fmla="*/ 109740 w 450031"/>
                <a:gd name="connsiteY230" fmla="*/ 83772 h 714756"/>
                <a:gd name="connsiteX231" fmla="*/ 122083 w 450031"/>
                <a:gd name="connsiteY231" fmla="*/ 92244 h 714756"/>
                <a:gd name="connsiteX232" fmla="*/ 110501 w 450031"/>
                <a:gd name="connsiteY232" fmla="*/ 77220 h 714756"/>
                <a:gd name="connsiteX233" fmla="*/ 98953 w 450031"/>
                <a:gd name="connsiteY233" fmla="*/ 68352 h 714756"/>
                <a:gd name="connsiteX234" fmla="*/ 109740 w 450031"/>
                <a:gd name="connsiteY234" fmla="*/ 83772 h 714756"/>
                <a:gd name="connsiteX235" fmla="*/ 232175 w 450031"/>
                <a:gd name="connsiteY235" fmla="*/ 21330 h 714756"/>
                <a:gd name="connsiteX236" fmla="*/ 230256 w 450031"/>
                <a:gd name="connsiteY236" fmla="*/ 27949 h 714756"/>
                <a:gd name="connsiteX237" fmla="*/ 293492 w 450031"/>
                <a:gd name="connsiteY237" fmla="*/ 29868 h 714756"/>
                <a:gd name="connsiteX238" fmla="*/ 257092 w 450031"/>
                <a:gd name="connsiteY238" fmla="*/ 42211 h 714756"/>
                <a:gd name="connsiteX239" fmla="*/ 297926 w 450031"/>
                <a:gd name="connsiteY239" fmla="*/ 47604 h 714756"/>
                <a:gd name="connsiteX240" fmla="*/ 318740 w 450031"/>
                <a:gd name="connsiteY240" fmla="*/ 54553 h 714756"/>
                <a:gd name="connsiteX241" fmla="*/ 338594 w 450031"/>
                <a:gd name="connsiteY241" fmla="*/ 49524 h 714756"/>
                <a:gd name="connsiteX242" fmla="*/ 360930 w 450031"/>
                <a:gd name="connsiteY242" fmla="*/ 39894 h 714756"/>
                <a:gd name="connsiteX243" fmla="*/ 384822 w 450031"/>
                <a:gd name="connsiteY243" fmla="*/ 20239 h 714756"/>
                <a:gd name="connsiteX244" fmla="*/ 350507 w 450031"/>
                <a:gd name="connsiteY244" fmla="*/ 14084 h 714756"/>
                <a:gd name="connsiteX245" fmla="*/ 324696 w 450031"/>
                <a:gd name="connsiteY245" fmla="*/ 11370 h 714756"/>
                <a:gd name="connsiteX246" fmla="*/ 315067 w 450031"/>
                <a:gd name="connsiteY246" fmla="*/ 16003 h 714756"/>
                <a:gd name="connsiteX247" fmla="*/ 305140 w 450031"/>
                <a:gd name="connsiteY247" fmla="*/ 4818 h 714756"/>
                <a:gd name="connsiteX248" fmla="*/ 302062 w 450031"/>
                <a:gd name="connsiteY248" fmla="*/ 21794 h 714756"/>
                <a:gd name="connsiteX249" fmla="*/ 288164 w 450031"/>
                <a:gd name="connsiteY249" fmla="*/ 14084 h 714756"/>
                <a:gd name="connsiteX250" fmla="*/ 273935 w 450031"/>
                <a:gd name="connsiteY250" fmla="*/ 13289 h 714756"/>
                <a:gd name="connsiteX251" fmla="*/ 255041 w 450031"/>
                <a:gd name="connsiteY251" fmla="*/ 2502 h 714756"/>
                <a:gd name="connsiteX252" fmla="*/ 256166 w 450031"/>
                <a:gd name="connsiteY252" fmla="*/ 10212 h 714756"/>
                <a:gd name="connsiteX253" fmla="*/ 243459 w 450031"/>
                <a:gd name="connsiteY253" fmla="*/ 6903 h 714756"/>
                <a:gd name="connsiteX254" fmla="*/ 243856 w 450031"/>
                <a:gd name="connsiteY254" fmla="*/ 16565 h 714756"/>
                <a:gd name="connsiteX255" fmla="*/ 230620 w 450031"/>
                <a:gd name="connsiteY255" fmla="*/ 7300 h 714756"/>
                <a:gd name="connsiteX256" fmla="*/ 223307 w 450031"/>
                <a:gd name="connsiteY256" fmla="*/ 13918 h 714756"/>
                <a:gd name="connsiteX257" fmla="*/ 232307 w 450031"/>
                <a:gd name="connsiteY257" fmla="*/ 21397 h 714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50031" h="714756">
                  <a:moveTo>
                    <a:pt x="436377" y="382051"/>
                  </a:moveTo>
                  <a:cubicBezTo>
                    <a:pt x="435351" y="385889"/>
                    <a:pt x="428402" y="385128"/>
                    <a:pt x="428667" y="381256"/>
                  </a:cubicBezTo>
                  <a:cubicBezTo>
                    <a:pt x="428932" y="377385"/>
                    <a:pt x="417879" y="374341"/>
                    <a:pt x="417350" y="372521"/>
                  </a:cubicBezTo>
                  <a:cubicBezTo>
                    <a:pt x="416820" y="370701"/>
                    <a:pt x="421982" y="370998"/>
                    <a:pt x="426086" y="373282"/>
                  </a:cubicBezTo>
                  <a:cubicBezTo>
                    <a:pt x="430189" y="375565"/>
                    <a:pt x="433035" y="374076"/>
                    <a:pt x="437667" y="369708"/>
                  </a:cubicBezTo>
                  <a:cubicBezTo>
                    <a:pt x="442300" y="365340"/>
                    <a:pt x="448687" y="368947"/>
                    <a:pt x="449481" y="365075"/>
                  </a:cubicBezTo>
                  <a:cubicBezTo>
                    <a:pt x="450275" y="361204"/>
                    <a:pt x="442002" y="358656"/>
                    <a:pt x="440480" y="356339"/>
                  </a:cubicBezTo>
                  <a:cubicBezTo>
                    <a:pt x="437077" y="352760"/>
                    <a:pt x="432109" y="351121"/>
                    <a:pt x="427244" y="351971"/>
                  </a:cubicBezTo>
                  <a:cubicBezTo>
                    <a:pt x="421585" y="352997"/>
                    <a:pt x="421321" y="350681"/>
                    <a:pt x="417979" y="347603"/>
                  </a:cubicBezTo>
                  <a:cubicBezTo>
                    <a:pt x="414636" y="344526"/>
                    <a:pt x="404378" y="349655"/>
                    <a:pt x="404378" y="356869"/>
                  </a:cubicBezTo>
                  <a:cubicBezTo>
                    <a:pt x="404378" y="364082"/>
                    <a:pt x="397760" y="362263"/>
                    <a:pt x="400242" y="358391"/>
                  </a:cubicBezTo>
                  <a:cubicBezTo>
                    <a:pt x="402724" y="354519"/>
                    <a:pt x="397164" y="349920"/>
                    <a:pt x="402327" y="348464"/>
                  </a:cubicBezTo>
                  <a:cubicBezTo>
                    <a:pt x="407489" y="347008"/>
                    <a:pt x="404643" y="339463"/>
                    <a:pt x="395113" y="338702"/>
                  </a:cubicBezTo>
                  <a:cubicBezTo>
                    <a:pt x="385583" y="337941"/>
                    <a:pt x="381877" y="345883"/>
                    <a:pt x="384325" y="348464"/>
                  </a:cubicBezTo>
                  <a:cubicBezTo>
                    <a:pt x="386774" y="351045"/>
                    <a:pt x="377906" y="362097"/>
                    <a:pt x="374034" y="362097"/>
                  </a:cubicBezTo>
                  <a:cubicBezTo>
                    <a:pt x="370163" y="362097"/>
                    <a:pt x="374564" y="352600"/>
                    <a:pt x="374299" y="347438"/>
                  </a:cubicBezTo>
                  <a:cubicBezTo>
                    <a:pt x="374034" y="342276"/>
                    <a:pt x="370461" y="345122"/>
                    <a:pt x="363247" y="353361"/>
                  </a:cubicBezTo>
                  <a:cubicBezTo>
                    <a:pt x="356033" y="361601"/>
                    <a:pt x="350672" y="369013"/>
                    <a:pt x="346701" y="369906"/>
                  </a:cubicBezTo>
                  <a:cubicBezTo>
                    <a:pt x="342731" y="370800"/>
                    <a:pt x="343095" y="362428"/>
                    <a:pt x="349779" y="358854"/>
                  </a:cubicBezTo>
                  <a:cubicBezTo>
                    <a:pt x="356463" y="355280"/>
                    <a:pt x="356728" y="345618"/>
                    <a:pt x="361063" y="345618"/>
                  </a:cubicBezTo>
                  <a:cubicBezTo>
                    <a:pt x="365398" y="345618"/>
                    <a:pt x="365431" y="340489"/>
                    <a:pt x="359011" y="339000"/>
                  </a:cubicBezTo>
                  <a:cubicBezTo>
                    <a:pt x="352592" y="337511"/>
                    <a:pt x="351566" y="344658"/>
                    <a:pt x="349514" y="346710"/>
                  </a:cubicBezTo>
                  <a:cubicBezTo>
                    <a:pt x="347462" y="348762"/>
                    <a:pt x="336907" y="343103"/>
                    <a:pt x="337171" y="345155"/>
                  </a:cubicBezTo>
                  <a:cubicBezTo>
                    <a:pt x="337436" y="347206"/>
                    <a:pt x="331513" y="348000"/>
                    <a:pt x="334094" y="351773"/>
                  </a:cubicBezTo>
                  <a:cubicBezTo>
                    <a:pt x="336675" y="355545"/>
                    <a:pt x="332803" y="358987"/>
                    <a:pt x="330222" y="354354"/>
                  </a:cubicBezTo>
                  <a:cubicBezTo>
                    <a:pt x="327641" y="349721"/>
                    <a:pt x="321255" y="353328"/>
                    <a:pt x="318177" y="358457"/>
                  </a:cubicBezTo>
                  <a:cubicBezTo>
                    <a:pt x="315100" y="363586"/>
                    <a:pt x="310964" y="363354"/>
                    <a:pt x="314041" y="365075"/>
                  </a:cubicBezTo>
                  <a:cubicBezTo>
                    <a:pt x="316478" y="367257"/>
                    <a:pt x="316686" y="371002"/>
                    <a:pt x="314504" y="373439"/>
                  </a:cubicBezTo>
                  <a:cubicBezTo>
                    <a:pt x="313886" y="374129"/>
                    <a:pt x="313116" y="374664"/>
                    <a:pt x="312254" y="375002"/>
                  </a:cubicBezTo>
                  <a:cubicBezTo>
                    <a:pt x="307622" y="376293"/>
                    <a:pt x="309408" y="362395"/>
                    <a:pt x="305835" y="363685"/>
                  </a:cubicBezTo>
                  <a:cubicBezTo>
                    <a:pt x="302261" y="364976"/>
                    <a:pt x="304544" y="357067"/>
                    <a:pt x="309408" y="357067"/>
                  </a:cubicBezTo>
                  <a:cubicBezTo>
                    <a:pt x="314273" y="357067"/>
                    <a:pt x="319335" y="349887"/>
                    <a:pt x="318674" y="348100"/>
                  </a:cubicBezTo>
                  <a:cubicBezTo>
                    <a:pt x="317813" y="345088"/>
                    <a:pt x="312519" y="345783"/>
                    <a:pt x="312519" y="349622"/>
                  </a:cubicBezTo>
                  <a:cubicBezTo>
                    <a:pt x="312519" y="353460"/>
                    <a:pt x="304809" y="352732"/>
                    <a:pt x="298389" y="352468"/>
                  </a:cubicBezTo>
                  <a:cubicBezTo>
                    <a:pt x="291970" y="352203"/>
                    <a:pt x="292201" y="359913"/>
                    <a:pt x="299382" y="364016"/>
                  </a:cubicBezTo>
                  <a:cubicBezTo>
                    <a:pt x="306563" y="368119"/>
                    <a:pt x="298125" y="370634"/>
                    <a:pt x="294517" y="367623"/>
                  </a:cubicBezTo>
                  <a:cubicBezTo>
                    <a:pt x="290911" y="364612"/>
                    <a:pt x="285286" y="366068"/>
                    <a:pt x="281281" y="367855"/>
                  </a:cubicBezTo>
                  <a:cubicBezTo>
                    <a:pt x="277277" y="369642"/>
                    <a:pt x="290547" y="374307"/>
                    <a:pt x="291043" y="376624"/>
                  </a:cubicBezTo>
                  <a:cubicBezTo>
                    <a:pt x="291540" y="378940"/>
                    <a:pt x="284425" y="373778"/>
                    <a:pt x="282804" y="375598"/>
                  </a:cubicBezTo>
                  <a:cubicBezTo>
                    <a:pt x="281182" y="377418"/>
                    <a:pt x="274068" y="374307"/>
                    <a:pt x="273571" y="369939"/>
                  </a:cubicBezTo>
                  <a:cubicBezTo>
                    <a:pt x="273075" y="365572"/>
                    <a:pt x="261460" y="371726"/>
                    <a:pt x="267913" y="373249"/>
                  </a:cubicBezTo>
                  <a:cubicBezTo>
                    <a:pt x="274365" y="374771"/>
                    <a:pt x="272016" y="378907"/>
                    <a:pt x="272016" y="384566"/>
                  </a:cubicBezTo>
                  <a:cubicBezTo>
                    <a:pt x="272016" y="390224"/>
                    <a:pt x="264571" y="385856"/>
                    <a:pt x="266126" y="380992"/>
                  </a:cubicBezTo>
                  <a:cubicBezTo>
                    <a:pt x="267681" y="376127"/>
                    <a:pt x="261460" y="377120"/>
                    <a:pt x="256364" y="380198"/>
                  </a:cubicBezTo>
                  <a:cubicBezTo>
                    <a:pt x="251268" y="383275"/>
                    <a:pt x="257125" y="374539"/>
                    <a:pt x="255074" y="370270"/>
                  </a:cubicBezTo>
                  <a:cubicBezTo>
                    <a:pt x="253022" y="366002"/>
                    <a:pt x="248456" y="370270"/>
                    <a:pt x="242963" y="371329"/>
                  </a:cubicBezTo>
                  <a:cubicBezTo>
                    <a:pt x="237470" y="372388"/>
                    <a:pt x="234756" y="372587"/>
                    <a:pt x="238098" y="376194"/>
                  </a:cubicBezTo>
                  <a:cubicBezTo>
                    <a:pt x="241441" y="379801"/>
                    <a:pt x="240944" y="384930"/>
                    <a:pt x="236543" y="384168"/>
                  </a:cubicBezTo>
                  <a:cubicBezTo>
                    <a:pt x="232142" y="383407"/>
                    <a:pt x="230388" y="384168"/>
                    <a:pt x="230885" y="388272"/>
                  </a:cubicBezTo>
                  <a:cubicBezTo>
                    <a:pt x="231381" y="392375"/>
                    <a:pt x="225259" y="392640"/>
                    <a:pt x="224730" y="389033"/>
                  </a:cubicBezTo>
                  <a:cubicBezTo>
                    <a:pt x="224200" y="385426"/>
                    <a:pt x="215497" y="386452"/>
                    <a:pt x="212916" y="390588"/>
                  </a:cubicBezTo>
                  <a:cubicBezTo>
                    <a:pt x="210335" y="394724"/>
                    <a:pt x="202989" y="397802"/>
                    <a:pt x="203916" y="402401"/>
                  </a:cubicBezTo>
                  <a:cubicBezTo>
                    <a:pt x="204842" y="407001"/>
                    <a:pt x="210335" y="400085"/>
                    <a:pt x="214968" y="401640"/>
                  </a:cubicBezTo>
                  <a:cubicBezTo>
                    <a:pt x="219601" y="403196"/>
                    <a:pt x="214703" y="405479"/>
                    <a:pt x="217284" y="407795"/>
                  </a:cubicBezTo>
                  <a:cubicBezTo>
                    <a:pt x="219865" y="410111"/>
                    <a:pt x="219336" y="415770"/>
                    <a:pt x="215729" y="412428"/>
                  </a:cubicBezTo>
                  <a:cubicBezTo>
                    <a:pt x="212122" y="409086"/>
                    <a:pt x="207523" y="408027"/>
                    <a:pt x="206728" y="413454"/>
                  </a:cubicBezTo>
                  <a:cubicBezTo>
                    <a:pt x="205934" y="418880"/>
                    <a:pt x="202129" y="412692"/>
                    <a:pt x="199018" y="408821"/>
                  </a:cubicBezTo>
                  <a:cubicBezTo>
                    <a:pt x="195908" y="404949"/>
                    <a:pt x="192863" y="416035"/>
                    <a:pt x="189521" y="413454"/>
                  </a:cubicBezTo>
                  <a:cubicBezTo>
                    <a:pt x="186179" y="410873"/>
                    <a:pt x="196140" y="402931"/>
                    <a:pt x="193625" y="399059"/>
                  </a:cubicBezTo>
                  <a:cubicBezTo>
                    <a:pt x="191110" y="395188"/>
                    <a:pt x="189257" y="401376"/>
                    <a:pt x="183366" y="407299"/>
                  </a:cubicBezTo>
                  <a:cubicBezTo>
                    <a:pt x="177476" y="413222"/>
                    <a:pt x="169501" y="412957"/>
                    <a:pt x="172314" y="415770"/>
                  </a:cubicBezTo>
                  <a:cubicBezTo>
                    <a:pt x="175127" y="418583"/>
                    <a:pt x="166391" y="420138"/>
                    <a:pt x="164869" y="425002"/>
                  </a:cubicBezTo>
                  <a:cubicBezTo>
                    <a:pt x="163347" y="429866"/>
                    <a:pt x="151236" y="431620"/>
                    <a:pt x="143525" y="436849"/>
                  </a:cubicBezTo>
                  <a:cubicBezTo>
                    <a:pt x="135815" y="442077"/>
                    <a:pt x="145081" y="442242"/>
                    <a:pt x="149449" y="437345"/>
                  </a:cubicBezTo>
                  <a:cubicBezTo>
                    <a:pt x="153817" y="432448"/>
                    <a:pt x="155372" y="435293"/>
                    <a:pt x="162288" y="430925"/>
                  </a:cubicBezTo>
                  <a:cubicBezTo>
                    <a:pt x="169204" y="426557"/>
                    <a:pt x="176682" y="422951"/>
                    <a:pt x="179263" y="424737"/>
                  </a:cubicBezTo>
                  <a:cubicBezTo>
                    <a:pt x="182129" y="427207"/>
                    <a:pt x="186454" y="426887"/>
                    <a:pt x="188924" y="424021"/>
                  </a:cubicBezTo>
                  <a:cubicBezTo>
                    <a:pt x="189142" y="423767"/>
                    <a:pt x="189342" y="423498"/>
                    <a:pt x="189521" y="423215"/>
                  </a:cubicBezTo>
                  <a:cubicBezTo>
                    <a:pt x="192830" y="418583"/>
                    <a:pt x="197000" y="419608"/>
                    <a:pt x="200309" y="422454"/>
                  </a:cubicBezTo>
                  <a:cubicBezTo>
                    <a:pt x="203618" y="425300"/>
                    <a:pt x="194684" y="427583"/>
                    <a:pt x="198787" y="431686"/>
                  </a:cubicBezTo>
                  <a:cubicBezTo>
                    <a:pt x="202890" y="435790"/>
                    <a:pt x="193889" y="438106"/>
                    <a:pt x="193889" y="434532"/>
                  </a:cubicBezTo>
                  <a:cubicBezTo>
                    <a:pt x="193889" y="430958"/>
                    <a:pt x="188760" y="427914"/>
                    <a:pt x="186973" y="431223"/>
                  </a:cubicBezTo>
                  <a:cubicBezTo>
                    <a:pt x="185187" y="434532"/>
                    <a:pt x="182076" y="438139"/>
                    <a:pt x="178734" y="438404"/>
                  </a:cubicBezTo>
                  <a:cubicBezTo>
                    <a:pt x="175392" y="438669"/>
                    <a:pt x="171818" y="444823"/>
                    <a:pt x="171818" y="451011"/>
                  </a:cubicBezTo>
                  <a:cubicBezTo>
                    <a:pt x="171818" y="457199"/>
                    <a:pt x="165895" y="451011"/>
                    <a:pt x="165398" y="456405"/>
                  </a:cubicBezTo>
                  <a:cubicBezTo>
                    <a:pt x="164902" y="461799"/>
                    <a:pt x="156629" y="471296"/>
                    <a:pt x="149449" y="478212"/>
                  </a:cubicBezTo>
                  <a:cubicBezTo>
                    <a:pt x="142268" y="485128"/>
                    <a:pt x="148919" y="486716"/>
                    <a:pt x="146603" y="491084"/>
                  </a:cubicBezTo>
                  <a:cubicBezTo>
                    <a:pt x="144287" y="495452"/>
                    <a:pt x="135815" y="491580"/>
                    <a:pt x="133003" y="493400"/>
                  </a:cubicBezTo>
                  <a:cubicBezTo>
                    <a:pt x="130190" y="495220"/>
                    <a:pt x="134558" y="505975"/>
                    <a:pt x="130686" y="509350"/>
                  </a:cubicBezTo>
                  <a:cubicBezTo>
                    <a:pt x="126815" y="512725"/>
                    <a:pt x="130686" y="517292"/>
                    <a:pt x="130686" y="521163"/>
                  </a:cubicBezTo>
                  <a:cubicBezTo>
                    <a:pt x="130686" y="525035"/>
                    <a:pt x="120759" y="518847"/>
                    <a:pt x="119899" y="522686"/>
                  </a:cubicBezTo>
                  <a:cubicBezTo>
                    <a:pt x="119038" y="526524"/>
                    <a:pt x="110369" y="525531"/>
                    <a:pt x="107821" y="526557"/>
                  </a:cubicBezTo>
                  <a:cubicBezTo>
                    <a:pt x="105273" y="527583"/>
                    <a:pt x="112983" y="533738"/>
                    <a:pt x="117748" y="537345"/>
                  </a:cubicBezTo>
                  <a:cubicBezTo>
                    <a:pt x="122513" y="540952"/>
                    <a:pt x="113380" y="543764"/>
                    <a:pt x="112354" y="539661"/>
                  </a:cubicBezTo>
                  <a:cubicBezTo>
                    <a:pt x="111328" y="535558"/>
                    <a:pt x="104909" y="542209"/>
                    <a:pt x="96934" y="545816"/>
                  </a:cubicBezTo>
                  <a:cubicBezTo>
                    <a:pt x="88959" y="549423"/>
                    <a:pt x="92301" y="556603"/>
                    <a:pt x="86146" y="556868"/>
                  </a:cubicBezTo>
                  <a:cubicBezTo>
                    <a:pt x="79992" y="557133"/>
                    <a:pt x="81779" y="566795"/>
                    <a:pt x="77675" y="570104"/>
                  </a:cubicBezTo>
                  <a:cubicBezTo>
                    <a:pt x="73572" y="573413"/>
                    <a:pt x="74565" y="562924"/>
                    <a:pt x="68145" y="562659"/>
                  </a:cubicBezTo>
                  <a:cubicBezTo>
                    <a:pt x="61726" y="562394"/>
                    <a:pt x="62222" y="566994"/>
                    <a:pt x="66094" y="572586"/>
                  </a:cubicBezTo>
                  <a:cubicBezTo>
                    <a:pt x="69965" y="578178"/>
                    <a:pt x="60170" y="573877"/>
                    <a:pt x="56597" y="578509"/>
                  </a:cubicBezTo>
                  <a:cubicBezTo>
                    <a:pt x="53023" y="583142"/>
                    <a:pt x="42699" y="580793"/>
                    <a:pt x="40051" y="584664"/>
                  </a:cubicBezTo>
                  <a:cubicBezTo>
                    <a:pt x="37404" y="588536"/>
                    <a:pt x="47761" y="588503"/>
                    <a:pt x="49284" y="591580"/>
                  </a:cubicBezTo>
                  <a:cubicBezTo>
                    <a:pt x="50806" y="594658"/>
                    <a:pt x="40051" y="593135"/>
                    <a:pt x="34393" y="591845"/>
                  </a:cubicBezTo>
                  <a:cubicBezTo>
                    <a:pt x="28734" y="590554"/>
                    <a:pt x="30290" y="599025"/>
                    <a:pt x="25128" y="598033"/>
                  </a:cubicBezTo>
                  <a:cubicBezTo>
                    <a:pt x="19965" y="597040"/>
                    <a:pt x="13579" y="602368"/>
                    <a:pt x="17186" y="606008"/>
                  </a:cubicBezTo>
                  <a:cubicBezTo>
                    <a:pt x="20793" y="609648"/>
                    <a:pt x="14340" y="610111"/>
                    <a:pt x="10568" y="607794"/>
                  </a:cubicBezTo>
                  <a:cubicBezTo>
                    <a:pt x="6795" y="605478"/>
                    <a:pt x="3950" y="611103"/>
                    <a:pt x="2626" y="615505"/>
                  </a:cubicBezTo>
                  <a:cubicBezTo>
                    <a:pt x="1302" y="619906"/>
                    <a:pt x="9542" y="622123"/>
                    <a:pt x="9244" y="624207"/>
                  </a:cubicBezTo>
                  <a:cubicBezTo>
                    <a:pt x="8946" y="626292"/>
                    <a:pt x="2626" y="629634"/>
                    <a:pt x="7159" y="630660"/>
                  </a:cubicBezTo>
                  <a:cubicBezTo>
                    <a:pt x="11693" y="631686"/>
                    <a:pt x="8450" y="635789"/>
                    <a:pt x="5372" y="637080"/>
                  </a:cubicBezTo>
                  <a:cubicBezTo>
                    <a:pt x="2295" y="638370"/>
                    <a:pt x="2295" y="641448"/>
                    <a:pt x="5372" y="645286"/>
                  </a:cubicBezTo>
                  <a:cubicBezTo>
                    <a:pt x="8450" y="649125"/>
                    <a:pt x="-21" y="649919"/>
                    <a:pt x="4082" y="655842"/>
                  </a:cubicBezTo>
                  <a:cubicBezTo>
                    <a:pt x="8185" y="661765"/>
                    <a:pt x="11263" y="654287"/>
                    <a:pt x="13083" y="658655"/>
                  </a:cubicBezTo>
                  <a:cubicBezTo>
                    <a:pt x="14903" y="663023"/>
                    <a:pt x="19701" y="659184"/>
                    <a:pt x="25425" y="654022"/>
                  </a:cubicBezTo>
                  <a:cubicBezTo>
                    <a:pt x="31150" y="648860"/>
                    <a:pt x="33135" y="659680"/>
                    <a:pt x="28503" y="659449"/>
                  </a:cubicBezTo>
                  <a:cubicBezTo>
                    <a:pt x="23870" y="659217"/>
                    <a:pt x="18576" y="661997"/>
                    <a:pt x="19502" y="666629"/>
                  </a:cubicBezTo>
                  <a:cubicBezTo>
                    <a:pt x="20429" y="671262"/>
                    <a:pt x="12321" y="670468"/>
                    <a:pt x="12586" y="664809"/>
                  </a:cubicBezTo>
                  <a:cubicBezTo>
                    <a:pt x="12851" y="659151"/>
                    <a:pt x="3056" y="665835"/>
                    <a:pt x="6663" y="669972"/>
                  </a:cubicBezTo>
                  <a:cubicBezTo>
                    <a:pt x="10270" y="674108"/>
                    <a:pt x="5372" y="676391"/>
                    <a:pt x="5372" y="680230"/>
                  </a:cubicBezTo>
                  <a:cubicBezTo>
                    <a:pt x="5372" y="684068"/>
                    <a:pt x="12321" y="683307"/>
                    <a:pt x="15134" y="678939"/>
                  </a:cubicBezTo>
                  <a:cubicBezTo>
                    <a:pt x="17947" y="674571"/>
                    <a:pt x="22580" y="675630"/>
                    <a:pt x="24399" y="679998"/>
                  </a:cubicBezTo>
                  <a:cubicBezTo>
                    <a:pt x="26219" y="684366"/>
                    <a:pt x="20032" y="681024"/>
                    <a:pt x="20032" y="686914"/>
                  </a:cubicBezTo>
                  <a:cubicBezTo>
                    <a:pt x="20032" y="692804"/>
                    <a:pt x="16160" y="687675"/>
                    <a:pt x="12818" y="692308"/>
                  </a:cubicBezTo>
                  <a:cubicBezTo>
                    <a:pt x="9476" y="696940"/>
                    <a:pt x="26054" y="705544"/>
                    <a:pt x="31084" y="706702"/>
                  </a:cubicBezTo>
                  <a:cubicBezTo>
                    <a:pt x="36113" y="707860"/>
                    <a:pt x="41011" y="713651"/>
                    <a:pt x="51368" y="712096"/>
                  </a:cubicBezTo>
                  <a:cubicBezTo>
                    <a:pt x="61726" y="710541"/>
                    <a:pt x="81150" y="691547"/>
                    <a:pt x="83764" y="688204"/>
                  </a:cubicBezTo>
                  <a:cubicBezTo>
                    <a:pt x="86378" y="684862"/>
                    <a:pt x="91970" y="688734"/>
                    <a:pt x="95842" y="685623"/>
                  </a:cubicBezTo>
                  <a:cubicBezTo>
                    <a:pt x="99714" y="682513"/>
                    <a:pt x="97364" y="674604"/>
                    <a:pt x="100210" y="673049"/>
                  </a:cubicBezTo>
                  <a:cubicBezTo>
                    <a:pt x="103056" y="671494"/>
                    <a:pt x="104578" y="681520"/>
                    <a:pt x="107159" y="682546"/>
                  </a:cubicBezTo>
                  <a:cubicBezTo>
                    <a:pt x="109740" y="683572"/>
                    <a:pt x="111163" y="685293"/>
                    <a:pt x="111262" y="690422"/>
                  </a:cubicBezTo>
                  <a:cubicBezTo>
                    <a:pt x="113104" y="690011"/>
                    <a:pt x="115031" y="690282"/>
                    <a:pt x="116689" y="691183"/>
                  </a:cubicBezTo>
                  <a:cubicBezTo>
                    <a:pt x="119998" y="693698"/>
                    <a:pt x="120825" y="682943"/>
                    <a:pt x="120825" y="679667"/>
                  </a:cubicBezTo>
                  <a:cubicBezTo>
                    <a:pt x="120825" y="676391"/>
                    <a:pt x="124134" y="669740"/>
                    <a:pt x="123307" y="665604"/>
                  </a:cubicBezTo>
                  <a:cubicBezTo>
                    <a:pt x="122480" y="661467"/>
                    <a:pt x="133234" y="664776"/>
                    <a:pt x="134856" y="661500"/>
                  </a:cubicBezTo>
                  <a:cubicBezTo>
                    <a:pt x="136477" y="658224"/>
                    <a:pt x="137338" y="646643"/>
                    <a:pt x="134029" y="644955"/>
                  </a:cubicBezTo>
                  <a:cubicBezTo>
                    <a:pt x="130719" y="643267"/>
                    <a:pt x="129925" y="636385"/>
                    <a:pt x="133234" y="636385"/>
                  </a:cubicBezTo>
                  <a:cubicBezTo>
                    <a:pt x="136543" y="636385"/>
                    <a:pt x="140680" y="633903"/>
                    <a:pt x="139852" y="627318"/>
                  </a:cubicBezTo>
                  <a:cubicBezTo>
                    <a:pt x="139025" y="620733"/>
                    <a:pt x="129098" y="621527"/>
                    <a:pt x="128304" y="614942"/>
                  </a:cubicBezTo>
                  <a:cubicBezTo>
                    <a:pt x="127510" y="608357"/>
                    <a:pt x="133234" y="606669"/>
                    <a:pt x="129098" y="598397"/>
                  </a:cubicBezTo>
                  <a:cubicBezTo>
                    <a:pt x="124962" y="590124"/>
                    <a:pt x="130753" y="585160"/>
                    <a:pt x="129098" y="581057"/>
                  </a:cubicBezTo>
                  <a:cubicBezTo>
                    <a:pt x="126401" y="575416"/>
                    <a:pt x="127038" y="568747"/>
                    <a:pt x="130753" y="563718"/>
                  </a:cubicBezTo>
                  <a:cubicBezTo>
                    <a:pt x="135716" y="555478"/>
                    <a:pt x="144816" y="551342"/>
                    <a:pt x="148092" y="552169"/>
                  </a:cubicBezTo>
                  <a:cubicBezTo>
                    <a:pt x="151368" y="552996"/>
                    <a:pt x="157192" y="556305"/>
                    <a:pt x="159674" y="551342"/>
                  </a:cubicBezTo>
                  <a:cubicBezTo>
                    <a:pt x="162155" y="546378"/>
                    <a:pt x="162122" y="542275"/>
                    <a:pt x="159674" y="541415"/>
                  </a:cubicBezTo>
                  <a:cubicBezTo>
                    <a:pt x="157225" y="540554"/>
                    <a:pt x="150574" y="538966"/>
                    <a:pt x="155537" y="532348"/>
                  </a:cubicBezTo>
                  <a:cubicBezTo>
                    <a:pt x="160501" y="525730"/>
                    <a:pt x="166259" y="517490"/>
                    <a:pt x="167086" y="510078"/>
                  </a:cubicBezTo>
                  <a:cubicBezTo>
                    <a:pt x="167913" y="502666"/>
                    <a:pt x="165431" y="496842"/>
                    <a:pt x="167913" y="494360"/>
                  </a:cubicBezTo>
                  <a:cubicBezTo>
                    <a:pt x="170395" y="491878"/>
                    <a:pt x="176186" y="494360"/>
                    <a:pt x="181149" y="491051"/>
                  </a:cubicBezTo>
                  <a:cubicBezTo>
                    <a:pt x="186113" y="487742"/>
                    <a:pt x="181977" y="483606"/>
                    <a:pt x="184458" y="481124"/>
                  </a:cubicBezTo>
                  <a:cubicBezTo>
                    <a:pt x="186940" y="478642"/>
                    <a:pt x="190249" y="470402"/>
                    <a:pt x="193525" y="467888"/>
                  </a:cubicBezTo>
                  <a:cubicBezTo>
                    <a:pt x="196801" y="465373"/>
                    <a:pt x="200143" y="462097"/>
                    <a:pt x="197662" y="458788"/>
                  </a:cubicBezTo>
                  <a:cubicBezTo>
                    <a:pt x="195180" y="455479"/>
                    <a:pt x="202625" y="452170"/>
                    <a:pt x="202625" y="446379"/>
                  </a:cubicBezTo>
                  <a:cubicBezTo>
                    <a:pt x="202625" y="440588"/>
                    <a:pt x="210865" y="436452"/>
                    <a:pt x="215861" y="436452"/>
                  </a:cubicBezTo>
                  <a:cubicBezTo>
                    <a:pt x="220858" y="436452"/>
                    <a:pt x="229098" y="436452"/>
                    <a:pt x="229098" y="431488"/>
                  </a:cubicBezTo>
                  <a:cubicBezTo>
                    <a:pt x="229098" y="426524"/>
                    <a:pt x="225789" y="415803"/>
                    <a:pt x="233201" y="419112"/>
                  </a:cubicBezTo>
                  <a:cubicBezTo>
                    <a:pt x="240613" y="422421"/>
                    <a:pt x="246437" y="418285"/>
                    <a:pt x="251368" y="422421"/>
                  </a:cubicBezTo>
                  <a:cubicBezTo>
                    <a:pt x="256298" y="426557"/>
                    <a:pt x="262916" y="425730"/>
                    <a:pt x="262916" y="419112"/>
                  </a:cubicBezTo>
                  <a:cubicBezTo>
                    <a:pt x="262916" y="412494"/>
                    <a:pt x="265431" y="401773"/>
                    <a:pt x="272843" y="405876"/>
                  </a:cubicBezTo>
                  <a:cubicBezTo>
                    <a:pt x="273439" y="406207"/>
                    <a:pt x="273968" y="406571"/>
                    <a:pt x="274531" y="406935"/>
                  </a:cubicBezTo>
                  <a:cubicBezTo>
                    <a:pt x="276980" y="401409"/>
                    <a:pt x="281679" y="397901"/>
                    <a:pt x="286047" y="398430"/>
                  </a:cubicBezTo>
                  <a:cubicBezTo>
                    <a:pt x="292665" y="399291"/>
                    <a:pt x="296768" y="410839"/>
                    <a:pt x="305040" y="412461"/>
                  </a:cubicBezTo>
                  <a:cubicBezTo>
                    <a:pt x="313313" y="414082"/>
                    <a:pt x="321586" y="417424"/>
                    <a:pt x="324034" y="413288"/>
                  </a:cubicBezTo>
                  <a:cubicBezTo>
                    <a:pt x="326483" y="409152"/>
                    <a:pt x="332307" y="415770"/>
                    <a:pt x="337271" y="414115"/>
                  </a:cubicBezTo>
                  <a:cubicBezTo>
                    <a:pt x="342234" y="412461"/>
                    <a:pt x="342234" y="423215"/>
                    <a:pt x="347198" y="416597"/>
                  </a:cubicBezTo>
                  <a:cubicBezTo>
                    <a:pt x="352161" y="409979"/>
                    <a:pt x="346371" y="405876"/>
                    <a:pt x="354610" y="406670"/>
                  </a:cubicBezTo>
                  <a:cubicBezTo>
                    <a:pt x="362850" y="407464"/>
                    <a:pt x="357919" y="397603"/>
                    <a:pt x="357919" y="391812"/>
                  </a:cubicBezTo>
                  <a:cubicBezTo>
                    <a:pt x="357919" y="386021"/>
                    <a:pt x="368674" y="385194"/>
                    <a:pt x="368674" y="380264"/>
                  </a:cubicBezTo>
                  <a:cubicBezTo>
                    <a:pt x="368674" y="375333"/>
                    <a:pt x="383531" y="379403"/>
                    <a:pt x="385980" y="376127"/>
                  </a:cubicBezTo>
                  <a:cubicBezTo>
                    <a:pt x="388428" y="372851"/>
                    <a:pt x="396734" y="370337"/>
                    <a:pt x="400043" y="376127"/>
                  </a:cubicBezTo>
                  <a:cubicBezTo>
                    <a:pt x="403352" y="381918"/>
                    <a:pt x="417383" y="383540"/>
                    <a:pt x="418210" y="388503"/>
                  </a:cubicBezTo>
                  <a:cubicBezTo>
                    <a:pt x="418410" y="391732"/>
                    <a:pt x="418410" y="394970"/>
                    <a:pt x="418210" y="398199"/>
                  </a:cubicBezTo>
                  <a:cubicBezTo>
                    <a:pt x="420265" y="395907"/>
                    <a:pt x="423118" y="394487"/>
                    <a:pt x="426185" y="394228"/>
                  </a:cubicBezTo>
                  <a:cubicBezTo>
                    <a:pt x="431314" y="394228"/>
                    <a:pt x="436112" y="386518"/>
                    <a:pt x="440579" y="387610"/>
                  </a:cubicBezTo>
                  <a:cubicBezTo>
                    <a:pt x="444418" y="388470"/>
                    <a:pt x="448223" y="387841"/>
                    <a:pt x="449415" y="381389"/>
                  </a:cubicBezTo>
                  <a:cubicBezTo>
                    <a:pt x="445179" y="378874"/>
                    <a:pt x="437303" y="378543"/>
                    <a:pt x="436377" y="382051"/>
                  </a:cubicBezTo>
                  <a:close/>
                  <a:moveTo>
                    <a:pt x="125557" y="52634"/>
                  </a:moveTo>
                  <a:cubicBezTo>
                    <a:pt x="132870" y="54156"/>
                    <a:pt x="117847" y="62263"/>
                    <a:pt x="115630" y="69577"/>
                  </a:cubicBezTo>
                  <a:cubicBezTo>
                    <a:pt x="113413" y="76890"/>
                    <a:pt x="127179" y="83441"/>
                    <a:pt x="132970" y="88835"/>
                  </a:cubicBezTo>
                  <a:cubicBezTo>
                    <a:pt x="138760" y="94229"/>
                    <a:pt x="152625" y="93468"/>
                    <a:pt x="157622" y="90390"/>
                  </a:cubicBezTo>
                  <a:cubicBezTo>
                    <a:pt x="162619" y="87313"/>
                    <a:pt x="161130" y="76526"/>
                    <a:pt x="167549" y="76890"/>
                  </a:cubicBezTo>
                  <a:cubicBezTo>
                    <a:pt x="173969" y="77254"/>
                    <a:pt x="170627" y="71099"/>
                    <a:pt x="176020" y="69179"/>
                  </a:cubicBezTo>
                  <a:cubicBezTo>
                    <a:pt x="181414" y="67260"/>
                    <a:pt x="182175" y="74209"/>
                    <a:pt x="177543" y="79603"/>
                  </a:cubicBezTo>
                  <a:cubicBezTo>
                    <a:pt x="172910" y="84997"/>
                    <a:pt x="185650" y="84600"/>
                    <a:pt x="192566" y="78048"/>
                  </a:cubicBezTo>
                  <a:cubicBezTo>
                    <a:pt x="199482" y="71496"/>
                    <a:pt x="201070" y="77684"/>
                    <a:pt x="199515" y="83839"/>
                  </a:cubicBezTo>
                  <a:cubicBezTo>
                    <a:pt x="197959" y="89993"/>
                    <a:pt x="183731" y="86552"/>
                    <a:pt x="178701" y="93468"/>
                  </a:cubicBezTo>
                  <a:cubicBezTo>
                    <a:pt x="173671" y="100384"/>
                    <a:pt x="158284" y="95023"/>
                    <a:pt x="151335" y="102733"/>
                  </a:cubicBezTo>
                  <a:cubicBezTo>
                    <a:pt x="144386" y="110443"/>
                    <a:pt x="157490" y="110807"/>
                    <a:pt x="167152" y="108888"/>
                  </a:cubicBezTo>
                  <a:cubicBezTo>
                    <a:pt x="176815" y="106969"/>
                    <a:pt x="194882" y="105811"/>
                    <a:pt x="201831" y="107333"/>
                  </a:cubicBezTo>
                  <a:cubicBezTo>
                    <a:pt x="208780" y="108855"/>
                    <a:pt x="197596" y="111204"/>
                    <a:pt x="186014" y="111204"/>
                  </a:cubicBezTo>
                  <a:cubicBezTo>
                    <a:pt x="174432" y="111204"/>
                    <a:pt x="170627" y="114679"/>
                    <a:pt x="170991" y="117823"/>
                  </a:cubicBezTo>
                  <a:cubicBezTo>
                    <a:pt x="171355" y="120966"/>
                    <a:pt x="154809" y="114348"/>
                    <a:pt x="154048" y="121132"/>
                  </a:cubicBezTo>
                  <a:cubicBezTo>
                    <a:pt x="153287" y="127915"/>
                    <a:pt x="169469" y="130761"/>
                    <a:pt x="171388" y="134997"/>
                  </a:cubicBezTo>
                  <a:cubicBezTo>
                    <a:pt x="173307" y="139232"/>
                    <a:pt x="184095" y="135394"/>
                    <a:pt x="188330" y="136916"/>
                  </a:cubicBezTo>
                  <a:cubicBezTo>
                    <a:pt x="192566" y="138438"/>
                    <a:pt x="181414" y="141548"/>
                    <a:pt x="179859" y="143534"/>
                  </a:cubicBezTo>
                  <a:cubicBezTo>
                    <a:pt x="178304" y="145519"/>
                    <a:pt x="191805" y="148167"/>
                    <a:pt x="194121" y="152038"/>
                  </a:cubicBezTo>
                  <a:cubicBezTo>
                    <a:pt x="196437" y="155910"/>
                    <a:pt x="206067" y="153957"/>
                    <a:pt x="205670" y="148729"/>
                  </a:cubicBezTo>
                  <a:cubicBezTo>
                    <a:pt x="205206" y="142111"/>
                    <a:pt x="214174" y="121760"/>
                    <a:pt x="225723" y="117492"/>
                  </a:cubicBezTo>
                  <a:cubicBezTo>
                    <a:pt x="237271" y="113223"/>
                    <a:pt x="230752" y="109418"/>
                    <a:pt x="232341" y="102866"/>
                  </a:cubicBezTo>
                  <a:cubicBezTo>
                    <a:pt x="233929" y="96314"/>
                    <a:pt x="243128" y="101707"/>
                    <a:pt x="240448" y="96248"/>
                  </a:cubicBezTo>
                  <a:cubicBezTo>
                    <a:pt x="237767" y="90788"/>
                    <a:pt x="239290" y="88537"/>
                    <a:pt x="246603" y="81588"/>
                  </a:cubicBezTo>
                  <a:cubicBezTo>
                    <a:pt x="253916" y="74639"/>
                    <a:pt x="258581" y="79669"/>
                    <a:pt x="267417" y="75434"/>
                  </a:cubicBezTo>
                  <a:cubicBezTo>
                    <a:pt x="276252" y="71198"/>
                    <a:pt x="280653" y="78511"/>
                    <a:pt x="270924" y="79272"/>
                  </a:cubicBezTo>
                  <a:cubicBezTo>
                    <a:pt x="262453" y="79967"/>
                    <a:pt x="266656" y="89696"/>
                    <a:pt x="273604" y="92508"/>
                  </a:cubicBezTo>
                  <a:cubicBezTo>
                    <a:pt x="280553" y="95321"/>
                    <a:pt x="274365" y="97538"/>
                    <a:pt x="279759" y="98696"/>
                  </a:cubicBezTo>
                  <a:cubicBezTo>
                    <a:pt x="285153" y="99854"/>
                    <a:pt x="283631" y="107928"/>
                    <a:pt x="276682" y="115241"/>
                  </a:cubicBezTo>
                  <a:cubicBezTo>
                    <a:pt x="269733" y="122554"/>
                    <a:pt x="278601" y="124110"/>
                    <a:pt x="293227" y="118716"/>
                  </a:cubicBezTo>
                  <a:cubicBezTo>
                    <a:pt x="307853" y="113322"/>
                    <a:pt x="298621" y="123349"/>
                    <a:pt x="302856" y="127584"/>
                  </a:cubicBezTo>
                  <a:cubicBezTo>
                    <a:pt x="307092" y="131820"/>
                    <a:pt x="318674" y="124507"/>
                    <a:pt x="324829" y="117194"/>
                  </a:cubicBezTo>
                  <a:cubicBezTo>
                    <a:pt x="330983" y="109881"/>
                    <a:pt x="340216" y="111072"/>
                    <a:pt x="339852" y="107267"/>
                  </a:cubicBezTo>
                  <a:cubicBezTo>
                    <a:pt x="339488" y="103461"/>
                    <a:pt x="332936" y="101873"/>
                    <a:pt x="327542" y="104189"/>
                  </a:cubicBezTo>
                  <a:cubicBezTo>
                    <a:pt x="322148" y="106506"/>
                    <a:pt x="308647" y="104950"/>
                    <a:pt x="313247" y="100715"/>
                  </a:cubicBezTo>
                  <a:cubicBezTo>
                    <a:pt x="317846" y="96479"/>
                    <a:pt x="317119" y="93005"/>
                    <a:pt x="310203" y="93766"/>
                  </a:cubicBezTo>
                  <a:cubicBezTo>
                    <a:pt x="303287" y="94527"/>
                    <a:pt x="290911" y="91085"/>
                    <a:pt x="296702" y="88769"/>
                  </a:cubicBezTo>
                  <a:cubicBezTo>
                    <a:pt x="302492" y="86453"/>
                    <a:pt x="292466" y="78842"/>
                    <a:pt x="287072" y="79140"/>
                  </a:cubicBezTo>
                  <a:cubicBezTo>
                    <a:pt x="281679" y="79438"/>
                    <a:pt x="283201" y="73349"/>
                    <a:pt x="283598" y="69213"/>
                  </a:cubicBezTo>
                  <a:cubicBezTo>
                    <a:pt x="283995" y="65076"/>
                    <a:pt x="268178" y="63025"/>
                    <a:pt x="271255" y="61502"/>
                  </a:cubicBezTo>
                  <a:cubicBezTo>
                    <a:pt x="274333" y="59980"/>
                    <a:pt x="264637" y="56473"/>
                    <a:pt x="262387" y="59550"/>
                  </a:cubicBezTo>
                  <a:cubicBezTo>
                    <a:pt x="261395" y="61341"/>
                    <a:pt x="259139" y="61988"/>
                    <a:pt x="257349" y="60996"/>
                  </a:cubicBezTo>
                  <a:cubicBezTo>
                    <a:pt x="256015" y="60258"/>
                    <a:pt x="255270" y="58778"/>
                    <a:pt x="255471" y="57267"/>
                  </a:cubicBezTo>
                  <a:cubicBezTo>
                    <a:pt x="255471" y="52634"/>
                    <a:pt x="243889" y="53792"/>
                    <a:pt x="239256" y="54156"/>
                  </a:cubicBezTo>
                  <a:cubicBezTo>
                    <a:pt x="234624" y="54520"/>
                    <a:pt x="236940" y="44229"/>
                    <a:pt x="232307" y="40688"/>
                  </a:cubicBezTo>
                  <a:cubicBezTo>
                    <a:pt x="227675" y="37148"/>
                    <a:pt x="221520" y="47604"/>
                    <a:pt x="218045" y="46843"/>
                  </a:cubicBezTo>
                  <a:cubicBezTo>
                    <a:pt x="214571" y="46082"/>
                    <a:pt x="220759" y="39133"/>
                    <a:pt x="222678" y="34534"/>
                  </a:cubicBezTo>
                  <a:cubicBezTo>
                    <a:pt x="224597" y="29934"/>
                    <a:pt x="206497" y="23713"/>
                    <a:pt x="204578" y="28346"/>
                  </a:cubicBezTo>
                  <a:cubicBezTo>
                    <a:pt x="202658" y="32978"/>
                    <a:pt x="199151" y="21397"/>
                    <a:pt x="195312" y="20239"/>
                  </a:cubicBezTo>
                  <a:cubicBezTo>
                    <a:pt x="191474" y="19080"/>
                    <a:pt x="194551" y="27949"/>
                    <a:pt x="191077" y="28743"/>
                  </a:cubicBezTo>
                  <a:cubicBezTo>
                    <a:pt x="187602" y="29537"/>
                    <a:pt x="182969" y="32978"/>
                    <a:pt x="188760" y="36817"/>
                  </a:cubicBezTo>
                  <a:cubicBezTo>
                    <a:pt x="194551" y="40655"/>
                    <a:pt x="200309" y="59980"/>
                    <a:pt x="199548" y="63025"/>
                  </a:cubicBezTo>
                  <a:cubicBezTo>
                    <a:pt x="198787" y="66069"/>
                    <a:pt x="181050" y="49160"/>
                    <a:pt x="180289" y="41052"/>
                  </a:cubicBezTo>
                  <a:cubicBezTo>
                    <a:pt x="179528" y="32945"/>
                    <a:pt x="170660" y="26426"/>
                    <a:pt x="168343" y="32217"/>
                  </a:cubicBezTo>
                  <a:cubicBezTo>
                    <a:pt x="166027" y="38008"/>
                    <a:pt x="159475" y="40291"/>
                    <a:pt x="161394" y="46082"/>
                  </a:cubicBezTo>
                  <a:cubicBezTo>
                    <a:pt x="163314" y="51873"/>
                    <a:pt x="156762" y="53792"/>
                    <a:pt x="156762" y="49160"/>
                  </a:cubicBezTo>
                  <a:cubicBezTo>
                    <a:pt x="156762" y="44527"/>
                    <a:pt x="147132" y="39232"/>
                    <a:pt x="143525" y="38769"/>
                  </a:cubicBezTo>
                  <a:cubicBezTo>
                    <a:pt x="139919" y="38306"/>
                    <a:pt x="152394" y="36056"/>
                    <a:pt x="158185" y="33342"/>
                  </a:cubicBezTo>
                  <a:cubicBezTo>
                    <a:pt x="163975" y="30629"/>
                    <a:pt x="153188" y="26724"/>
                    <a:pt x="148257" y="30033"/>
                  </a:cubicBezTo>
                  <a:cubicBezTo>
                    <a:pt x="143327" y="33342"/>
                    <a:pt x="136709" y="28081"/>
                    <a:pt x="133631" y="32350"/>
                  </a:cubicBezTo>
                  <a:cubicBezTo>
                    <a:pt x="130554" y="36618"/>
                    <a:pt x="126682" y="32350"/>
                    <a:pt x="121289" y="31191"/>
                  </a:cubicBezTo>
                  <a:cubicBezTo>
                    <a:pt x="115895" y="30033"/>
                    <a:pt x="111362" y="38902"/>
                    <a:pt x="107391" y="37346"/>
                  </a:cubicBezTo>
                  <a:cubicBezTo>
                    <a:pt x="103420" y="35791"/>
                    <a:pt x="101236" y="45056"/>
                    <a:pt x="107391" y="54686"/>
                  </a:cubicBezTo>
                  <a:cubicBezTo>
                    <a:pt x="113545" y="64315"/>
                    <a:pt x="118244" y="51079"/>
                    <a:pt x="125557" y="52634"/>
                  </a:cubicBezTo>
                  <a:close/>
                  <a:moveTo>
                    <a:pt x="109740" y="83772"/>
                  </a:moveTo>
                  <a:cubicBezTo>
                    <a:pt x="114373" y="84931"/>
                    <a:pt x="117847" y="92641"/>
                    <a:pt x="122083" y="92244"/>
                  </a:cubicBezTo>
                  <a:cubicBezTo>
                    <a:pt x="124002" y="92078"/>
                    <a:pt x="115465" y="82614"/>
                    <a:pt x="110501" y="77220"/>
                  </a:cubicBezTo>
                  <a:cubicBezTo>
                    <a:pt x="105538" y="71827"/>
                    <a:pt x="105902" y="66433"/>
                    <a:pt x="98953" y="68352"/>
                  </a:cubicBezTo>
                  <a:cubicBezTo>
                    <a:pt x="92003" y="70271"/>
                    <a:pt x="105107" y="82680"/>
                    <a:pt x="109740" y="83772"/>
                  </a:cubicBezTo>
                  <a:close/>
                  <a:moveTo>
                    <a:pt x="232175" y="21330"/>
                  </a:moveTo>
                  <a:cubicBezTo>
                    <a:pt x="235650" y="24044"/>
                    <a:pt x="226484" y="24110"/>
                    <a:pt x="230256" y="27949"/>
                  </a:cubicBezTo>
                  <a:cubicBezTo>
                    <a:pt x="241838" y="39530"/>
                    <a:pt x="287304" y="26393"/>
                    <a:pt x="293492" y="29868"/>
                  </a:cubicBezTo>
                  <a:cubicBezTo>
                    <a:pt x="299680" y="33342"/>
                    <a:pt x="255338" y="37578"/>
                    <a:pt x="257092" y="42211"/>
                  </a:cubicBezTo>
                  <a:cubicBezTo>
                    <a:pt x="258846" y="46843"/>
                    <a:pt x="295246" y="50682"/>
                    <a:pt x="297926" y="47604"/>
                  </a:cubicBezTo>
                  <a:cubicBezTo>
                    <a:pt x="300606" y="44527"/>
                    <a:pt x="306794" y="53759"/>
                    <a:pt x="318740" y="54553"/>
                  </a:cubicBezTo>
                  <a:cubicBezTo>
                    <a:pt x="330686" y="55348"/>
                    <a:pt x="329528" y="49921"/>
                    <a:pt x="338594" y="49524"/>
                  </a:cubicBezTo>
                  <a:cubicBezTo>
                    <a:pt x="347661" y="49127"/>
                    <a:pt x="360567" y="44924"/>
                    <a:pt x="360930" y="39894"/>
                  </a:cubicBezTo>
                  <a:cubicBezTo>
                    <a:pt x="361294" y="34865"/>
                    <a:pt x="387138" y="28710"/>
                    <a:pt x="384822" y="20239"/>
                  </a:cubicBezTo>
                  <a:cubicBezTo>
                    <a:pt x="382506" y="11767"/>
                    <a:pt x="357489" y="17558"/>
                    <a:pt x="350507" y="14084"/>
                  </a:cubicBezTo>
                  <a:cubicBezTo>
                    <a:pt x="343525" y="10609"/>
                    <a:pt x="327343" y="5976"/>
                    <a:pt x="324696" y="11370"/>
                  </a:cubicBezTo>
                  <a:cubicBezTo>
                    <a:pt x="322049" y="16764"/>
                    <a:pt x="317383" y="18319"/>
                    <a:pt x="315067" y="16003"/>
                  </a:cubicBezTo>
                  <a:cubicBezTo>
                    <a:pt x="312750" y="13687"/>
                    <a:pt x="316225" y="1344"/>
                    <a:pt x="305140" y="4818"/>
                  </a:cubicBezTo>
                  <a:cubicBezTo>
                    <a:pt x="294055" y="8293"/>
                    <a:pt x="304379" y="20239"/>
                    <a:pt x="302062" y="21794"/>
                  </a:cubicBezTo>
                  <a:cubicBezTo>
                    <a:pt x="299746" y="23349"/>
                    <a:pt x="288826" y="19477"/>
                    <a:pt x="288164" y="14084"/>
                  </a:cubicBezTo>
                  <a:cubicBezTo>
                    <a:pt x="287503" y="8690"/>
                    <a:pt x="275458" y="19841"/>
                    <a:pt x="273935" y="13289"/>
                  </a:cubicBezTo>
                  <a:cubicBezTo>
                    <a:pt x="272413" y="6738"/>
                    <a:pt x="258118" y="2138"/>
                    <a:pt x="255041" y="2502"/>
                  </a:cubicBezTo>
                  <a:cubicBezTo>
                    <a:pt x="251963" y="2866"/>
                    <a:pt x="258118" y="7135"/>
                    <a:pt x="256166" y="10212"/>
                  </a:cubicBezTo>
                  <a:cubicBezTo>
                    <a:pt x="254213" y="13289"/>
                    <a:pt x="246536" y="7135"/>
                    <a:pt x="243459" y="6903"/>
                  </a:cubicBezTo>
                  <a:cubicBezTo>
                    <a:pt x="240382" y="6671"/>
                    <a:pt x="245378" y="13521"/>
                    <a:pt x="243856" y="16565"/>
                  </a:cubicBezTo>
                  <a:cubicBezTo>
                    <a:pt x="242334" y="19610"/>
                    <a:pt x="236146" y="7300"/>
                    <a:pt x="230620" y="7300"/>
                  </a:cubicBezTo>
                  <a:cubicBezTo>
                    <a:pt x="225094" y="7300"/>
                    <a:pt x="227311" y="13455"/>
                    <a:pt x="223307" y="13918"/>
                  </a:cubicBezTo>
                  <a:cubicBezTo>
                    <a:pt x="219303" y="14381"/>
                    <a:pt x="228866" y="18683"/>
                    <a:pt x="232307" y="2139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5AF1D1E0-F2CA-124A-8C34-E4F770DA7DD4}"/>
                </a:ext>
              </a:extLst>
            </p:cNvPr>
            <p:cNvSpPr/>
            <p:nvPr/>
          </p:nvSpPr>
          <p:spPr>
            <a:xfrm>
              <a:off x="4521736" y="2240350"/>
              <a:ext cx="201852" cy="221707"/>
            </a:xfrm>
            <a:custGeom>
              <a:avLst/>
              <a:gdLst>
                <a:gd name="connsiteX0" fmla="*/ 139609 w 201852"/>
                <a:gd name="connsiteY0" fmla="*/ 191594 h 221706"/>
                <a:gd name="connsiteX1" fmla="*/ 118563 w 201852"/>
                <a:gd name="connsiteY1" fmla="*/ 191594 h 221706"/>
                <a:gd name="connsiteX2" fmla="*/ 103904 w 201852"/>
                <a:gd name="connsiteY2" fmla="*/ 198543 h 221706"/>
                <a:gd name="connsiteX3" fmla="*/ 121872 w 201852"/>
                <a:gd name="connsiteY3" fmla="*/ 208305 h 221706"/>
                <a:gd name="connsiteX4" fmla="*/ 141726 w 201852"/>
                <a:gd name="connsiteY4" fmla="*/ 220648 h 221706"/>
                <a:gd name="connsiteX5" fmla="*/ 146359 w 201852"/>
                <a:gd name="connsiteY5" fmla="*/ 208801 h 221706"/>
                <a:gd name="connsiteX6" fmla="*/ 153540 w 201852"/>
                <a:gd name="connsiteY6" fmla="*/ 192620 h 221706"/>
                <a:gd name="connsiteX7" fmla="*/ 139609 w 201852"/>
                <a:gd name="connsiteY7" fmla="*/ 191594 h 221706"/>
                <a:gd name="connsiteX8" fmla="*/ 40337 w 201852"/>
                <a:gd name="connsiteY8" fmla="*/ 133289 h 221706"/>
                <a:gd name="connsiteX9" fmla="*/ 27729 w 201852"/>
                <a:gd name="connsiteY9" fmla="*/ 136366 h 221706"/>
                <a:gd name="connsiteX10" fmla="*/ 34149 w 201852"/>
                <a:gd name="connsiteY10" fmla="*/ 158702 h 221706"/>
                <a:gd name="connsiteX11" fmla="*/ 41363 w 201852"/>
                <a:gd name="connsiteY11" fmla="*/ 175413 h 221706"/>
                <a:gd name="connsiteX12" fmla="*/ 53441 w 201852"/>
                <a:gd name="connsiteY12" fmla="*/ 167968 h 221706"/>
                <a:gd name="connsiteX13" fmla="*/ 56253 w 201852"/>
                <a:gd name="connsiteY13" fmla="*/ 139708 h 221706"/>
                <a:gd name="connsiteX14" fmla="*/ 40337 w 201852"/>
                <a:gd name="connsiteY14" fmla="*/ 133156 h 221706"/>
                <a:gd name="connsiteX15" fmla="*/ 166081 w 201852"/>
                <a:gd name="connsiteY15" fmla="*/ 125049 h 221706"/>
                <a:gd name="connsiteX16" fmla="*/ 153242 w 201852"/>
                <a:gd name="connsiteY16" fmla="*/ 114758 h 221706"/>
                <a:gd name="connsiteX17" fmla="*/ 126240 w 201852"/>
                <a:gd name="connsiteY17" fmla="*/ 87028 h 221706"/>
                <a:gd name="connsiteX18" fmla="*/ 101852 w 201852"/>
                <a:gd name="connsiteY18" fmla="*/ 62111 h 221706"/>
                <a:gd name="connsiteX19" fmla="*/ 102117 w 201852"/>
                <a:gd name="connsiteY19" fmla="*/ 44639 h 221706"/>
                <a:gd name="connsiteX20" fmla="*/ 109761 w 201852"/>
                <a:gd name="connsiteY20" fmla="*/ 34712 h 221706"/>
                <a:gd name="connsiteX21" fmla="*/ 110687 w 201852"/>
                <a:gd name="connsiteY21" fmla="*/ 11549 h 221706"/>
                <a:gd name="connsiteX22" fmla="*/ 101852 w 201852"/>
                <a:gd name="connsiteY22" fmla="*/ 9795 h 221706"/>
                <a:gd name="connsiteX23" fmla="*/ 98543 w 201852"/>
                <a:gd name="connsiteY23" fmla="*/ 2482 h 221706"/>
                <a:gd name="connsiteX24" fmla="*/ 84645 w 201852"/>
                <a:gd name="connsiteY24" fmla="*/ 4401 h 221706"/>
                <a:gd name="connsiteX25" fmla="*/ 73858 w 201852"/>
                <a:gd name="connsiteY25" fmla="*/ 7876 h 221706"/>
                <a:gd name="connsiteX26" fmla="*/ 71707 w 201852"/>
                <a:gd name="connsiteY26" fmla="*/ 6684 h 221706"/>
                <a:gd name="connsiteX27" fmla="*/ 68398 w 201852"/>
                <a:gd name="connsiteY27" fmla="*/ 9795 h 221706"/>
                <a:gd name="connsiteX28" fmla="*/ 65784 w 201852"/>
                <a:gd name="connsiteY28" fmla="*/ 13931 h 221706"/>
                <a:gd name="connsiteX29" fmla="*/ 60655 w 201852"/>
                <a:gd name="connsiteY29" fmla="*/ 15983 h 221706"/>
                <a:gd name="connsiteX30" fmla="*/ 52448 w 201852"/>
                <a:gd name="connsiteY30" fmla="*/ 18034 h 221706"/>
                <a:gd name="connsiteX31" fmla="*/ 46293 w 201852"/>
                <a:gd name="connsiteY31" fmla="*/ 21641 h 221706"/>
                <a:gd name="connsiteX32" fmla="*/ 41661 w 201852"/>
                <a:gd name="connsiteY32" fmla="*/ 27796 h 221706"/>
                <a:gd name="connsiteX33" fmla="*/ 31733 w 201852"/>
                <a:gd name="connsiteY33" fmla="*/ 15983 h 221706"/>
                <a:gd name="connsiteX34" fmla="*/ 22998 w 201852"/>
                <a:gd name="connsiteY34" fmla="*/ 28292 h 221706"/>
                <a:gd name="connsiteX35" fmla="*/ 8173 w 201852"/>
                <a:gd name="connsiteY35" fmla="*/ 29351 h 221706"/>
                <a:gd name="connsiteX36" fmla="*/ 10158 w 201852"/>
                <a:gd name="connsiteY36" fmla="*/ 37558 h 221706"/>
                <a:gd name="connsiteX37" fmla="*/ 6849 w 201852"/>
                <a:gd name="connsiteY37" fmla="*/ 44507 h 221706"/>
                <a:gd name="connsiteX38" fmla="*/ 3375 w 201852"/>
                <a:gd name="connsiteY38" fmla="*/ 48742 h 221706"/>
                <a:gd name="connsiteX39" fmla="*/ 8404 w 201852"/>
                <a:gd name="connsiteY39" fmla="*/ 57578 h 221706"/>
                <a:gd name="connsiteX40" fmla="*/ 9290 w 201852"/>
                <a:gd name="connsiteY40" fmla="*/ 64965 h 221706"/>
                <a:gd name="connsiteX41" fmla="*/ 12243 w 201852"/>
                <a:gd name="connsiteY41" fmla="*/ 66082 h 221706"/>
                <a:gd name="connsiteX42" fmla="*/ 20350 w 201852"/>
                <a:gd name="connsiteY42" fmla="*/ 68795 h 221706"/>
                <a:gd name="connsiteX43" fmla="*/ 18398 w 201852"/>
                <a:gd name="connsiteY43" fmla="*/ 74652 h 221706"/>
                <a:gd name="connsiteX44" fmla="*/ 26770 w 201852"/>
                <a:gd name="connsiteY44" fmla="*/ 72237 h 221706"/>
                <a:gd name="connsiteX45" fmla="*/ 38848 w 201852"/>
                <a:gd name="connsiteY45" fmla="*/ 61979 h 221706"/>
                <a:gd name="connsiteX46" fmla="*/ 63269 w 201852"/>
                <a:gd name="connsiteY46" fmla="*/ 72237 h 221706"/>
                <a:gd name="connsiteX47" fmla="*/ 68662 w 201852"/>
                <a:gd name="connsiteY47" fmla="*/ 82528 h 221706"/>
                <a:gd name="connsiteX48" fmla="*/ 85208 w 201852"/>
                <a:gd name="connsiteY48" fmla="*/ 103607 h 221706"/>
                <a:gd name="connsiteX49" fmla="*/ 108834 w 201852"/>
                <a:gd name="connsiteY49" fmla="*/ 123891 h 221706"/>
                <a:gd name="connsiteX50" fmla="*/ 125545 w 201852"/>
                <a:gd name="connsiteY50" fmla="*/ 131105 h 221706"/>
                <a:gd name="connsiteX51" fmla="*/ 140734 w 201852"/>
                <a:gd name="connsiteY51" fmla="*/ 141032 h 221706"/>
                <a:gd name="connsiteX52" fmla="*/ 153043 w 201852"/>
                <a:gd name="connsiteY52" fmla="*/ 151323 h 221706"/>
                <a:gd name="connsiteX53" fmla="*/ 158702 w 201852"/>
                <a:gd name="connsiteY53" fmla="*/ 161614 h 221706"/>
                <a:gd name="connsiteX54" fmla="*/ 159463 w 201852"/>
                <a:gd name="connsiteY54" fmla="*/ 180377 h 221706"/>
                <a:gd name="connsiteX55" fmla="*/ 160257 w 201852"/>
                <a:gd name="connsiteY55" fmla="*/ 194242 h 221706"/>
                <a:gd name="connsiteX56" fmla="*/ 168993 w 201852"/>
                <a:gd name="connsiteY56" fmla="*/ 179847 h 221706"/>
                <a:gd name="connsiteX57" fmla="*/ 178920 w 201852"/>
                <a:gd name="connsiteY57" fmla="*/ 169556 h 221706"/>
                <a:gd name="connsiteX58" fmla="*/ 170978 w 201852"/>
                <a:gd name="connsiteY58" fmla="*/ 155956 h 221706"/>
                <a:gd name="connsiteX59" fmla="*/ 187524 w 201852"/>
                <a:gd name="connsiteY59" fmla="*/ 148477 h 221706"/>
                <a:gd name="connsiteX60" fmla="*/ 200760 w 201852"/>
                <a:gd name="connsiteY60" fmla="*/ 149271 h 221706"/>
                <a:gd name="connsiteX61" fmla="*/ 166081 w 201852"/>
                <a:gd name="connsiteY61" fmla="*/ 124917 h 22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01852" h="221706">
                  <a:moveTo>
                    <a:pt x="139609" y="191594"/>
                  </a:moveTo>
                  <a:cubicBezTo>
                    <a:pt x="129053" y="193911"/>
                    <a:pt x="124718" y="194705"/>
                    <a:pt x="118563" y="191594"/>
                  </a:cubicBezTo>
                  <a:cubicBezTo>
                    <a:pt x="112408" y="188484"/>
                    <a:pt x="102382" y="194407"/>
                    <a:pt x="103904" y="198543"/>
                  </a:cubicBezTo>
                  <a:cubicBezTo>
                    <a:pt x="104930" y="201389"/>
                    <a:pt x="109033" y="204963"/>
                    <a:pt x="121872" y="208305"/>
                  </a:cubicBezTo>
                  <a:cubicBezTo>
                    <a:pt x="134711" y="211647"/>
                    <a:pt x="136266" y="220383"/>
                    <a:pt x="141726" y="220648"/>
                  </a:cubicBezTo>
                  <a:cubicBezTo>
                    <a:pt x="147186" y="220912"/>
                    <a:pt x="147650" y="215750"/>
                    <a:pt x="146359" y="208801"/>
                  </a:cubicBezTo>
                  <a:cubicBezTo>
                    <a:pt x="145069" y="201852"/>
                    <a:pt x="152779" y="193911"/>
                    <a:pt x="153540" y="192620"/>
                  </a:cubicBezTo>
                  <a:cubicBezTo>
                    <a:pt x="154301" y="191330"/>
                    <a:pt x="150264" y="189179"/>
                    <a:pt x="139609" y="191594"/>
                  </a:cubicBezTo>
                  <a:close/>
                  <a:moveTo>
                    <a:pt x="40337" y="133289"/>
                  </a:moveTo>
                  <a:cubicBezTo>
                    <a:pt x="34678" y="138153"/>
                    <a:pt x="30013" y="132428"/>
                    <a:pt x="27729" y="136366"/>
                  </a:cubicBezTo>
                  <a:cubicBezTo>
                    <a:pt x="24917" y="141230"/>
                    <a:pt x="36465" y="148676"/>
                    <a:pt x="34149" y="158702"/>
                  </a:cubicBezTo>
                  <a:cubicBezTo>
                    <a:pt x="31833" y="168729"/>
                    <a:pt x="35440" y="181336"/>
                    <a:pt x="41363" y="175413"/>
                  </a:cubicBezTo>
                  <a:cubicBezTo>
                    <a:pt x="47286" y="169490"/>
                    <a:pt x="50099" y="172336"/>
                    <a:pt x="53441" y="167968"/>
                  </a:cubicBezTo>
                  <a:cubicBezTo>
                    <a:pt x="56783" y="163600"/>
                    <a:pt x="53937" y="147418"/>
                    <a:pt x="56253" y="139708"/>
                  </a:cubicBezTo>
                  <a:cubicBezTo>
                    <a:pt x="58570" y="131998"/>
                    <a:pt x="45929" y="128259"/>
                    <a:pt x="40337" y="133156"/>
                  </a:cubicBezTo>
                  <a:close/>
                  <a:moveTo>
                    <a:pt x="166081" y="125049"/>
                  </a:moveTo>
                  <a:cubicBezTo>
                    <a:pt x="159463" y="120946"/>
                    <a:pt x="163765" y="114262"/>
                    <a:pt x="153242" y="114758"/>
                  </a:cubicBezTo>
                  <a:cubicBezTo>
                    <a:pt x="142719" y="115254"/>
                    <a:pt x="130078" y="102184"/>
                    <a:pt x="126240" y="87028"/>
                  </a:cubicBezTo>
                  <a:cubicBezTo>
                    <a:pt x="122401" y="71873"/>
                    <a:pt x="105956" y="71078"/>
                    <a:pt x="101852" y="62111"/>
                  </a:cubicBezTo>
                  <a:cubicBezTo>
                    <a:pt x="97749" y="53143"/>
                    <a:pt x="105691" y="52184"/>
                    <a:pt x="102117" y="44639"/>
                  </a:cubicBezTo>
                  <a:cubicBezTo>
                    <a:pt x="100098" y="40470"/>
                    <a:pt x="104533" y="36830"/>
                    <a:pt x="109761" y="34712"/>
                  </a:cubicBezTo>
                  <a:cubicBezTo>
                    <a:pt x="109484" y="26978"/>
                    <a:pt x="109794" y="19235"/>
                    <a:pt x="110687" y="11549"/>
                  </a:cubicBezTo>
                  <a:cubicBezTo>
                    <a:pt x="107667" y="11442"/>
                    <a:pt x="104684" y="10850"/>
                    <a:pt x="101852" y="9795"/>
                  </a:cubicBezTo>
                  <a:cubicBezTo>
                    <a:pt x="99900" y="8637"/>
                    <a:pt x="99536" y="2482"/>
                    <a:pt x="98543" y="2482"/>
                  </a:cubicBezTo>
                  <a:cubicBezTo>
                    <a:pt x="97550" y="2482"/>
                    <a:pt x="86597" y="2482"/>
                    <a:pt x="84645" y="4401"/>
                  </a:cubicBezTo>
                  <a:cubicBezTo>
                    <a:pt x="82693" y="6320"/>
                    <a:pt x="76935" y="9795"/>
                    <a:pt x="73858" y="7876"/>
                  </a:cubicBezTo>
                  <a:cubicBezTo>
                    <a:pt x="73196" y="7478"/>
                    <a:pt x="72468" y="7048"/>
                    <a:pt x="71707" y="6684"/>
                  </a:cubicBezTo>
                  <a:lnTo>
                    <a:pt x="68398" y="9795"/>
                  </a:lnTo>
                  <a:cubicBezTo>
                    <a:pt x="68398" y="9795"/>
                    <a:pt x="67868" y="13931"/>
                    <a:pt x="65784" y="13931"/>
                  </a:cubicBezTo>
                  <a:cubicBezTo>
                    <a:pt x="63699" y="13931"/>
                    <a:pt x="60655" y="12376"/>
                    <a:pt x="60655" y="15983"/>
                  </a:cubicBezTo>
                  <a:cubicBezTo>
                    <a:pt x="60655" y="19590"/>
                    <a:pt x="54996" y="18531"/>
                    <a:pt x="52448" y="18034"/>
                  </a:cubicBezTo>
                  <a:cubicBezTo>
                    <a:pt x="49900" y="17538"/>
                    <a:pt x="46293" y="18531"/>
                    <a:pt x="46293" y="21641"/>
                  </a:cubicBezTo>
                  <a:cubicBezTo>
                    <a:pt x="46293" y="24752"/>
                    <a:pt x="45764" y="31403"/>
                    <a:pt x="41661" y="27796"/>
                  </a:cubicBezTo>
                  <a:cubicBezTo>
                    <a:pt x="37557" y="24189"/>
                    <a:pt x="33421" y="14957"/>
                    <a:pt x="31733" y="15983"/>
                  </a:cubicBezTo>
                  <a:cubicBezTo>
                    <a:pt x="30046" y="17008"/>
                    <a:pt x="26604" y="28292"/>
                    <a:pt x="22998" y="28292"/>
                  </a:cubicBezTo>
                  <a:cubicBezTo>
                    <a:pt x="20780" y="28292"/>
                    <a:pt x="13467" y="28888"/>
                    <a:pt x="8173" y="29351"/>
                  </a:cubicBezTo>
                  <a:cubicBezTo>
                    <a:pt x="6816" y="33785"/>
                    <a:pt x="8173" y="36433"/>
                    <a:pt x="10158" y="37558"/>
                  </a:cubicBezTo>
                  <a:cubicBezTo>
                    <a:pt x="12144" y="38683"/>
                    <a:pt x="9000" y="43349"/>
                    <a:pt x="6849" y="44507"/>
                  </a:cubicBezTo>
                  <a:cubicBezTo>
                    <a:pt x="4698" y="45665"/>
                    <a:pt x="695" y="44507"/>
                    <a:pt x="3375" y="48742"/>
                  </a:cubicBezTo>
                  <a:cubicBezTo>
                    <a:pt x="6055" y="52978"/>
                    <a:pt x="11085" y="53342"/>
                    <a:pt x="8404" y="57578"/>
                  </a:cubicBezTo>
                  <a:cubicBezTo>
                    <a:pt x="6609" y="59862"/>
                    <a:pt x="7005" y="63170"/>
                    <a:pt x="9290" y="64965"/>
                  </a:cubicBezTo>
                  <a:cubicBezTo>
                    <a:pt x="10137" y="65631"/>
                    <a:pt x="11167" y="66021"/>
                    <a:pt x="12243" y="66082"/>
                  </a:cubicBezTo>
                  <a:cubicBezTo>
                    <a:pt x="16115" y="66446"/>
                    <a:pt x="21508" y="65685"/>
                    <a:pt x="20350" y="68795"/>
                  </a:cubicBezTo>
                  <a:cubicBezTo>
                    <a:pt x="19459" y="70659"/>
                    <a:pt x="18803" y="72627"/>
                    <a:pt x="18398" y="74652"/>
                  </a:cubicBezTo>
                  <a:cubicBezTo>
                    <a:pt x="21265" y="74142"/>
                    <a:pt x="24071" y="73333"/>
                    <a:pt x="26770" y="72237"/>
                  </a:cubicBezTo>
                  <a:cubicBezTo>
                    <a:pt x="32164" y="69424"/>
                    <a:pt x="29880" y="64527"/>
                    <a:pt x="38848" y="61979"/>
                  </a:cubicBezTo>
                  <a:cubicBezTo>
                    <a:pt x="47815" y="59431"/>
                    <a:pt x="59662" y="66843"/>
                    <a:pt x="63269" y="72237"/>
                  </a:cubicBezTo>
                  <a:cubicBezTo>
                    <a:pt x="66876" y="77630"/>
                    <a:pt x="67901" y="78160"/>
                    <a:pt x="68662" y="82528"/>
                  </a:cubicBezTo>
                  <a:cubicBezTo>
                    <a:pt x="69423" y="86896"/>
                    <a:pt x="72766" y="95764"/>
                    <a:pt x="85208" y="103607"/>
                  </a:cubicBezTo>
                  <a:cubicBezTo>
                    <a:pt x="97650" y="111449"/>
                    <a:pt x="102448" y="120549"/>
                    <a:pt x="108834" y="123891"/>
                  </a:cubicBezTo>
                  <a:cubicBezTo>
                    <a:pt x="115221" y="127233"/>
                    <a:pt x="121707" y="126472"/>
                    <a:pt x="125545" y="131105"/>
                  </a:cubicBezTo>
                  <a:cubicBezTo>
                    <a:pt x="129788" y="135525"/>
                    <a:pt x="134982" y="138920"/>
                    <a:pt x="140734" y="141032"/>
                  </a:cubicBezTo>
                  <a:cubicBezTo>
                    <a:pt x="146889" y="143878"/>
                    <a:pt x="147153" y="150529"/>
                    <a:pt x="153043" y="151323"/>
                  </a:cubicBezTo>
                  <a:cubicBezTo>
                    <a:pt x="158934" y="152117"/>
                    <a:pt x="155095" y="157246"/>
                    <a:pt x="158702" y="161614"/>
                  </a:cubicBezTo>
                  <a:cubicBezTo>
                    <a:pt x="162672" y="167158"/>
                    <a:pt x="162971" y="174530"/>
                    <a:pt x="159463" y="180377"/>
                  </a:cubicBezTo>
                  <a:cubicBezTo>
                    <a:pt x="155625" y="185506"/>
                    <a:pt x="157676" y="194242"/>
                    <a:pt x="160257" y="194242"/>
                  </a:cubicBezTo>
                  <a:cubicBezTo>
                    <a:pt x="162838" y="194242"/>
                    <a:pt x="168199" y="184976"/>
                    <a:pt x="168993" y="179847"/>
                  </a:cubicBezTo>
                  <a:cubicBezTo>
                    <a:pt x="169787" y="174718"/>
                    <a:pt x="174883" y="174983"/>
                    <a:pt x="178920" y="169556"/>
                  </a:cubicBezTo>
                  <a:cubicBezTo>
                    <a:pt x="182957" y="164129"/>
                    <a:pt x="172765" y="162938"/>
                    <a:pt x="170978" y="155956"/>
                  </a:cubicBezTo>
                  <a:cubicBezTo>
                    <a:pt x="169192" y="148974"/>
                    <a:pt x="178689" y="142720"/>
                    <a:pt x="187524" y="148477"/>
                  </a:cubicBezTo>
                  <a:cubicBezTo>
                    <a:pt x="196359" y="154235"/>
                    <a:pt x="200098" y="158007"/>
                    <a:pt x="200760" y="149271"/>
                  </a:cubicBezTo>
                  <a:cubicBezTo>
                    <a:pt x="201422" y="140536"/>
                    <a:pt x="172898" y="129020"/>
                    <a:pt x="166081" y="12491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6DFBF920-1AFB-8D40-87FF-DADC15B6B251}"/>
                </a:ext>
              </a:extLst>
            </p:cNvPr>
            <p:cNvSpPr/>
            <p:nvPr/>
          </p:nvSpPr>
          <p:spPr>
            <a:xfrm>
              <a:off x="4720246" y="2320495"/>
              <a:ext cx="23163" cy="29782"/>
            </a:xfrm>
            <a:custGeom>
              <a:avLst/>
              <a:gdLst>
                <a:gd name="connsiteX0" fmla="*/ 9828 w 23163"/>
                <a:gd name="connsiteY0" fmla="*/ 2482 h 29781"/>
                <a:gd name="connsiteX1" fmla="*/ 3210 w 23163"/>
                <a:gd name="connsiteY1" fmla="*/ 15354 h 29781"/>
                <a:gd name="connsiteX2" fmla="*/ 2482 w 23163"/>
                <a:gd name="connsiteY2" fmla="*/ 20748 h 29781"/>
                <a:gd name="connsiteX3" fmla="*/ 14758 w 23163"/>
                <a:gd name="connsiteY3" fmla="*/ 29881 h 29781"/>
                <a:gd name="connsiteX4" fmla="*/ 15685 w 23163"/>
                <a:gd name="connsiteY4" fmla="*/ 30344 h 29781"/>
                <a:gd name="connsiteX5" fmla="*/ 23494 w 23163"/>
                <a:gd name="connsiteY5" fmla="*/ 18067 h 29781"/>
                <a:gd name="connsiteX6" fmla="*/ 9828 w 23163"/>
                <a:gd name="connsiteY6" fmla="*/ 2482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3" h="29781">
                  <a:moveTo>
                    <a:pt x="9828" y="2482"/>
                  </a:moveTo>
                  <a:cubicBezTo>
                    <a:pt x="6254" y="7280"/>
                    <a:pt x="2779" y="13369"/>
                    <a:pt x="3210" y="15354"/>
                  </a:cubicBezTo>
                  <a:cubicBezTo>
                    <a:pt x="3250" y="17179"/>
                    <a:pt x="3005" y="18999"/>
                    <a:pt x="2482" y="20748"/>
                  </a:cubicBezTo>
                  <a:cubicBezTo>
                    <a:pt x="6310" y="24131"/>
                    <a:pt x="10417" y="27187"/>
                    <a:pt x="14758" y="29881"/>
                  </a:cubicBezTo>
                  <a:lnTo>
                    <a:pt x="15685" y="30344"/>
                  </a:lnTo>
                  <a:cubicBezTo>
                    <a:pt x="16710" y="24652"/>
                    <a:pt x="20648" y="18762"/>
                    <a:pt x="23494" y="18067"/>
                  </a:cubicBezTo>
                  <a:cubicBezTo>
                    <a:pt x="19457" y="13170"/>
                    <a:pt x="13600" y="6254"/>
                    <a:pt x="9828" y="248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A48F8668-55BA-0646-B5E5-A630310067B2}"/>
                </a:ext>
              </a:extLst>
            </p:cNvPr>
            <p:cNvSpPr/>
            <p:nvPr/>
          </p:nvSpPr>
          <p:spPr>
            <a:xfrm>
              <a:off x="4725375" y="2258549"/>
              <a:ext cx="72799" cy="89345"/>
            </a:xfrm>
            <a:custGeom>
              <a:avLst/>
              <a:gdLst>
                <a:gd name="connsiteX0" fmla="*/ 65619 w 72799"/>
                <a:gd name="connsiteY0" fmla="*/ 60225 h 89344"/>
                <a:gd name="connsiteX1" fmla="*/ 64743 w 72799"/>
                <a:gd name="connsiteY1" fmla="*/ 49122 h 89344"/>
                <a:gd name="connsiteX2" fmla="*/ 65619 w 72799"/>
                <a:gd name="connsiteY2" fmla="*/ 48246 h 89344"/>
                <a:gd name="connsiteX3" fmla="*/ 66016 w 72799"/>
                <a:gd name="connsiteY3" fmla="*/ 39014 h 89344"/>
                <a:gd name="connsiteX4" fmla="*/ 46724 w 72799"/>
                <a:gd name="connsiteY4" fmla="*/ 33223 h 89344"/>
                <a:gd name="connsiteX5" fmla="*/ 44408 w 72799"/>
                <a:gd name="connsiteY5" fmla="*/ 22435 h 89344"/>
                <a:gd name="connsiteX6" fmla="*/ 38620 w 72799"/>
                <a:gd name="connsiteY6" fmla="*/ 17184 h 89344"/>
                <a:gd name="connsiteX7" fmla="*/ 38650 w 72799"/>
                <a:gd name="connsiteY7" fmla="*/ 16280 h 89344"/>
                <a:gd name="connsiteX8" fmla="*/ 32462 w 72799"/>
                <a:gd name="connsiteY8" fmla="*/ 6353 h 89344"/>
                <a:gd name="connsiteX9" fmla="*/ 32958 w 72799"/>
                <a:gd name="connsiteY9" fmla="*/ 5559 h 89344"/>
                <a:gd name="connsiteX10" fmla="*/ 28061 w 72799"/>
                <a:gd name="connsiteY10" fmla="*/ 4765 h 89344"/>
                <a:gd name="connsiteX11" fmla="*/ 20582 w 72799"/>
                <a:gd name="connsiteY11" fmla="*/ 2482 h 89344"/>
                <a:gd name="connsiteX12" fmla="*/ 2482 w 72799"/>
                <a:gd name="connsiteY12" fmla="*/ 8173 h 89344"/>
                <a:gd name="connsiteX13" fmla="*/ 7015 w 72799"/>
                <a:gd name="connsiteY13" fmla="*/ 18696 h 89344"/>
                <a:gd name="connsiteX14" fmla="*/ 12541 w 72799"/>
                <a:gd name="connsiteY14" fmla="*/ 31138 h 89344"/>
                <a:gd name="connsiteX15" fmla="*/ 11152 w 72799"/>
                <a:gd name="connsiteY15" fmla="*/ 58074 h 89344"/>
                <a:gd name="connsiteX16" fmla="*/ 4533 w 72799"/>
                <a:gd name="connsiteY16" fmla="*/ 64527 h 89344"/>
                <a:gd name="connsiteX17" fmla="*/ 18167 w 72799"/>
                <a:gd name="connsiteY17" fmla="*/ 80112 h 89344"/>
                <a:gd name="connsiteX18" fmla="*/ 18696 w 72799"/>
                <a:gd name="connsiteY18" fmla="*/ 80112 h 89344"/>
                <a:gd name="connsiteX19" fmla="*/ 34778 w 72799"/>
                <a:gd name="connsiteY19" fmla="*/ 89311 h 89344"/>
                <a:gd name="connsiteX20" fmla="*/ 64725 w 72799"/>
                <a:gd name="connsiteY20" fmla="*/ 83851 h 89344"/>
                <a:gd name="connsiteX21" fmla="*/ 65056 w 72799"/>
                <a:gd name="connsiteY21" fmla="*/ 78590 h 89344"/>
                <a:gd name="connsiteX22" fmla="*/ 70847 w 72799"/>
                <a:gd name="connsiteY22" fmla="*/ 71641 h 89344"/>
                <a:gd name="connsiteX23" fmla="*/ 65619 w 72799"/>
                <a:gd name="connsiteY23" fmla="*/ 60225 h 8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799" h="89344">
                  <a:moveTo>
                    <a:pt x="65619" y="60225"/>
                  </a:moveTo>
                  <a:cubicBezTo>
                    <a:pt x="62311" y="57400"/>
                    <a:pt x="61919" y="52429"/>
                    <a:pt x="64743" y="49122"/>
                  </a:cubicBezTo>
                  <a:cubicBezTo>
                    <a:pt x="65011" y="48807"/>
                    <a:pt x="65304" y="48514"/>
                    <a:pt x="65619" y="48246"/>
                  </a:cubicBezTo>
                  <a:cubicBezTo>
                    <a:pt x="68928" y="45930"/>
                    <a:pt x="66016" y="42852"/>
                    <a:pt x="66016" y="39014"/>
                  </a:cubicBezTo>
                  <a:cubicBezTo>
                    <a:pt x="66016" y="35175"/>
                    <a:pt x="49470" y="33984"/>
                    <a:pt x="46724" y="33223"/>
                  </a:cubicBezTo>
                  <a:cubicBezTo>
                    <a:pt x="43977" y="32462"/>
                    <a:pt x="48676" y="22435"/>
                    <a:pt x="44408" y="22435"/>
                  </a:cubicBezTo>
                  <a:cubicBezTo>
                    <a:pt x="41359" y="22584"/>
                    <a:pt x="38768" y="20232"/>
                    <a:pt x="38620" y="17184"/>
                  </a:cubicBezTo>
                  <a:cubicBezTo>
                    <a:pt x="38605" y="16883"/>
                    <a:pt x="38615" y="16580"/>
                    <a:pt x="38650" y="16280"/>
                  </a:cubicBezTo>
                  <a:cubicBezTo>
                    <a:pt x="38650" y="13170"/>
                    <a:pt x="32032" y="8173"/>
                    <a:pt x="32462" y="6353"/>
                  </a:cubicBezTo>
                  <a:cubicBezTo>
                    <a:pt x="32565" y="6054"/>
                    <a:pt x="32735" y="5783"/>
                    <a:pt x="32958" y="5559"/>
                  </a:cubicBezTo>
                  <a:lnTo>
                    <a:pt x="28061" y="4765"/>
                  </a:lnTo>
                  <a:cubicBezTo>
                    <a:pt x="25523" y="4162"/>
                    <a:pt x="23025" y="3399"/>
                    <a:pt x="20582" y="2482"/>
                  </a:cubicBezTo>
                  <a:cubicBezTo>
                    <a:pt x="20582" y="2482"/>
                    <a:pt x="9894" y="5791"/>
                    <a:pt x="2482" y="8173"/>
                  </a:cubicBezTo>
                  <a:cubicBezTo>
                    <a:pt x="2978" y="12707"/>
                    <a:pt x="4169" y="17637"/>
                    <a:pt x="7015" y="18696"/>
                  </a:cubicBezTo>
                  <a:cubicBezTo>
                    <a:pt x="12541" y="20781"/>
                    <a:pt x="10324" y="26307"/>
                    <a:pt x="12541" y="31138"/>
                  </a:cubicBezTo>
                  <a:cubicBezTo>
                    <a:pt x="14758" y="35969"/>
                    <a:pt x="13931" y="58074"/>
                    <a:pt x="11152" y="58074"/>
                  </a:cubicBezTo>
                  <a:cubicBezTo>
                    <a:pt x="9993" y="58074"/>
                    <a:pt x="7313" y="60953"/>
                    <a:pt x="4533" y="64527"/>
                  </a:cubicBezTo>
                  <a:cubicBezTo>
                    <a:pt x="8306" y="68299"/>
                    <a:pt x="14163" y="75215"/>
                    <a:pt x="18167" y="80112"/>
                  </a:cubicBezTo>
                  <a:cubicBezTo>
                    <a:pt x="18343" y="80098"/>
                    <a:pt x="18520" y="80098"/>
                    <a:pt x="18696" y="80112"/>
                  </a:cubicBezTo>
                  <a:cubicBezTo>
                    <a:pt x="22005" y="80112"/>
                    <a:pt x="34778" y="89311"/>
                    <a:pt x="34778" y="89311"/>
                  </a:cubicBezTo>
                  <a:cubicBezTo>
                    <a:pt x="34778" y="89311"/>
                    <a:pt x="52680" y="85605"/>
                    <a:pt x="64725" y="83851"/>
                  </a:cubicBezTo>
                  <a:cubicBezTo>
                    <a:pt x="65033" y="82116"/>
                    <a:pt x="65144" y="80351"/>
                    <a:pt x="65056" y="78590"/>
                  </a:cubicBezTo>
                  <a:cubicBezTo>
                    <a:pt x="65036" y="75172"/>
                    <a:pt x="67482" y="72237"/>
                    <a:pt x="70847" y="71641"/>
                  </a:cubicBezTo>
                  <a:cubicBezTo>
                    <a:pt x="74487" y="71376"/>
                    <a:pt x="69457" y="63666"/>
                    <a:pt x="65619" y="6022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67C0FEEB-FB9B-7C40-9CB9-C9A4901766CB}"/>
                </a:ext>
              </a:extLst>
            </p:cNvPr>
            <p:cNvSpPr/>
            <p:nvPr/>
          </p:nvSpPr>
          <p:spPr>
            <a:xfrm>
              <a:off x="2355198" y="2539223"/>
              <a:ext cx="532758" cy="334215"/>
            </a:xfrm>
            <a:custGeom>
              <a:avLst/>
              <a:gdLst>
                <a:gd name="connsiteX0" fmla="*/ 443149 w 532757"/>
                <a:gd name="connsiteY0" fmla="*/ 312970 h 334214"/>
                <a:gd name="connsiteX1" fmla="*/ 466312 w 532757"/>
                <a:gd name="connsiteY1" fmla="*/ 310389 h 334214"/>
                <a:gd name="connsiteX2" fmla="*/ 453672 w 532757"/>
                <a:gd name="connsiteY2" fmla="*/ 293613 h 334214"/>
                <a:gd name="connsiteX3" fmla="*/ 459231 w 532757"/>
                <a:gd name="connsiteY3" fmla="*/ 280608 h 334214"/>
                <a:gd name="connsiteX4" fmla="*/ 490865 w 532757"/>
                <a:gd name="connsiteY4" fmla="*/ 280608 h 334214"/>
                <a:gd name="connsiteX5" fmla="*/ 502050 w 532757"/>
                <a:gd name="connsiteY5" fmla="*/ 269820 h 334214"/>
                <a:gd name="connsiteX6" fmla="*/ 510157 w 532757"/>
                <a:gd name="connsiteY6" fmla="*/ 274850 h 334214"/>
                <a:gd name="connsiteX7" fmla="*/ 517867 w 532757"/>
                <a:gd name="connsiteY7" fmla="*/ 251290 h 334214"/>
                <a:gd name="connsiteX8" fmla="*/ 520945 w 532757"/>
                <a:gd name="connsiteY8" fmla="*/ 231634 h 334214"/>
                <a:gd name="connsiteX9" fmla="*/ 530607 w 532757"/>
                <a:gd name="connsiteY9" fmla="*/ 217372 h 334214"/>
                <a:gd name="connsiteX10" fmla="*/ 515551 w 532757"/>
                <a:gd name="connsiteY10" fmla="*/ 213500 h 334214"/>
                <a:gd name="connsiteX11" fmla="*/ 488185 w 532757"/>
                <a:gd name="connsiteY11" fmla="*/ 214658 h 334214"/>
                <a:gd name="connsiteX12" fmla="*/ 465849 w 532757"/>
                <a:gd name="connsiteY12" fmla="*/ 234711 h 334214"/>
                <a:gd name="connsiteX13" fmla="*/ 460819 w 532757"/>
                <a:gd name="connsiteY13" fmla="*/ 250495 h 334214"/>
                <a:gd name="connsiteX14" fmla="*/ 449271 w 532757"/>
                <a:gd name="connsiteY14" fmla="*/ 266313 h 334214"/>
                <a:gd name="connsiteX15" fmla="*/ 436034 w 532757"/>
                <a:gd name="connsiteY15" fmla="*/ 264394 h 334214"/>
                <a:gd name="connsiteX16" fmla="*/ 395167 w 532757"/>
                <a:gd name="connsiteY16" fmla="*/ 273229 h 334214"/>
                <a:gd name="connsiteX17" fmla="*/ 375512 w 532757"/>
                <a:gd name="connsiteY17" fmla="*/ 263996 h 334214"/>
                <a:gd name="connsiteX18" fmla="*/ 365584 w 532757"/>
                <a:gd name="connsiteY18" fmla="*/ 246260 h 334214"/>
                <a:gd name="connsiteX19" fmla="*/ 347087 w 532757"/>
                <a:gd name="connsiteY19" fmla="*/ 223527 h 334214"/>
                <a:gd name="connsiteX20" fmla="*/ 340469 w 532757"/>
                <a:gd name="connsiteY20" fmla="*/ 189609 h 334214"/>
                <a:gd name="connsiteX21" fmla="*/ 346226 w 532757"/>
                <a:gd name="connsiteY21" fmla="*/ 141065 h 334214"/>
                <a:gd name="connsiteX22" fmla="*/ 347815 w 532757"/>
                <a:gd name="connsiteY22" fmla="*/ 133785 h 334214"/>
                <a:gd name="connsiteX23" fmla="*/ 340568 w 532757"/>
                <a:gd name="connsiteY23" fmla="*/ 130972 h 334214"/>
                <a:gd name="connsiteX24" fmla="*/ 316246 w 532757"/>
                <a:gd name="connsiteY24" fmla="*/ 122336 h 334214"/>
                <a:gd name="connsiteX25" fmla="*/ 311316 w 532757"/>
                <a:gd name="connsiteY25" fmla="*/ 111647 h 334214"/>
                <a:gd name="connsiteX26" fmla="*/ 307213 w 532757"/>
                <a:gd name="connsiteY26" fmla="*/ 98411 h 334214"/>
                <a:gd name="connsiteX27" fmla="*/ 290668 w 532757"/>
                <a:gd name="connsiteY27" fmla="*/ 74950 h 334214"/>
                <a:gd name="connsiteX28" fmla="*/ 259794 w 532757"/>
                <a:gd name="connsiteY28" fmla="*/ 57247 h 334214"/>
                <a:gd name="connsiteX29" fmla="*/ 246194 w 532757"/>
                <a:gd name="connsiteY29" fmla="*/ 73296 h 334214"/>
                <a:gd name="connsiteX30" fmla="*/ 226009 w 532757"/>
                <a:gd name="connsiteY30" fmla="*/ 63004 h 334214"/>
                <a:gd name="connsiteX31" fmla="*/ 219854 w 532757"/>
                <a:gd name="connsiteY31" fmla="*/ 51886 h 334214"/>
                <a:gd name="connsiteX32" fmla="*/ 208735 w 532757"/>
                <a:gd name="connsiteY32" fmla="*/ 38319 h 334214"/>
                <a:gd name="connsiteX33" fmla="*/ 188881 w 532757"/>
                <a:gd name="connsiteY33" fmla="*/ 20582 h 334214"/>
                <a:gd name="connsiteX34" fmla="*/ 161879 w 532757"/>
                <a:gd name="connsiteY34" fmla="*/ 20582 h 334214"/>
                <a:gd name="connsiteX35" fmla="*/ 156121 w 532757"/>
                <a:gd name="connsiteY35" fmla="*/ 27995 h 334214"/>
                <a:gd name="connsiteX36" fmla="*/ 106684 w 532757"/>
                <a:gd name="connsiteY36" fmla="*/ 28425 h 334214"/>
                <a:gd name="connsiteX37" fmla="*/ 61813 w 532757"/>
                <a:gd name="connsiteY37" fmla="*/ 12773 h 334214"/>
                <a:gd name="connsiteX38" fmla="*/ 42455 w 532757"/>
                <a:gd name="connsiteY38" fmla="*/ 2482 h 334214"/>
                <a:gd name="connsiteX39" fmla="*/ 2482 w 532757"/>
                <a:gd name="connsiteY39" fmla="*/ 7743 h 334214"/>
                <a:gd name="connsiteX40" fmla="*/ 11681 w 532757"/>
                <a:gd name="connsiteY40" fmla="*/ 22204 h 334214"/>
                <a:gd name="connsiteX41" fmla="*/ 26208 w 532757"/>
                <a:gd name="connsiteY41" fmla="*/ 56287 h 334214"/>
                <a:gd name="connsiteX42" fmla="*/ 47783 w 532757"/>
                <a:gd name="connsiteY42" fmla="*/ 73626 h 334214"/>
                <a:gd name="connsiteX43" fmla="*/ 56254 w 532757"/>
                <a:gd name="connsiteY43" fmla="*/ 96790 h 334214"/>
                <a:gd name="connsiteX44" fmla="*/ 42389 w 532757"/>
                <a:gd name="connsiteY44" fmla="*/ 97948 h 334214"/>
                <a:gd name="connsiteX45" fmla="*/ 63964 w 532757"/>
                <a:gd name="connsiteY45" fmla="*/ 114129 h 334214"/>
                <a:gd name="connsiteX46" fmla="*/ 82859 w 532757"/>
                <a:gd name="connsiteY46" fmla="*/ 125711 h 334214"/>
                <a:gd name="connsiteX47" fmla="*/ 87855 w 532757"/>
                <a:gd name="connsiteY47" fmla="*/ 147286 h 334214"/>
                <a:gd name="connsiteX48" fmla="*/ 107908 w 532757"/>
                <a:gd name="connsiteY48" fmla="*/ 164990 h 334214"/>
                <a:gd name="connsiteX49" fmla="*/ 126406 w 532757"/>
                <a:gd name="connsiteY49" fmla="*/ 187359 h 334214"/>
                <a:gd name="connsiteX50" fmla="*/ 134910 w 532757"/>
                <a:gd name="connsiteY50" fmla="*/ 181965 h 334214"/>
                <a:gd name="connsiteX51" fmla="*/ 131039 w 532757"/>
                <a:gd name="connsiteY51" fmla="*/ 168100 h 334214"/>
                <a:gd name="connsiteX52" fmla="*/ 116380 w 532757"/>
                <a:gd name="connsiteY52" fmla="*/ 161945 h 334214"/>
                <a:gd name="connsiteX53" fmla="*/ 112144 w 532757"/>
                <a:gd name="connsiteY53" fmla="*/ 146492 h 334214"/>
                <a:gd name="connsiteX54" fmla="*/ 100959 w 532757"/>
                <a:gd name="connsiteY54" fmla="*/ 121839 h 334214"/>
                <a:gd name="connsiteX55" fmla="*/ 81701 w 532757"/>
                <a:gd name="connsiteY55" fmla="*/ 95632 h 334214"/>
                <a:gd name="connsiteX56" fmla="*/ 67836 w 532757"/>
                <a:gd name="connsiteY56" fmla="*/ 76737 h 334214"/>
                <a:gd name="connsiteX57" fmla="*/ 69755 w 532757"/>
                <a:gd name="connsiteY57" fmla="*/ 67505 h 334214"/>
                <a:gd name="connsiteX58" fmla="*/ 56254 w 532757"/>
                <a:gd name="connsiteY58" fmla="*/ 61714 h 334214"/>
                <a:gd name="connsiteX59" fmla="*/ 46625 w 532757"/>
                <a:gd name="connsiteY59" fmla="*/ 48213 h 334214"/>
                <a:gd name="connsiteX60" fmla="*/ 40834 w 532757"/>
                <a:gd name="connsiteY60" fmla="*/ 22402 h 334214"/>
                <a:gd name="connsiteX61" fmla="*/ 47022 w 532757"/>
                <a:gd name="connsiteY61" fmla="*/ 20483 h 334214"/>
                <a:gd name="connsiteX62" fmla="*/ 53177 w 532757"/>
                <a:gd name="connsiteY62" fmla="*/ 23560 h 334214"/>
                <a:gd name="connsiteX63" fmla="*/ 62351 w 532757"/>
                <a:gd name="connsiteY63" fmla="*/ 27211 h 334214"/>
                <a:gd name="connsiteX64" fmla="*/ 62442 w 532757"/>
                <a:gd name="connsiteY64" fmla="*/ 27432 h 334214"/>
                <a:gd name="connsiteX65" fmla="*/ 73991 w 532757"/>
                <a:gd name="connsiteY65" fmla="*/ 29715 h 334214"/>
                <a:gd name="connsiteX66" fmla="*/ 77068 w 532757"/>
                <a:gd name="connsiteY66" fmla="*/ 51687 h 334214"/>
                <a:gd name="connsiteX67" fmla="*/ 80145 w 532757"/>
                <a:gd name="connsiteY67" fmla="*/ 71343 h 334214"/>
                <a:gd name="connsiteX68" fmla="*/ 88253 w 532757"/>
                <a:gd name="connsiteY68" fmla="*/ 75976 h 334214"/>
                <a:gd name="connsiteX69" fmla="*/ 100595 w 532757"/>
                <a:gd name="connsiteY69" fmla="*/ 85903 h 334214"/>
                <a:gd name="connsiteX70" fmla="*/ 115221 w 532757"/>
                <a:gd name="connsiteY70" fmla="*/ 95830 h 334214"/>
                <a:gd name="connsiteX71" fmla="*/ 123726 w 532757"/>
                <a:gd name="connsiteY71" fmla="*/ 107412 h 334214"/>
                <a:gd name="connsiteX72" fmla="*/ 135671 w 532757"/>
                <a:gd name="connsiteY72" fmla="*/ 116677 h 334214"/>
                <a:gd name="connsiteX73" fmla="*/ 138352 w 532757"/>
                <a:gd name="connsiteY73" fmla="*/ 127068 h 334214"/>
                <a:gd name="connsiteX74" fmla="*/ 149172 w 532757"/>
                <a:gd name="connsiteY74" fmla="*/ 140569 h 334214"/>
                <a:gd name="connsiteX75" fmla="*/ 163434 w 532757"/>
                <a:gd name="connsiteY75" fmla="*/ 153805 h 334214"/>
                <a:gd name="connsiteX76" fmla="*/ 200827 w 532757"/>
                <a:gd name="connsiteY76" fmla="*/ 195433 h 334214"/>
                <a:gd name="connsiteX77" fmla="*/ 209298 w 532757"/>
                <a:gd name="connsiteY77" fmla="*/ 214295 h 334214"/>
                <a:gd name="connsiteX78" fmla="*/ 208537 w 532757"/>
                <a:gd name="connsiteY78" fmla="*/ 227034 h 334214"/>
                <a:gd name="connsiteX79" fmla="*/ 203110 w 532757"/>
                <a:gd name="connsiteY79" fmla="*/ 233189 h 334214"/>
                <a:gd name="connsiteX80" fmla="*/ 217008 w 532757"/>
                <a:gd name="connsiteY80" fmla="*/ 254797 h 334214"/>
                <a:gd name="connsiteX81" fmla="*/ 242057 w 532757"/>
                <a:gd name="connsiteY81" fmla="*/ 271740 h 334214"/>
                <a:gd name="connsiteX82" fmla="*/ 269820 w 532757"/>
                <a:gd name="connsiteY82" fmla="*/ 280211 h 334214"/>
                <a:gd name="connsiteX83" fmla="*/ 304135 w 532757"/>
                <a:gd name="connsiteY83" fmla="*/ 297583 h 334214"/>
                <a:gd name="connsiteX84" fmla="*/ 343447 w 532757"/>
                <a:gd name="connsiteY84" fmla="*/ 314526 h 334214"/>
                <a:gd name="connsiteX85" fmla="*/ 378523 w 532757"/>
                <a:gd name="connsiteY85" fmla="*/ 312606 h 334214"/>
                <a:gd name="connsiteX86" fmla="*/ 410124 w 532757"/>
                <a:gd name="connsiteY86" fmla="*/ 317239 h 334214"/>
                <a:gd name="connsiteX87" fmla="*/ 428854 w 532757"/>
                <a:gd name="connsiteY87" fmla="*/ 331766 h 334214"/>
                <a:gd name="connsiteX88" fmla="*/ 443149 w 532757"/>
                <a:gd name="connsiteY88" fmla="*/ 312970 h 3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532757" h="334214">
                  <a:moveTo>
                    <a:pt x="443149" y="312970"/>
                  </a:moveTo>
                  <a:cubicBezTo>
                    <a:pt x="445002" y="312606"/>
                    <a:pt x="464360" y="315221"/>
                    <a:pt x="466312" y="310389"/>
                  </a:cubicBezTo>
                  <a:cubicBezTo>
                    <a:pt x="468264" y="305558"/>
                    <a:pt x="451818" y="294771"/>
                    <a:pt x="453672" y="293613"/>
                  </a:cubicBezTo>
                  <a:cubicBezTo>
                    <a:pt x="455525" y="292454"/>
                    <a:pt x="456286" y="280608"/>
                    <a:pt x="459231" y="280608"/>
                  </a:cubicBezTo>
                  <a:cubicBezTo>
                    <a:pt x="462176" y="280608"/>
                    <a:pt x="489409" y="281336"/>
                    <a:pt x="490865" y="280608"/>
                  </a:cubicBezTo>
                  <a:cubicBezTo>
                    <a:pt x="492321" y="279880"/>
                    <a:pt x="497483" y="270184"/>
                    <a:pt x="502050" y="269820"/>
                  </a:cubicBezTo>
                  <a:cubicBezTo>
                    <a:pt x="504068" y="269655"/>
                    <a:pt x="507278" y="272137"/>
                    <a:pt x="510157" y="274850"/>
                  </a:cubicBezTo>
                  <a:cubicBezTo>
                    <a:pt x="515154" y="270218"/>
                    <a:pt x="516941" y="259761"/>
                    <a:pt x="517867" y="251290"/>
                  </a:cubicBezTo>
                  <a:cubicBezTo>
                    <a:pt x="519025" y="240866"/>
                    <a:pt x="515551" y="237392"/>
                    <a:pt x="520945" y="231634"/>
                  </a:cubicBezTo>
                  <a:cubicBezTo>
                    <a:pt x="526338" y="225876"/>
                    <a:pt x="532129" y="225446"/>
                    <a:pt x="530607" y="217372"/>
                  </a:cubicBezTo>
                  <a:cubicBezTo>
                    <a:pt x="529085" y="209298"/>
                    <a:pt x="521739" y="217372"/>
                    <a:pt x="515551" y="213500"/>
                  </a:cubicBezTo>
                  <a:cubicBezTo>
                    <a:pt x="509363" y="209629"/>
                    <a:pt x="504002" y="212375"/>
                    <a:pt x="488185" y="214658"/>
                  </a:cubicBezTo>
                  <a:cubicBezTo>
                    <a:pt x="472368" y="216942"/>
                    <a:pt x="465022" y="223527"/>
                    <a:pt x="465849" y="234711"/>
                  </a:cubicBezTo>
                  <a:cubicBezTo>
                    <a:pt x="466676" y="245896"/>
                    <a:pt x="460455" y="240866"/>
                    <a:pt x="460819" y="250495"/>
                  </a:cubicBezTo>
                  <a:cubicBezTo>
                    <a:pt x="461183" y="260125"/>
                    <a:pt x="448476" y="260423"/>
                    <a:pt x="449271" y="266313"/>
                  </a:cubicBezTo>
                  <a:cubicBezTo>
                    <a:pt x="450065" y="272203"/>
                    <a:pt x="439343" y="266313"/>
                    <a:pt x="436034" y="264394"/>
                  </a:cubicBezTo>
                  <a:cubicBezTo>
                    <a:pt x="432725" y="262474"/>
                    <a:pt x="399800" y="272501"/>
                    <a:pt x="395167" y="273229"/>
                  </a:cubicBezTo>
                  <a:cubicBezTo>
                    <a:pt x="390535" y="273957"/>
                    <a:pt x="381931" y="263633"/>
                    <a:pt x="375512" y="263996"/>
                  </a:cubicBezTo>
                  <a:cubicBezTo>
                    <a:pt x="369092" y="264360"/>
                    <a:pt x="366246" y="254367"/>
                    <a:pt x="365584" y="246260"/>
                  </a:cubicBezTo>
                  <a:cubicBezTo>
                    <a:pt x="364923" y="238153"/>
                    <a:pt x="352348" y="230840"/>
                    <a:pt x="347087" y="223527"/>
                  </a:cubicBezTo>
                  <a:cubicBezTo>
                    <a:pt x="341825" y="216214"/>
                    <a:pt x="340899" y="199999"/>
                    <a:pt x="340469" y="189609"/>
                  </a:cubicBezTo>
                  <a:cubicBezTo>
                    <a:pt x="339060" y="173204"/>
                    <a:pt x="341019" y="156685"/>
                    <a:pt x="346226" y="141065"/>
                  </a:cubicBezTo>
                  <a:cubicBezTo>
                    <a:pt x="347104" y="138728"/>
                    <a:pt x="347639" y="136275"/>
                    <a:pt x="347815" y="133785"/>
                  </a:cubicBezTo>
                  <a:cubicBezTo>
                    <a:pt x="345694" y="132217"/>
                    <a:pt x="343192" y="131245"/>
                    <a:pt x="340568" y="130972"/>
                  </a:cubicBezTo>
                  <a:cubicBezTo>
                    <a:pt x="333950" y="131403"/>
                    <a:pt x="319158" y="122336"/>
                    <a:pt x="316246" y="122336"/>
                  </a:cubicBezTo>
                  <a:cubicBezTo>
                    <a:pt x="313334" y="122336"/>
                    <a:pt x="313798" y="115354"/>
                    <a:pt x="311316" y="111647"/>
                  </a:cubicBezTo>
                  <a:cubicBezTo>
                    <a:pt x="308834" y="107941"/>
                    <a:pt x="310489" y="100926"/>
                    <a:pt x="307213" y="98411"/>
                  </a:cubicBezTo>
                  <a:cubicBezTo>
                    <a:pt x="299584" y="92319"/>
                    <a:pt x="293845" y="84182"/>
                    <a:pt x="290668" y="74950"/>
                  </a:cubicBezTo>
                  <a:cubicBezTo>
                    <a:pt x="287358" y="63402"/>
                    <a:pt x="267206" y="57644"/>
                    <a:pt x="259794" y="57247"/>
                  </a:cubicBezTo>
                  <a:cubicBezTo>
                    <a:pt x="252382" y="56849"/>
                    <a:pt x="248245" y="72501"/>
                    <a:pt x="246194" y="73296"/>
                  </a:cubicBezTo>
                  <a:cubicBezTo>
                    <a:pt x="244142" y="74090"/>
                    <a:pt x="230145" y="65089"/>
                    <a:pt x="226009" y="63004"/>
                  </a:cubicBezTo>
                  <a:cubicBezTo>
                    <a:pt x="221944" y="60836"/>
                    <a:pt x="219533" y="56482"/>
                    <a:pt x="219854" y="51886"/>
                  </a:cubicBezTo>
                  <a:cubicBezTo>
                    <a:pt x="219854" y="46955"/>
                    <a:pt x="211184" y="39113"/>
                    <a:pt x="208735" y="38319"/>
                  </a:cubicBezTo>
                  <a:cubicBezTo>
                    <a:pt x="206287" y="37525"/>
                    <a:pt x="188881" y="20582"/>
                    <a:pt x="188881" y="20582"/>
                  </a:cubicBezTo>
                  <a:lnTo>
                    <a:pt x="161879" y="20582"/>
                  </a:lnTo>
                  <a:lnTo>
                    <a:pt x="156121" y="27995"/>
                  </a:lnTo>
                  <a:lnTo>
                    <a:pt x="106684" y="28425"/>
                  </a:lnTo>
                  <a:cubicBezTo>
                    <a:pt x="106684" y="28425"/>
                    <a:pt x="68795" y="14427"/>
                    <a:pt x="61813" y="12773"/>
                  </a:cubicBezTo>
                  <a:cubicBezTo>
                    <a:pt x="54831" y="11118"/>
                    <a:pt x="42455" y="2482"/>
                    <a:pt x="42455" y="2482"/>
                  </a:cubicBezTo>
                  <a:lnTo>
                    <a:pt x="2482" y="7743"/>
                  </a:lnTo>
                  <a:cubicBezTo>
                    <a:pt x="4949" y="12920"/>
                    <a:pt x="8038" y="17776"/>
                    <a:pt x="11681" y="22204"/>
                  </a:cubicBezTo>
                  <a:cubicBezTo>
                    <a:pt x="18909" y="32393"/>
                    <a:pt x="23863" y="44016"/>
                    <a:pt x="26208" y="56287"/>
                  </a:cubicBezTo>
                  <a:cubicBezTo>
                    <a:pt x="26969" y="62442"/>
                    <a:pt x="38153" y="67472"/>
                    <a:pt x="47783" y="73626"/>
                  </a:cubicBezTo>
                  <a:cubicBezTo>
                    <a:pt x="57412" y="79781"/>
                    <a:pt x="57412" y="93282"/>
                    <a:pt x="56254" y="96790"/>
                  </a:cubicBezTo>
                  <a:cubicBezTo>
                    <a:pt x="55096" y="100297"/>
                    <a:pt x="43018" y="94473"/>
                    <a:pt x="42389" y="97948"/>
                  </a:cubicBezTo>
                  <a:cubicBezTo>
                    <a:pt x="41760" y="101423"/>
                    <a:pt x="57809" y="114890"/>
                    <a:pt x="63964" y="114129"/>
                  </a:cubicBezTo>
                  <a:cubicBezTo>
                    <a:pt x="70119" y="113368"/>
                    <a:pt x="73229" y="117207"/>
                    <a:pt x="82859" y="125711"/>
                  </a:cubicBezTo>
                  <a:cubicBezTo>
                    <a:pt x="92488" y="134215"/>
                    <a:pt x="91727" y="144209"/>
                    <a:pt x="87855" y="147286"/>
                  </a:cubicBezTo>
                  <a:cubicBezTo>
                    <a:pt x="83984" y="150363"/>
                    <a:pt x="95566" y="156915"/>
                    <a:pt x="107908" y="164990"/>
                  </a:cubicBezTo>
                  <a:cubicBezTo>
                    <a:pt x="116435" y="170129"/>
                    <a:pt x="122959" y="178018"/>
                    <a:pt x="126406" y="187359"/>
                  </a:cubicBezTo>
                  <a:cubicBezTo>
                    <a:pt x="127564" y="191594"/>
                    <a:pt x="133024" y="187756"/>
                    <a:pt x="134910" y="181965"/>
                  </a:cubicBezTo>
                  <a:cubicBezTo>
                    <a:pt x="136796" y="176174"/>
                    <a:pt x="131039" y="174652"/>
                    <a:pt x="131039" y="168100"/>
                  </a:cubicBezTo>
                  <a:cubicBezTo>
                    <a:pt x="131039" y="161548"/>
                    <a:pt x="121111" y="162673"/>
                    <a:pt x="116380" y="161945"/>
                  </a:cubicBezTo>
                  <a:cubicBezTo>
                    <a:pt x="111648" y="161217"/>
                    <a:pt x="116777" y="151125"/>
                    <a:pt x="112144" y="146492"/>
                  </a:cubicBezTo>
                  <a:cubicBezTo>
                    <a:pt x="107511" y="141859"/>
                    <a:pt x="103276" y="130311"/>
                    <a:pt x="100959" y="121839"/>
                  </a:cubicBezTo>
                  <a:cubicBezTo>
                    <a:pt x="98643" y="113368"/>
                    <a:pt x="86697" y="104897"/>
                    <a:pt x="81701" y="95632"/>
                  </a:cubicBezTo>
                  <a:cubicBezTo>
                    <a:pt x="76704" y="86366"/>
                    <a:pt x="71310" y="79086"/>
                    <a:pt x="67836" y="76737"/>
                  </a:cubicBezTo>
                  <a:cubicBezTo>
                    <a:pt x="64361" y="74388"/>
                    <a:pt x="72832" y="70979"/>
                    <a:pt x="69755" y="67505"/>
                  </a:cubicBezTo>
                  <a:cubicBezTo>
                    <a:pt x="66678" y="64030"/>
                    <a:pt x="62045" y="64427"/>
                    <a:pt x="56254" y="61714"/>
                  </a:cubicBezTo>
                  <a:cubicBezTo>
                    <a:pt x="50598" y="59590"/>
                    <a:pt x="46791" y="54253"/>
                    <a:pt x="46625" y="48213"/>
                  </a:cubicBezTo>
                  <a:cubicBezTo>
                    <a:pt x="45736" y="39408"/>
                    <a:pt x="43791" y="30743"/>
                    <a:pt x="40834" y="22402"/>
                  </a:cubicBezTo>
                  <a:cubicBezTo>
                    <a:pt x="38915" y="17406"/>
                    <a:pt x="45069" y="18167"/>
                    <a:pt x="47022" y="20483"/>
                  </a:cubicBezTo>
                  <a:cubicBezTo>
                    <a:pt x="48974" y="22799"/>
                    <a:pt x="50331" y="25116"/>
                    <a:pt x="53177" y="23560"/>
                  </a:cubicBezTo>
                  <a:cubicBezTo>
                    <a:pt x="56718" y="22035"/>
                    <a:pt x="60826" y="23669"/>
                    <a:pt x="62351" y="27211"/>
                  </a:cubicBezTo>
                  <a:cubicBezTo>
                    <a:pt x="62383" y="27284"/>
                    <a:pt x="62413" y="27358"/>
                    <a:pt x="62442" y="27432"/>
                  </a:cubicBezTo>
                  <a:cubicBezTo>
                    <a:pt x="64361" y="31635"/>
                    <a:pt x="70913" y="27796"/>
                    <a:pt x="73991" y="29715"/>
                  </a:cubicBezTo>
                  <a:cubicBezTo>
                    <a:pt x="77068" y="31635"/>
                    <a:pt x="67041" y="33984"/>
                    <a:pt x="77068" y="51687"/>
                  </a:cubicBezTo>
                  <a:cubicBezTo>
                    <a:pt x="87094" y="69391"/>
                    <a:pt x="80145" y="59397"/>
                    <a:pt x="80145" y="71343"/>
                  </a:cubicBezTo>
                  <a:cubicBezTo>
                    <a:pt x="80145" y="83289"/>
                    <a:pt x="86333" y="77961"/>
                    <a:pt x="88253" y="75976"/>
                  </a:cubicBezTo>
                  <a:cubicBezTo>
                    <a:pt x="90172" y="73991"/>
                    <a:pt x="95566" y="79814"/>
                    <a:pt x="100595" y="85903"/>
                  </a:cubicBezTo>
                  <a:cubicBezTo>
                    <a:pt x="105625" y="91992"/>
                    <a:pt x="115221" y="92521"/>
                    <a:pt x="115221" y="95830"/>
                  </a:cubicBezTo>
                  <a:cubicBezTo>
                    <a:pt x="115221" y="99139"/>
                    <a:pt x="117174" y="106254"/>
                    <a:pt x="123726" y="107412"/>
                  </a:cubicBezTo>
                  <a:cubicBezTo>
                    <a:pt x="130278" y="108570"/>
                    <a:pt x="131436" y="115883"/>
                    <a:pt x="135671" y="116677"/>
                  </a:cubicBezTo>
                  <a:cubicBezTo>
                    <a:pt x="139907" y="117471"/>
                    <a:pt x="140668" y="122071"/>
                    <a:pt x="138352" y="127068"/>
                  </a:cubicBezTo>
                  <a:cubicBezTo>
                    <a:pt x="136035" y="132064"/>
                    <a:pt x="138352" y="136333"/>
                    <a:pt x="149172" y="140569"/>
                  </a:cubicBezTo>
                  <a:cubicBezTo>
                    <a:pt x="159993" y="144804"/>
                    <a:pt x="154930" y="145565"/>
                    <a:pt x="163434" y="153805"/>
                  </a:cubicBezTo>
                  <a:cubicBezTo>
                    <a:pt x="176653" y="166984"/>
                    <a:pt x="189136" y="180881"/>
                    <a:pt x="200827" y="195433"/>
                  </a:cubicBezTo>
                  <a:cubicBezTo>
                    <a:pt x="204568" y="201267"/>
                    <a:pt x="207423" y="207623"/>
                    <a:pt x="209298" y="214295"/>
                  </a:cubicBezTo>
                  <a:cubicBezTo>
                    <a:pt x="211217" y="219688"/>
                    <a:pt x="205426" y="222402"/>
                    <a:pt x="208537" y="227034"/>
                  </a:cubicBezTo>
                  <a:cubicBezTo>
                    <a:pt x="211647" y="231667"/>
                    <a:pt x="202746" y="229748"/>
                    <a:pt x="203110" y="233189"/>
                  </a:cubicBezTo>
                  <a:cubicBezTo>
                    <a:pt x="203474" y="236631"/>
                    <a:pt x="208537" y="254003"/>
                    <a:pt x="217008" y="254797"/>
                  </a:cubicBezTo>
                  <a:cubicBezTo>
                    <a:pt x="225479" y="255591"/>
                    <a:pt x="235108" y="265949"/>
                    <a:pt x="242057" y="271740"/>
                  </a:cubicBezTo>
                  <a:cubicBezTo>
                    <a:pt x="249006" y="277530"/>
                    <a:pt x="259397" y="276372"/>
                    <a:pt x="269820" y="280211"/>
                  </a:cubicBezTo>
                  <a:cubicBezTo>
                    <a:pt x="280244" y="284049"/>
                    <a:pt x="289079" y="293447"/>
                    <a:pt x="304135" y="297583"/>
                  </a:cubicBezTo>
                  <a:cubicBezTo>
                    <a:pt x="317953" y="301405"/>
                    <a:pt x="331180" y="307105"/>
                    <a:pt x="343447" y="314526"/>
                  </a:cubicBezTo>
                  <a:cubicBezTo>
                    <a:pt x="353076" y="320681"/>
                    <a:pt x="365022" y="317835"/>
                    <a:pt x="378523" y="312606"/>
                  </a:cubicBezTo>
                  <a:cubicBezTo>
                    <a:pt x="392024" y="307378"/>
                    <a:pt x="402414" y="314129"/>
                    <a:pt x="410124" y="317239"/>
                  </a:cubicBezTo>
                  <a:cubicBezTo>
                    <a:pt x="413930" y="318761"/>
                    <a:pt x="421375" y="325115"/>
                    <a:pt x="428854" y="331766"/>
                  </a:cubicBezTo>
                  <a:cubicBezTo>
                    <a:pt x="433131" y="325144"/>
                    <a:pt x="437910" y="318861"/>
                    <a:pt x="443149" y="31297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en-US" sz="2401" dirty="0">
                <a:solidFill>
                  <a:srgbClr val="50535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8459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694</Words>
  <Application>Microsoft Macintosh PowerPoint</Application>
  <PresentationFormat>Widescreen</PresentationFormat>
  <Paragraphs>310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Roboto</vt:lpstr>
      <vt:lpstr>Office Theme</vt:lpstr>
      <vt:lpstr>PowerPoint Presentation</vt:lpstr>
      <vt:lpstr>Buildings</vt:lpstr>
      <vt:lpstr>Business &amp; Management</vt:lpstr>
      <vt:lpstr>Date &amp; Time</vt:lpstr>
      <vt:lpstr>Devices</vt:lpstr>
      <vt:lpstr>Devices cont.</vt:lpstr>
      <vt:lpstr>Documents</vt:lpstr>
      <vt:lpstr>Documents cont.</vt:lpstr>
      <vt:lpstr>Financial</vt:lpstr>
      <vt:lpstr>Financial</vt:lpstr>
      <vt:lpstr>People Groups</vt:lpstr>
      <vt:lpstr>Individual People cont.</vt:lpstr>
      <vt:lpstr>Security &amp; Privacy cont.</vt:lpstr>
      <vt:lpstr>Social Media *NEW* </vt:lpstr>
      <vt:lpstr>Symbols &amp; Concepts</vt:lpstr>
      <vt:lpstr>Symbols &amp; Concepts</vt:lpstr>
      <vt:lpstr>Technology</vt:lpstr>
      <vt:lpstr>Technology cont.</vt:lpstr>
      <vt:lpstr>Technology cont.</vt:lpstr>
      <vt:lpstr>Transportation</vt:lpstr>
      <vt:lpstr>U.S. Map</vt:lpstr>
      <vt:lpstr>World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McConnell</dc:creator>
  <cp:lastModifiedBy>Elizabeth McConnell</cp:lastModifiedBy>
  <cp:revision>2</cp:revision>
  <dcterms:created xsi:type="dcterms:W3CDTF">2021-02-24T14:50:44Z</dcterms:created>
  <dcterms:modified xsi:type="dcterms:W3CDTF">2021-02-24T15:02:25Z</dcterms:modified>
</cp:coreProperties>
</file>